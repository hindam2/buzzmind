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4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5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ink/ink18.xml" ContentType="application/inkml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notesSlides/notesSlide41.xml" ContentType="application/vnd.openxmlformats-officedocument.presentationml.notesSlide+xml"/>
  <Override PartName="/ppt/ink/ink21.xml" ContentType="application/inkml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ink/ink22.xml" ContentType="application/inkml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  <p:sldMasterId id="2147483741" r:id="rId2"/>
  </p:sldMasterIdLst>
  <p:notesMasterIdLst>
    <p:notesMasterId r:id="rId52"/>
  </p:notesMasterIdLst>
  <p:sldIdLst>
    <p:sldId id="363" r:id="rId3"/>
    <p:sldId id="317" r:id="rId4"/>
    <p:sldId id="318" r:id="rId5"/>
    <p:sldId id="260" r:id="rId6"/>
    <p:sldId id="365" r:id="rId7"/>
    <p:sldId id="380" r:id="rId8"/>
    <p:sldId id="271" r:id="rId9"/>
    <p:sldId id="322" r:id="rId10"/>
    <p:sldId id="268" r:id="rId11"/>
    <p:sldId id="273" r:id="rId12"/>
    <p:sldId id="276" r:id="rId13"/>
    <p:sldId id="325" r:id="rId14"/>
    <p:sldId id="278" r:id="rId15"/>
    <p:sldId id="279" r:id="rId16"/>
    <p:sldId id="330" r:id="rId17"/>
    <p:sldId id="281" r:id="rId18"/>
    <p:sldId id="331" r:id="rId19"/>
    <p:sldId id="285" r:id="rId20"/>
    <p:sldId id="286" r:id="rId21"/>
    <p:sldId id="371" r:id="rId22"/>
    <p:sldId id="332" r:id="rId23"/>
    <p:sldId id="287" r:id="rId24"/>
    <p:sldId id="379" r:id="rId25"/>
    <p:sldId id="335" r:id="rId26"/>
    <p:sldId id="367" r:id="rId27"/>
    <p:sldId id="291" r:id="rId28"/>
    <p:sldId id="383" r:id="rId29"/>
    <p:sldId id="292" r:id="rId30"/>
    <p:sldId id="294" r:id="rId31"/>
    <p:sldId id="384" r:id="rId32"/>
    <p:sldId id="295" r:id="rId33"/>
    <p:sldId id="385" r:id="rId34"/>
    <p:sldId id="296" r:id="rId35"/>
    <p:sldId id="386" r:id="rId36"/>
    <p:sldId id="297" r:id="rId37"/>
    <p:sldId id="314" r:id="rId38"/>
    <p:sldId id="381" r:id="rId39"/>
    <p:sldId id="299" r:id="rId40"/>
    <p:sldId id="373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87" r:id="rId49"/>
    <p:sldId id="388" r:id="rId50"/>
    <p:sldId id="389" r:id="rId5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674" autoAdjust="0"/>
  </p:normalViewPr>
  <p:slideViewPr>
    <p:cSldViewPr>
      <p:cViewPr>
        <p:scale>
          <a:sx n="70" d="100"/>
          <a:sy n="70" d="100"/>
        </p:scale>
        <p:origin x="713" y="-30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11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AC976C-F751-FC48-82B2-F978B8BA58B4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E89C6D-0493-B041-A2EE-3F8E8A3338E8}">
      <dgm:prSet phldrT="[Text]"/>
      <dgm:spPr>
        <a:solidFill>
          <a:schemeClr val="accent2"/>
        </a:solidFill>
        <a:effectLst>
          <a:softEdge rad="50800"/>
        </a:effectLst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Human readable</a:t>
          </a:r>
          <a:endParaRPr lang="en-US" dirty="0">
            <a:solidFill>
              <a:schemeClr val="tx1"/>
            </a:solidFill>
          </a:endParaRPr>
        </a:p>
      </dgm:t>
    </dgm:pt>
    <dgm:pt modelId="{C14749A3-2BF9-A244-BA9A-E18CDCE78CA8}" type="parTrans" cxnId="{A8E9FD0C-E14B-E64E-B0AF-E93A10D8CF35}">
      <dgm:prSet/>
      <dgm:spPr/>
      <dgm:t>
        <a:bodyPr/>
        <a:lstStyle/>
        <a:p>
          <a:endParaRPr lang="en-US"/>
        </a:p>
      </dgm:t>
    </dgm:pt>
    <dgm:pt modelId="{13AEBB9C-E04E-2844-9487-E19B1AA537B3}" type="sibTrans" cxnId="{A8E9FD0C-E14B-E64E-B0AF-E93A10D8CF35}">
      <dgm:prSet/>
      <dgm:spPr/>
      <dgm:t>
        <a:bodyPr/>
        <a:lstStyle/>
        <a:p>
          <a:endParaRPr lang="en-US"/>
        </a:p>
      </dgm:t>
    </dgm:pt>
    <dgm:pt modelId="{6D0E48FC-8858-6B4C-8521-BB8B60EC9D98}">
      <dgm:prSet phldrT="[Text]"/>
      <dgm:spPr>
        <a:solidFill>
          <a:schemeClr val="accent2"/>
        </a:solidFill>
        <a:effectLst>
          <a:softEdge rad="50800"/>
        </a:effectLst>
      </dgm:spPr>
      <dgm:t>
        <a:bodyPr/>
        <a:lstStyle/>
        <a:p>
          <a:r>
            <a:rPr lang="en-NZ" b="1" dirty="0" smtClean="0">
              <a:solidFill>
                <a:schemeClr val="tx1"/>
              </a:solidFill>
            </a:rPr>
            <a:t>Machine readable</a:t>
          </a:r>
          <a:endParaRPr lang="en-US" dirty="0">
            <a:solidFill>
              <a:schemeClr val="tx1"/>
            </a:solidFill>
          </a:endParaRPr>
        </a:p>
      </dgm:t>
    </dgm:pt>
    <dgm:pt modelId="{3E8C3210-F260-2841-A91B-722B01A7D83B}" type="parTrans" cxnId="{26E06D3E-16A6-D540-9E3F-A26CACDFE1AC}">
      <dgm:prSet/>
      <dgm:spPr/>
      <dgm:t>
        <a:bodyPr/>
        <a:lstStyle/>
        <a:p>
          <a:endParaRPr lang="en-US"/>
        </a:p>
      </dgm:t>
    </dgm:pt>
    <dgm:pt modelId="{B6015B51-2745-3B40-B29C-9320C7803080}" type="sibTrans" cxnId="{26E06D3E-16A6-D540-9E3F-A26CACDFE1AC}">
      <dgm:prSet/>
      <dgm:spPr/>
      <dgm:t>
        <a:bodyPr/>
        <a:lstStyle/>
        <a:p>
          <a:endParaRPr lang="en-US"/>
        </a:p>
      </dgm:t>
    </dgm:pt>
    <dgm:pt modelId="{D146F49B-BDBE-2241-88FC-3341D4564524}">
      <dgm:prSet phldrT="[Text]"/>
      <dgm:spPr>
        <a:solidFill>
          <a:schemeClr val="accent2"/>
        </a:solidFill>
        <a:effectLst>
          <a:softEdge rad="50800"/>
        </a:effectLst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Communication</a:t>
          </a:r>
          <a:endParaRPr lang="en-US" dirty="0">
            <a:solidFill>
              <a:schemeClr val="tx1"/>
            </a:solidFill>
          </a:endParaRPr>
        </a:p>
      </dgm:t>
    </dgm:pt>
    <dgm:pt modelId="{1B9A31DB-E9B0-3840-B15B-3C2EBC140743}" type="parTrans" cxnId="{CC6D7F40-B0CA-7B48-A244-48C3133FC06B}">
      <dgm:prSet/>
      <dgm:spPr/>
      <dgm:t>
        <a:bodyPr/>
        <a:lstStyle/>
        <a:p>
          <a:endParaRPr lang="en-US"/>
        </a:p>
      </dgm:t>
    </dgm:pt>
    <dgm:pt modelId="{614ABAF2-CD0F-8047-8149-1548C3397402}" type="sibTrans" cxnId="{CC6D7F40-B0CA-7B48-A244-48C3133FC06B}">
      <dgm:prSet/>
      <dgm:spPr/>
      <dgm:t>
        <a:bodyPr/>
        <a:lstStyle/>
        <a:p>
          <a:endParaRPr lang="en-US"/>
        </a:p>
      </dgm:t>
    </dgm:pt>
    <dgm:pt modelId="{8949F803-F94A-1842-B39D-99A859DAE223}">
      <dgm:prSet/>
      <dgm:spPr/>
      <dgm:t>
        <a:bodyPr/>
        <a:lstStyle/>
        <a:p>
          <a:r>
            <a:rPr lang="en-US" dirty="0" smtClean="0"/>
            <a:t>suitable for communicating with the computer user</a:t>
          </a:r>
        </a:p>
      </dgm:t>
    </dgm:pt>
    <dgm:pt modelId="{E1AAAC86-EF19-2240-BA86-A2C9B10432BF}" type="parTrans" cxnId="{EDD8E308-0207-E04F-AD30-603D151F3D1F}">
      <dgm:prSet/>
      <dgm:spPr/>
      <dgm:t>
        <a:bodyPr/>
        <a:lstStyle/>
        <a:p>
          <a:endParaRPr lang="en-US"/>
        </a:p>
      </dgm:t>
    </dgm:pt>
    <dgm:pt modelId="{D3726F36-8623-FC41-8F51-BE0C9D806DCE}" type="sibTrans" cxnId="{EDD8E308-0207-E04F-AD30-603D151F3D1F}">
      <dgm:prSet/>
      <dgm:spPr/>
      <dgm:t>
        <a:bodyPr/>
        <a:lstStyle/>
        <a:p>
          <a:endParaRPr lang="en-US"/>
        </a:p>
      </dgm:t>
    </dgm:pt>
    <dgm:pt modelId="{3D0C69D6-548C-2641-9310-18F0482A1123}">
      <dgm:prSet/>
      <dgm:spPr/>
      <dgm:t>
        <a:bodyPr/>
        <a:lstStyle/>
        <a:p>
          <a:r>
            <a:rPr lang="en-US" dirty="0" smtClean="0"/>
            <a:t>printers, terminals, video display, keyboard, mouse</a:t>
          </a:r>
          <a:endParaRPr lang="en-US" dirty="0"/>
        </a:p>
      </dgm:t>
    </dgm:pt>
    <dgm:pt modelId="{9C130145-EA52-A349-9E9F-061FAA10E4D3}" type="parTrans" cxnId="{ABAE6EE0-0474-EB47-9368-B830EE8FEA8D}">
      <dgm:prSet/>
      <dgm:spPr/>
      <dgm:t>
        <a:bodyPr/>
        <a:lstStyle/>
        <a:p>
          <a:endParaRPr lang="en-US"/>
        </a:p>
      </dgm:t>
    </dgm:pt>
    <dgm:pt modelId="{5526B0D0-4955-4C4D-B5F3-5D00B3ECC35E}" type="sibTrans" cxnId="{ABAE6EE0-0474-EB47-9368-B830EE8FEA8D}">
      <dgm:prSet/>
      <dgm:spPr/>
      <dgm:t>
        <a:bodyPr/>
        <a:lstStyle/>
        <a:p>
          <a:endParaRPr lang="en-US"/>
        </a:p>
      </dgm:t>
    </dgm:pt>
    <dgm:pt modelId="{EDC75140-C643-1E42-9DC8-F65DED235457}">
      <dgm:prSet/>
      <dgm:spPr/>
      <dgm:t>
        <a:bodyPr/>
        <a:lstStyle/>
        <a:p>
          <a:r>
            <a:rPr lang="en-NZ" dirty="0" smtClean="0"/>
            <a:t>suitable for communicating with electronic equipment</a:t>
          </a:r>
        </a:p>
      </dgm:t>
    </dgm:pt>
    <dgm:pt modelId="{90C4588F-9726-C245-B92E-81869AE38735}" type="parTrans" cxnId="{7A0330AA-0872-9641-A6B6-9AC7BCB333C5}">
      <dgm:prSet/>
      <dgm:spPr/>
      <dgm:t>
        <a:bodyPr/>
        <a:lstStyle/>
        <a:p>
          <a:endParaRPr lang="en-US"/>
        </a:p>
      </dgm:t>
    </dgm:pt>
    <dgm:pt modelId="{B66CAB93-EAEA-E446-817B-4671B39A027B}" type="sibTrans" cxnId="{7A0330AA-0872-9641-A6B6-9AC7BCB333C5}">
      <dgm:prSet/>
      <dgm:spPr/>
      <dgm:t>
        <a:bodyPr/>
        <a:lstStyle/>
        <a:p>
          <a:endParaRPr lang="en-US"/>
        </a:p>
      </dgm:t>
    </dgm:pt>
    <dgm:pt modelId="{E0FA14F6-72EE-3D44-B061-13029ECF0B9E}">
      <dgm:prSet/>
      <dgm:spPr/>
      <dgm:t>
        <a:bodyPr/>
        <a:lstStyle/>
        <a:p>
          <a:r>
            <a:rPr lang="en-NZ" smtClean="0"/>
            <a:t>disk drives, USB keys, sensors, controllers</a:t>
          </a:r>
          <a:endParaRPr lang="en-NZ" dirty="0" smtClean="0"/>
        </a:p>
      </dgm:t>
    </dgm:pt>
    <dgm:pt modelId="{4EBA88F7-41E3-6C46-AF84-4B230EB2A56D}" type="parTrans" cxnId="{238C094E-8927-864D-BEDE-F00CF20802E1}">
      <dgm:prSet/>
      <dgm:spPr/>
      <dgm:t>
        <a:bodyPr/>
        <a:lstStyle/>
        <a:p>
          <a:endParaRPr lang="en-US"/>
        </a:p>
      </dgm:t>
    </dgm:pt>
    <dgm:pt modelId="{3A6D5C9B-341E-0042-857F-D496CF01E542}" type="sibTrans" cxnId="{238C094E-8927-864D-BEDE-F00CF20802E1}">
      <dgm:prSet/>
      <dgm:spPr/>
      <dgm:t>
        <a:bodyPr/>
        <a:lstStyle/>
        <a:p>
          <a:endParaRPr lang="en-US"/>
        </a:p>
      </dgm:t>
    </dgm:pt>
    <dgm:pt modelId="{CB4D711B-C0BA-E443-8661-FDB92E943306}">
      <dgm:prSet/>
      <dgm:spPr/>
      <dgm:t>
        <a:bodyPr/>
        <a:lstStyle/>
        <a:p>
          <a:r>
            <a:rPr lang="en-US" smtClean="0"/>
            <a:t>suitable for communicating with remote devices</a:t>
          </a:r>
          <a:endParaRPr lang="en-US" dirty="0" smtClean="0"/>
        </a:p>
      </dgm:t>
    </dgm:pt>
    <dgm:pt modelId="{E9CD0342-F77A-3A43-8C1D-37E547835037}" type="parTrans" cxnId="{9AB93F35-C2DE-AC4C-BA0E-DD511D942CFF}">
      <dgm:prSet/>
      <dgm:spPr/>
      <dgm:t>
        <a:bodyPr/>
        <a:lstStyle/>
        <a:p>
          <a:endParaRPr lang="en-US"/>
        </a:p>
      </dgm:t>
    </dgm:pt>
    <dgm:pt modelId="{DBD6B8FC-B83E-0340-94E7-4544D29405CD}" type="sibTrans" cxnId="{9AB93F35-C2DE-AC4C-BA0E-DD511D942CFF}">
      <dgm:prSet/>
      <dgm:spPr/>
      <dgm:t>
        <a:bodyPr/>
        <a:lstStyle/>
        <a:p>
          <a:endParaRPr lang="en-US"/>
        </a:p>
      </dgm:t>
    </dgm:pt>
    <dgm:pt modelId="{316C6C9C-21F2-0B42-AC69-460245A64D99}">
      <dgm:prSet/>
      <dgm:spPr/>
      <dgm:t>
        <a:bodyPr/>
        <a:lstStyle/>
        <a:p>
          <a:r>
            <a:rPr lang="en-US" smtClean="0"/>
            <a:t>modems, digital line drivers</a:t>
          </a:r>
          <a:endParaRPr lang="en-US" dirty="0"/>
        </a:p>
      </dgm:t>
    </dgm:pt>
    <dgm:pt modelId="{18B263FB-2FD4-ED43-BB1F-43E47F075405}" type="parTrans" cxnId="{2362B3C1-CBDF-8348-84B1-0D10E3CC4ADB}">
      <dgm:prSet/>
      <dgm:spPr/>
      <dgm:t>
        <a:bodyPr/>
        <a:lstStyle/>
        <a:p>
          <a:endParaRPr lang="en-US"/>
        </a:p>
      </dgm:t>
    </dgm:pt>
    <dgm:pt modelId="{9CEAB826-A463-164C-9C9B-9496AF8A3F09}" type="sibTrans" cxnId="{2362B3C1-CBDF-8348-84B1-0D10E3CC4ADB}">
      <dgm:prSet/>
      <dgm:spPr/>
      <dgm:t>
        <a:bodyPr/>
        <a:lstStyle/>
        <a:p>
          <a:endParaRPr lang="en-US"/>
        </a:p>
      </dgm:t>
    </dgm:pt>
    <dgm:pt modelId="{49D68194-88F4-E442-95D4-F35DAF013834}" type="pres">
      <dgm:prSet presAssocID="{AFAC976C-F751-FC48-82B2-F978B8BA58B4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ED9D3AF-2805-4F4A-9FBF-B5C2B2D3068A}" type="pres">
      <dgm:prSet presAssocID="{0DE89C6D-0493-B041-A2EE-3F8E8A3338E8}" presName="parentLin" presStyleCnt="0"/>
      <dgm:spPr/>
    </dgm:pt>
    <dgm:pt modelId="{4606453E-3D64-AA4D-9155-B05018665D6B}" type="pres">
      <dgm:prSet presAssocID="{0DE89C6D-0493-B041-A2EE-3F8E8A3338E8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FBB9E506-97C9-A249-8FED-E01C7E14EF65}" type="pres">
      <dgm:prSet presAssocID="{0DE89C6D-0493-B041-A2EE-3F8E8A3338E8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9AF488-BB4D-AB40-9343-5F7B8C9FFB20}" type="pres">
      <dgm:prSet presAssocID="{0DE89C6D-0493-B041-A2EE-3F8E8A3338E8}" presName="negativeSpace" presStyleCnt="0"/>
      <dgm:spPr/>
    </dgm:pt>
    <dgm:pt modelId="{B2C9979D-1879-0C4F-8A37-54B31EF240CF}" type="pres">
      <dgm:prSet presAssocID="{0DE89C6D-0493-B041-A2EE-3F8E8A3338E8}" presName="childText" presStyleLbl="conF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2C41722-BA73-6D47-993C-DCD8DAE6D9FB}" type="pres">
      <dgm:prSet presAssocID="{13AEBB9C-E04E-2844-9487-E19B1AA537B3}" presName="spaceBetweenRectangles" presStyleCnt="0"/>
      <dgm:spPr/>
    </dgm:pt>
    <dgm:pt modelId="{4D0EE74C-83B9-2344-98DF-06E6DE7E83E2}" type="pres">
      <dgm:prSet presAssocID="{6D0E48FC-8858-6B4C-8521-BB8B60EC9D98}" presName="parentLin" presStyleCnt="0"/>
      <dgm:spPr/>
    </dgm:pt>
    <dgm:pt modelId="{56334DC3-8F3B-3647-A453-B070F48679EF}" type="pres">
      <dgm:prSet presAssocID="{6D0E48FC-8858-6B4C-8521-BB8B60EC9D98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B3123124-83CF-B944-9DE9-775C9C34CCC6}" type="pres">
      <dgm:prSet presAssocID="{6D0E48FC-8858-6B4C-8521-BB8B60EC9D98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E88FC05-1054-594C-8ADD-0E08F4267900}" type="pres">
      <dgm:prSet presAssocID="{6D0E48FC-8858-6B4C-8521-BB8B60EC9D98}" presName="negativeSpace" presStyleCnt="0"/>
      <dgm:spPr/>
    </dgm:pt>
    <dgm:pt modelId="{6D7049AE-0945-ED43-A96C-FF52F6539C8F}" type="pres">
      <dgm:prSet presAssocID="{6D0E48FC-8858-6B4C-8521-BB8B60EC9D98}" presName="childText" presStyleLbl="conF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E099E1C-FEB1-694A-8484-F16268060BB7}" type="pres">
      <dgm:prSet presAssocID="{B6015B51-2745-3B40-B29C-9320C7803080}" presName="spaceBetweenRectangles" presStyleCnt="0"/>
      <dgm:spPr/>
    </dgm:pt>
    <dgm:pt modelId="{4F317941-0ED6-6B45-81A8-91A176F3D44F}" type="pres">
      <dgm:prSet presAssocID="{D146F49B-BDBE-2241-88FC-3341D4564524}" presName="parentLin" presStyleCnt="0"/>
      <dgm:spPr/>
    </dgm:pt>
    <dgm:pt modelId="{119B175D-FE43-7640-B04B-C75386B5EA9C}" type="pres">
      <dgm:prSet presAssocID="{D146F49B-BDBE-2241-88FC-3341D4564524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FADD827A-CDD6-4644-BCD4-259123B08226}" type="pres">
      <dgm:prSet presAssocID="{D146F49B-BDBE-2241-88FC-3341D4564524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2BE360B-91AF-0543-BB8A-DBC3806210BF}" type="pres">
      <dgm:prSet presAssocID="{D146F49B-BDBE-2241-88FC-3341D4564524}" presName="negativeSpace" presStyleCnt="0"/>
      <dgm:spPr/>
    </dgm:pt>
    <dgm:pt modelId="{296168ED-EAA0-5940-A255-E05A1D713695}" type="pres">
      <dgm:prSet presAssocID="{D146F49B-BDBE-2241-88FC-3341D4564524}" presName="childText" presStyleLbl="conF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5832710-A6DD-984B-A19B-9DE8F670BDD7}" type="presOf" srcId="{0DE89C6D-0493-B041-A2EE-3F8E8A3338E8}" destId="{4606453E-3D64-AA4D-9155-B05018665D6B}" srcOrd="0" destOrd="0" presId="urn:microsoft.com/office/officeart/2005/8/layout/list1"/>
    <dgm:cxn modelId="{92D628A0-C953-E345-B9BA-C6D35FD104CD}" type="presOf" srcId="{3D0C69D6-548C-2641-9310-18F0482A1123}" destId="{B2C9979D-1879-0C4F-8A37-54B31EF240CF}" srcOrd="0" destOrd="1" presId="urn:microsoft.com/office/officeart/2005/8/layout/list1"/>
    <dgm:cxn modelId="{5562C495-7260-C845-9318-7990C74F678B}" type="presOf" srcId="{D146F49B-BDBE-2241-88FC-3341D4564524}" destId="{119B175D-FE43-7640-B04B-C75386B5EA9C}" srcOrd="0" destOrd="0" presId="urn:microsoft.com/office/officeart/2005/8/layout/list1"/>
    <dgm:cxn modelId="{9A064F25-1E35-0D4E-899C-1E229D8F9298}" type="presOf" srcId="{CB4D711B-C0BA-E443-8661-FDB92E943306}" destId="{296168ED-EAA0-5940-A255-E05A1D713695}" srcOrd="0" destOrd="0" presId="urn:microsoft.com/office/officeart/2005/8/layout/list1"/>
    <dgm:cxn modelId="{D58488B3-8524-E845-9E5B-207594B474B3}" type="presOf" srcId="{6D0E48FC-8858-6B4C-8521-BB8B60EC9D98}" destId="{B3123124-83CF-B944-9DE9-775C9C34CCC6}" srcOrd="1" destOrd="0" presId="urn:microsoft.com/office/officeart/2005/8/layout/list1"/>
    <dgm:cxn modelId="{CC6D7F40-B0CA-7B48-A244-48C3133FC06B}" srcId="{AFAC976C-F751-FC48-82B2-F978B8BA58B4}" destId="{D146F49B-BDBE-2241-88FC-3341D4564524}" srcOrd="2" destOrd="0" parTransId="{1B9A31DB-E9B0-3840-B15B-3C2EBC140743}" sibTransId="{614ABAF2-CD0F-8047-8149-1548C3397402}"/>
    <dgm:cxn modelId="{26E06D3E-16A6-D540-9E3F-A26CACDFE1AC}" srcId="{AFAC976C-F751-FC48-82B2-F978B8BA58B4}" destId="{6D0E48FC-8858-6B4C-8521-BB8B60EC9D98}" srcOrd="1" destOrd="0" parTransId="{3E8C3210-F260-2841-A91B-722B01A7D83B}" sibTransId="{B6015B51-2745-3B40-B29C-9320C7803080}"/>
    <dgm:cxn modelId="{C70110FA-1FA2-F349-9F3B-0861AABC297A}" type="presOf" srcId="{8949F803-F94A-1842-B39D-99A859DAE223}" destId="{B2C9979D-1879-0C4F-8A37-54B31EF240CF}" srcOrd="0" destOrd="0" presId="urn:microsoft.com/office/officeart/2005/8/layout/list1"/>
    <dgm:cxn modelId="{83222A4C-5B3E-E346-9DF5-1AD2D1F95B1B}" type="presOf" srcId="{6D0E48FC-8858-6B4C-8521-BB8B60EC9D98}" destId="{56334DC3-8F3B-3647-A453-B070F48679EF}" srcOrd="0" destOrd="0" presId="urn:microsoft.com/office/officeart/2005/8/layout/list1"/>
    <dgm:cxn modelId="{6CE28A32-9078-6943-B12A-99F603400D55}" type="presOf" srcId="{EDC75140-C643-1E42-9DC8-F65DED235457}" destId="{6D7049AE-0945-ED43-A96C-FF52F6539C8F}" srcOrd="0" destOrd="0" presId="urn:microsoft.com/office/officeart/2005/8/layout/list1"/>
    <dgm:cxn modelId="{F17791D7-A77E-8549-8B0D-1CF1B17FEE03}" type="presOf" srcId="{316C6C9C-21F2-0B42-AC69-460245A64D99}" destId="{296168ED-EAA0-5940-A255-E05A1D713695}" srcOrd="0" destOrd="1" presId="urn:microsoft.com/office/officeart/2005/8/layout/list1"/>
    <dgm:cxn modelId="{ABAE6EE0-0474-EB47-9368-B830EE8FEA8D}" srcId="{0DE89C6D-0493-B041-A2EE-3F8E8A3338E8}" destId="{3D0C69D6-548C-2641-9310-18F0482A1123}" srcOrd="1" destOrd="0" parTransId="{9C130145-EA52-A349-9E9F-061FAA10E4D3}" sibTransId="{5526B0D0-4955-4C4D-B5F3-5D00B3ECC35E}"/>
    <dgm:cxn modelId="{238C094E-8927-864D-BEDE-F00CF20802E1}" srcId="{6D0E48FC-8858-6B4C-8521-BB8B60EC9D98}" destId="{E0FA14F6-72EE-3D44-B061-13029ECF0B9E}" srcOrd="1" destOrd="0" parTransId="{4EBA88F7-41E3-6C46-AF84-4B230EB2A56D}" sibTransId="{3A6D5C9B-341E-0042-857F-D496CF01E542}"/>
    <dgm:cxn modelId="{7A0330AA-0872-9641-A6B6-9AC7BCB333C5}" srcId="{6D0E48FC-8858-6B4C-8521-BB8B60EC9D98}" destId="{EDC75140-C643-1E42-9DC8-F65DED235457}" srcOrd="0" destOrd="0" parTransId="{90C4588F-9726-C245-B92E-81869AE38735}" sibTransId="{B66CAB93-EAEA-E446-817B-4671B39A027B}"/>
    <dgm:cxn modelId="{A8E9FD0C-E14B-E64E-B0AF-E93A10D8CF35}" srcId="{AFAC976C-F751-FC48-82B2-F978B8BA58B4}" destId="{0DE89C6D-0493-B041-A2EE-3F8E8A3338E8}" srcOrd="0" destOrd="0" parTransId="{C14749A3-2BF9-A244-BA9A-E18CDCE78CA8}" sibTransId="{13AEBB9C-E04E-2844-9487-E19B1AA537B3}"/>
    <dgm:cxn modelId="{2362B3C1-CBDF-8348-84B1-0D10E3CC4ADB}" srcId="{D146F49B-BDBE-2241-88FC-3341D4564524}" destId="{316C6C9C-21F2-0B42-AC69-460245A64D99}" srcOrd="1" destOrd="0" parTransId="{18B263FB-2FD4-ED43-BB1F-43E47F075405}" sibTransId="{9CEAB826-A463-164C-9C9B-9496AF8A3F09}"/>
    <dgm:cxn modelId="{C8B2D841-B332-FA41-B843-DC7A6F6C6CB4}" type="presOf" srcId="{0DE89C6D-0493-B041-A2EE-3F8E8A3338E8}" destId="{FBB9E506-97C9-A249-8FED-E01C7E14EF65}" srcOrd="1" destOrd="0" presId="urn:microsoft.com/office/officeart/2005/8/layout/list1"/>
    <dgm:cxn modelId="{FCD6BE39-8EF2-324B-812A-A6784501DC64}" type="presOf" srcId="{E0FA14F6-72EE-3D44-B061-13029ECF0B9E}" destId="{6D7049AE-0945-ED43-A96C-FF52F6539C8F}" srcOrd="0" destOrd="1" presId="urn:microsoft.com/office/officeart/2005/8/layout/list1"/>
    <dgm:cxn modelId="{3E0EA186-1BF1-4043-A70A-7C340424A65B}" type="presOf" srcId="{AFAC976C-F751-FC48-82B2-F978B8BA58B4}" destId="{49D68194-88F4-E442-95D4-F35DAF013834}" srcOrd="0" destOrd="0" presId="urn:microsoft.com/office/officeart/2005/8/layout/list1"/>
    <dgm:cxn modelId="{9AB93F35-C2DE-AC4C-BA0E-DD511D942CFF}" srcId="{D146F49B-BDBE-2241-88FC-3341D4564524}" destId="{CB4D711B-C0BA-E443-8661-FDB92E943306}" srcOrd="0" destOrd="0" parTransId="{E9CD0342-F77A-3A43-8C1D-37E547835037}" sibTransId="{DBD6B8FC-B83E-0340-94E7-4544D29405CD}"/>
    <dgm:cxn modelId="{EDD8E308-0207-E04F-AD30-603D151F3D1F}" srcId="{0DE89C6D-0493-B041-A2EE-3F8E8A3338E8}" destId="{8949F803-F94A-1842-B39D-99A859DAE223}" srcOrd="0" destOrd="0" parTransId="{E1AAAC86-EF19-2240-BA86-A2C9B10432BF}" sibTransId="{D3726F36-8623-FC41-8F51-BE0C9D806DCE}"/>
    <dgm:cxn modelId="{CFB79ABF-44CD-604C-B3DA-B82024C173D0}" type="presOf" srcId="{D146F49B-BDBE-2241-88FC-3341D4564524}" destId="{FADD827A-CDD6-4644-BCD4-259123B08226}" srcOrd="1" destOrd="0" presId="urn:microsoft.com/office/officeart/2005/8/layout/list1"/>
    <dgm:cxn modelId="{DF850F1C-79C0-A747-9504-D51D300AEFEA}" type="presParOf" srcId="{49D68194-88F4-E442-95D4-F35DAF013834}" destId="{FED9D3AF-2805-4F4A-9FBF-B5C2B2D3068A}" srcOrd="0" destOrd="0" presId="urn:microsoft.com/office/officeart/2005/8/layout/list1"/>
    <dgm:cxn modelId="{E64CD705-1B6B-7C4C-A89C-0FE46EFB03A8}" type="presParOf" srcId="{FED9D3AF-2805-4F4A-9FBF-B5C2B2D3068A}" destId="{4606453E-3D64-AA4D-9155-B05018665D6B}" srcOrd="0" destOrd="0" presId="urn:microsoft.com/office/officeart/2005/8/layout/list1"/>
    <dgm:cxn modelId="{EF494ABE-0F89-494C-803A-2794DE52905E}" type="presParOf" srcId="{FED9D3AF-2805-4F4A-9FBF-B5C2B2D3068A}" destId="{FBB9E506-97C9-A249-8FED-E01C7E14EF65}" srcOrd="1" destOrd="0" presId="urn:microsoft.com/office/officeart/2005/8/layout/list1"/>
    <dgm:cxn modelId="{7C818739-B449-7A48-898C-A85D92109987}" type="presParOf" srcId="{49D68194-88F4-E442-95D4-F35DAF013834}" destId="{489AF488-BB4D-AB40-9343-5F7B8C9FFB20}" srcOrd="1" destOrd="0" presId="urn:microsoft.com/office/officeart/2005/8/layout/list1"/>
    <dgm:cxn modelId="{BAF46D95-708C-1D48-854E-E1620F052E44}" type="presParOf" srcId="{49D68194-88F4-E442-95D4-F35DAF013834}" destId="{B2C9979D-1879-0C4F-8A37-54B31EF240CF}" srcOrd="2" destOrd="0" presId="urn:microsoft.com/office/officeart/2005/8/layout/list1"/>
    <dgm:cxn modelId="{DC25440B-EDBA-DF4F-87CA-582A6EB7A687}" type="presParOf" srcId="{49D68194-88F4-E442-95D4-F35DAF013834}" destId="{02C41722-BA73-6D47-993C-DCD8DAE6D9FB}" srcOrd="3" destOrd="0" presId="urn:microsoft.com/office/officeart/2005/8/layout/list1"/>
    <dgm:cxn modelId="{B54913AC-FDB5-EB4E-8DD7-0FD2C36697AE}" type="presParOf" srcId="{49D68194-88F4-E442-95D4-F35DAF013834}" destId="{4D0EE74C-83B9-2344-98DF-06E6DE7E83E2}" srcOrd="4" destOrd="0" presId="urn:microsoft.com/office/officeart/2005/8/layout/list1"/>
    <dgm:cxn modelId="{B4FCF5C4-2A4A-1541-839C-843F50F138DB}" type="presParOf" srcId="{4D0EE74C-83B9-2344-98DF-06E6DE7E83E2}" destId="{56334DC3-8F3B-3647-A453-B070F48679EF}" srcOrd="0" destOrd="0" presId="urn:microsoft.com/office/officeart/2005/8/layout/list1"/>
    <dgm:cxn modelId="{B90ED364-ED12-804E-B8BD-9AE8A41F4014}" type="presParOf" srcId="{4D0EE74C-83B9-2344-98DF-06E6DE7E83E2}" destId="{B3123124-83CF-B944-9DE9-775C9C34CCC6}" srcOrd="1" destOrd="0" presId="urn:microsoft.com/office/officeart/2005/8/layout/list1"/>
    <dgm:cxn modelId="{46703555-23C3-3C4C-84E2-4ACF5483F388}" type="presParOf" srcId="{49D68194-88F4-E442-95D4-F35DAF013834}" destId="{DE88FC05-1054-594C-8ADD-0E08F4267900}" srcOrd="5" destOrd="0" presId="urn:microsoft.com/office/officeart/2005/8/layout/list1"/>
    <dgm:cxn modelId="{7F37B5FF-4321-184D-84D7-113F85B8C760}" type="presParOf" srcId="{49D68194-88F4-E442-95D4-F35DAF013834}" destId="{6D7049AE-0945-ED43-A96C-FF52F6539C8F}" srcOrd="6" destOrd="0" presId="urn:microsoft.com/office/officeart/2005/8/layout/list1"/>
    <dgm:cxn modelId="{302DBE9B-DA88-D346-B8FA-AB34F992D158}" type="presParOf" srcId="{49D68194-88F4-E442-95D4-F35DAF013834}" destId="{DE099E1C-FEB1-694A-8484-F16268060BB7}" srcOrd="7" destOrd="0" presId="urn:microsoft.com/office/officeart/2005/8/layout/list1"/>
    <dgm:cxn modelId="{C00DA0A3-EA85-E64F-B1CB-3CAA82B202DA}" type="presParOf" srcId="{49D68194-88F4-E442-95D4-F35DAF013834}" destId="{4F317941-0ED6-6B45-81A8-91A176F3D44F}" srcOrd="8" destOrd="0" presId="urn:microsoft.com/office/officeart/2005/8/layout/list1"/>
    <dgm:cxn modelId="{5FB3CBE4-D0C8-174D-B186-4117476CE61A}" type="presParOf" srcId="{4F317941-0ED6-6B45-81A8-91A176F3D44F}" destId="{119B175D-FE43-7640-B04B-C75386B5EA9C}" srcOrd="0" destOrd="0" presId="urn:microsoft.com/office/officeart/2005/8/layout/list1"/>
    <dgm:cxn modelId="{B9E70A10-BEB2-F947-A159-575E90396E8E}" type="presParOf" srcId="{4F317941-0ED6-6B45-81A8-91A176F3D44F}" destId="{FADD827A-CDD6-4644-BCD4-259123B08226}" srcOrd="1" destOrd="0" presId="urn:microsoft.com/office/officeart/2005/8/layout/list1"/>
    <dgm:cxn modelId="{BC326CBD-10EC-D44C-A409-4B4666973234}" type="presParOf" srcId="{49D68194-88F4-E442-95D4-F35DAF013834}" destId="{22BE360B-91AF-0543-BB8A-DBC3806210BF}" srcOrd="9" destOrd="0" presId="urn:microsoft.com/office/officeart/2005/8/layout/list1"/>
    <dgm:cxn modelId="{45AA6917-45A5-BF4E-AAD0-579FAD178D86}" type="presParOf" srcId="{49D68194-88F4-E442-95D4-F35DAF013834}" destId="{296168ED-EAA0-5940-A255-E05A1D713695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F8BA960-BEFB-C746-A5D5-5F249C882C2D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396F84-566A-D845-B0DD-1BCBE90FF02A}">
      <dgm:prSet phldrT="[Text]"/>
      <dgm:spPr>
        <a:solidFill>
          <a:srgbClr val="660066"/>
        </a:solidFill>
      </dgm:spPr>
      <dgm:t>
        <a:bodyPr/>
        <a:lstStyle/>
        <a:p>
          <a:pPr algn="ctr"/>
          <a:r>
            <a:rPr lang="en-NZ" i="1" dirty="0" smtClean="0"/>
            <a:t>Data Rate</a:t>
          </a:r>
          <a:endParaRPr lang="en-US" dirty="0"/>
        </a:p>
      </dgm:t>
    </dgm:pt>
    <dgm:pt modelId="{3E021B1E-D991-724A-8330-99B807D8033E}" type="parTrans" cxnId="{4FF86F33-FD69-2648-B14B-002EEB130CAE}">
      <dgm:prSet/>
      <dgm:spPr/>
      <dgm:t>
        <a:bodyPr/>
        <a:lstStyle/>
        <a:p>
          <a:endParaRPr lang="en-US"/>
        </a:p>
      </dgm:t>
    </dgm:pt>
    <dgm:pt modelId="{BA763D3F-6D97-7944-92E1-B05AD874774C}" type="sibTrans" cxnId="{4FF86F33-FD69-2648-B14B-002EEB130CAE}">
      <dgm:prSet/>
      <dgm:spPr/>
      <dgm:t>
        <a:bodyPr/>
        <a:lstStyle/>
        <a:p>
          <a:endParaRPr lang="en-US"/>
        </a:p>
      </dgm:t>
    </dgm:pt>
    <dgm:pt modelId="{7D75AE8C-554D-F445-ACDE-E84D4ED8E9BD}">
      <dgm:prSet/>
      <dgm:spPr/>
      <dgm:t>
        <a:bodyPr/>
        <a:lstStyle/>
        <a:p>
          <a:r>
            <a:rPr lang="en-NZ" dirty="0" smtClean="0"/>
            <a:t>there may be differences of magnitude between the data transfer rates</a:t>
          </a:r>
        </a:p>
      </dgm:t>
    </dgm:pt>
    <dgm:pt modelId="{1248E283-DF9E-BD44-86AA-7BA28211F8E3}" type="parTrans" cxnId="{E4788B57-1053-8442-8F8C-99693B46F486}">
      <dgm:prSet/>
      <dgm:spPr/>
      <dgm:t>
        <a:bodyPr/>
        <a:lstStyle/>
        <a:p>
          <a:endParaRPr lang="en-US"/>
        </a:p>
      </dgm:t>
    </dgm:pt>
    <dgm:pt modelId="{2D877A58-3376-4A46-9C1B-D64C3FFA36DD}" type="sibTrans" cxnId="{E4788B57-1053-8442-8F8C-99693B46F486}">
      <dgm:prSet/>
      <dgm:spPr/>
      <dgm:t>
        <a:bodyPr/>
        <a:lstStyle/>
        <a:p>
          <a:endParaRPr lang="en-US"/>
        </a:p>
      </dgm:t>
    </dgm:pt>
    <dgm:pt modelId="{66052A6D-8A96-7842-AD6D-3449E8E81A31}">
      <dgm:prSet/>
      <dgm:spPr>
        <a:solidFill>
          <a:srgbClr val="660066"/>
        </a:solidFill>
      </dgm:spPr>
      <dgm:t>
        <a:bodyPr/>
        <a:lstStyle/>
        <a:p>
          <a:pPr algn="ctr"/>
          <a:r>
            <a:rPr lang="en-NZ" i="1" dirty="0" smtClean="0"/>
            <a:t>Application</a:t>
          </a:r>
        </a:p>
      </dgm:t>
    </dgm:pt>
    <dgm:pt modelId="{29D5FBE9-83BF-C14C-8238-9D74130A62F3}" type="parTrans" cxnId="{2B500D41-3A00-134E-9CA9-A75BED337B39}">
      <dgm:prSet/>
      <dgm:spPr/>
      <dgm:t>
        <a:bodyPr/>
        <a:lstStyle/>
        <a:p>
          <a:endParaRPr lang="en-US"/>
        </a:p>
      </dgm:t>
    </dgm:pt>
    <dgm:pt modelId="{AAA56561-F6FA-F343-AE53-43BE969F5BDA}" type="sibTrans" cxnId="{2B500D41-3A00-134E-9CA9-A75BED337B39}">
      <dgm:prSet/>
      <dgm:spPr/>
      <dgm:t>
        <a:bodyPr/>
        <a:lstStyle/>
        <a:p>
          <a:endParaRPr lang="en-US"/>
        </a:p>
      </dgm:t>
    </dgm:pt>
    <dgm:pt modelId="{638D3B16-1FBC-6A48-90BF-28B0491A0AD3}">
      <dgm:prSet/>
      <dgm:spPr/>
      <dgm:t>
        <a:bodyPr/>
        <a:lstStyle/>
        <a:p>
          <a:pPr marL="0" indent="398463"/>
          <a:r>
            <a:rPr lang="en-NZ" dirty="0" smtClean="0"/>
            <a:t>	the use to which a device is put has an influence on the software</a:t>
          </a:r>
        </a:p>
      </dgm:t>
    </dgm:pt>
    <dgm:pt modelId="{913F298B-06FE-DA4B-B785-721EA24F8978}" type="parTrans" cxnId="{5786DFD0-EEB4-1546-9BD5-DBAAC5569B2D}">
      <dgm:prSet/>
      <dgm:spPr/>
      <dgm:t>
        <a:bodyPr/>
        <a:lstStyle/>
        <a:p>
          <a:endParaRPr lang="en-US"/>
        </a:p>
      </dgm:t>
    </dgm:pt>
    <dgm:pt modelId="{A058525F-E1EF-7645-9498-03B002CA86EB}" type="sibTrans" cxnId="{5786DFD0-EEB4-1546-9BD5-DBAAC5569B2D}">
      <dgm:prSet/>
      <dgm:spPr/>
      <dgm:t>
        <a:bodyPr/>
        <a:lstStyle/>
        <a:p>
          <a:endParaRPr lang="en-US"/>
        </a:p>
      </dgm:t>
    </dgm:pt>
    <dgm:pt modelId="{82594DB4-688B-FB4A-8C60-0CAEBA8B2ADC}">
      <dgm:prSet/>
      <dgm:spPr>
        <a:solidFill>
          <a:srgbClr val="660066"/>
        </a:solidFill>
      </dgm:spPr>
      <dgm:t>
        <a:bodyPr/>
        <a:lstStyle/>
        <a:p>
          <a:pPr algn="ctr"/>
          <a:r>
            <a:rPr lang="en-NZ" i="1" dirty="0" smtClean="0"/>
            <a:t>Complexity of Control</a:t>
          </a:r>
        </a:p>
      </dgm:t>
    </dgm:pt>
    <dgm:pt modelId="{E779F855-1F36-3440-B227-E5E2E3680554}" type="parTrans" cxnId="{D4886F37-270E-8B43-9C92-D433B16D05CA}">
      <dgm:prSet/>
      <dgm:spPr/>
      <dgm:t>
        <a:bodyPr/>
        <a:lstStyle/>
        <a:p>
          <a:endParaRPr lang="en-US"/>
        </a:p>
      </dgm:t>
    </dgm:pt>
    <dgm:pt modelId="{EBD97AB5-20E0-C543-853F-2C5984CE54AA}" type="sibTrans" cxnId="{D4886F37-270E-8B43-9C92-D433B16D05CA}">
      <dgm:prSet/>
      <dgm:spPr/>
      <dgm:t>
        <a:bodyPr/>
        <a:lstStyle/>
        <a:p>
          <a:endParaRPr lang="en-US"/>
        </a:p>
      </dgm:t>
    </dgm:pt>
    <dgm:pt modelId="{D4E7D757-3F16-2D48-B7D3-6685B95EAD51}">
      <dgm:prSet/>
      <dgm:spPr/>
      <dgm:t>
        <a:bodyPr/>
        <a:lstStyle/>
        <a:p>
          <a:pPr marL="858838" indent="52388"/>
          <a:r>
            <a:rPr lang="en-NZ" dirty="0" smtClean="0"/>
            <a:t> the effect on the operating system is filtered by the complexity of the I/O module that controls the device</a:t>
          </a:r>
        </a:p>
      </dgm:t>
    </dgm:pt>
    <dgm:pt modelId="{A951A92D-1DFE-9640-A5E7-9394723DE6A1}" type="parTrans" cxnId="{F8A09EAB-1BE7-2148-BCD8-5DA3A7AE05BE}">
      <dgm:prSet/>
      <dgm:spPr/>
      <dgm:t>
        <a:bodyPr/>
        <a:lstStyle/>
        <a:p>
          <a:endParaRPr lang="en-US"/>
        </a:p>
      </dgm:t>
    </dgm:pt>
    <dgm:pt modelId="{25F77210-B08A-514B-9F0B-34F74BCA0D60}" type="sibTrans" cxnId="{F8A09EAB-1BE7-2148-BCD8-5DA3A7AE05BE}">
      <dgm:prSet/>
      <dgm:spPr/>
      <dgm:t>
        <a:bodyPr/>
        <a:lstStyle/>
        <a:p>
          <a:endParaRPr lang="en-US"/>
        </a:p>
      </dgm:t>
    </dgm:pt>
    <dgm:pt modelId="{49B81AD8-1E1F-7D49-B975-E49BE4C0D952}">
      <dgm:prSet/>
      <dgm:spPr>
        <a:solidFill>
          <a:srgbClr val="660066"/>
        </a:solidFill>
      </dgm:spPr>
      <dgm:t>
        <a:bodyPr/>
        <a:lstStyle/>
        <a:p>
          <a:pPr algn="ctr"/>
          <a:r>
            <a:rPr lang="en-NZ" i="1" dirty="0" smtClean="0"/>
            <a:t>Unit of Transfer</a:t>
          </a:r>
        </a:p>
      </dgm:t>
    </dgm:pt>
    <dgm:pt modelId="{A253DD59-B0FB-A843-8640-92378E35B6B5}" type="parTrans" cxnId="{690C92C5-6668-5E45-AF32-FECE2827CB2A}">
      <dgm:prSet/>
      <dgm:spPr/>
      <dgm:t>
        <a:bodyPr/>
        <a:lstStyle/>
        <a:p>
          <a:endParaRPr lang="en-US"/>
        </a:p>
      </dgm:t>
    </dgm:pt>
    <dgm:pt modelId="{17122C77-C1A4-3F4C-8D60-FF2C723E84F0}" type="sibTrans" cxnId="{690C92C5-6668-5E45-AF32-FECE2827CB2A}">
      <dgm:prSet/>
      <dgm:spPr/>
      <dgm:t>
        <a:bodyPr/>
        <a:lstStyle/>
        <a:p>
          <a:endParaRPr lang="en-US"/>
        </a:p>
      </dgm:t>
    </dgm:pt>
    <dgm:pt modelId="{6D79366A-E3B2-6248-ABC8-44E8B26DD02D}">
      <dgm:prSet/>
      <dgm:spPr/>
      <dgm:t>
        <a:bodyPr/>
        <a:lstStyle/>
        <a:p>
          <a:pPr marL="0" indent="1308100"/>
          <a:r>
            <a:rPr lang="en-NZ" dirty="0" smtClean="0"/>
            <a:t>  data may be transferred as a stream of bytes or characters or in larger blocks</a:t>
          </a:r>
        </a:p>
      </dgm:t>
    </dgm:pt>
    <dgm:pt modelId="{E10DA35A-D379-344F-BD13-3D0AE69BA9E3}" type="parTrans" cxnId="{57F81773-9562-6442-A4C2-57EAD71F7A74}">
      <dgm:prSet/>
      <dgm:spPr/>
      <dgm:t>
        <a:bodyPr/>
        <a:lstStyle/>
        <a:p>
          <a:endParaRPr lang="en-US"/>
        </a:p>
      </dgm:t>
    </dgm:pt>
    <dgm:pt modelId="{B6BF6CDF-8407-CE45-A4DA-BAF99E997F22}" type="sibTrans" cxnId="{57F81773-9562-6442-A4C2-57EAD71F7A74}">
      <dgm:prSet/>
      <dgm:spPr/>
      <dgm:t>
        <a:bodyPr/>
        <a:lstStyle/>
        <a:p>
          <a:endParaRPr lang="en-US"/>
        </a:p>
      </dgm:t>
    </dgm:pt>
    <dgm:pt modelId="{02F18109-C4A5-4748-953A-CDD1B970AEEE}">
      <dgm:prSet/>
      <dgm:spPr>
        <a:solidFill>
          <a:srgbClr val="660066"/>
        </a:solidFill>
      </dgm:spPr>
      <dgm:t>
        <a:bodyPr/>
        <a:lstStyle/>
        <a:p>
          <a:pPr algn="ctr"/>
          <a:r>
            <a:rPr lang="en-NZ" i="1" dirty="0" smtClean="0"/>
            <a:t>Data Representation</a:t>
          </a:r>
        </a:p>
      </dgm:t>
    </dgm:pt>
    <dgm:pt modelId="{C5B7C849-7308-A543-9C95-E3B8C1FD82A1}" type="parTrans" cxnId="{B332E9AC-B37A-F74F-A339-AE0E725BC7E7}">
      <dgm:prSet/>
      <dgm:spPr/>
      <dgm:t>
        <a:bodyPr/>
        <a:lstStyle/>
        <a:p>
          <a:endParaRPr lang="en-US"/>
        </a:p>
      </dgm:t>
    </dgm:pt>
    <dgm:pt modelId="{12F577A5-6F45-1042-916C-4EDAFCDB6B3D}" type="sibTrans" cxnId="{B332E9AC-B37A-F74F-A339-AE0E725BC7E7}">
      <dgm:prSet/>
      <dgm:spPr/>
      <dgm:t>
        <a:bodyPr/>
        <a:lstStyle/>
        <a:p>
          <a:endParaRPr lang="en-US"/>
        </a:p>
      </dgm:t>
    </dgm:pt>
    <dgm:pt modelId="{438271F7-0236-D043-BEF0-6191E5C5996C}">
      <dgm:prSet/>
      <dgm:spPr/>
      <dgm:t>
        <a:bodyPr/>
        <a:lstStyle/>
        <a:p>
          <a:pPr marL="0" indent="1770063"/>
          <a:r>
            <a:rPr lang="en-NZ" dirty="0" smtClean="0"/>
            <a:t>  different data encoding schemes are used by different devices</a:t>
          </a:r>
        </a:p>
      </dgm:t>
    </dgm:pt>
    <dgm:pt modelId="{CB3EE04E-1709-824F-A842-F5608FB1E913}" type="parTrans" cxnId="{2A0059D7-9FD6-6E4C-A72A-D5E03635E9E7}">
      <dgm:prSet/>
      <dgm:spPr/>
      <dgm:t>
        <a:bodyPr/>
        <a:lstStyle/>
        <a:p>
          <a:endParaRPr lang="en-US"/>
        </a:p>
      </dgm:t>
    </dgm:pt>
    <dgm:pt modelId="{C52A4494-E629-3B43-AA25-C0410C8736D5}" type="sibTrans" cxnId="{2A0059D7-9FD6-6E4C-A72A-D5E03635E9E7}">
      <dgm:prSet/>
      <dgm:spPr/>
      <dgm:t>
        <a:bodyPr/>
        <a:lstStyle/>
        <a:p>
          <a:endParaRPr lang="en-US"/>
        </a:p>
      </dgm:t>
    </dgm:pt>
    <dgm:pt modelId="{DCF3D23A-4E61-864A-9A13-21C6263AC075}">
      <dgm:prSet/>
      <dgm:spPr>
        <a:solidFill>
          <a:srgbClr val="660066"/>
        </a:solidFill>
      </dgm:spPr>
      <dgm:t>
        <a:bodyPr/>
        <a:lstStyle/>
        <a:p>
          <a:r>
            <a:rPr lang="en-NZ" i="1" dirty="0" smtClean="0"/>
            <a:t>Error Conditions</a:t>
          </a:r>
        </a:p>
      </dgm:t>
    </dgm:pt>
    <dgm:pt modelId="{D248430D-B964-F24C-BFF8-173537E44D94}" type="parTrans" cxnId="{6D859051-0E01-514B-AA88-2D5E7D9C4142}">
      <dgm:prSet/>
      <dgm:spPr/>
      <dgm:t>
        <a:bodyPr/>
        <a:lstStyle/>
        <a:p>
          <a:endParaRPr lang="en-US"/>
        </a:p>
      </dgm:t>
    </dgm:pt>
    <dgm:pt modelId="{EF21B9FC-B403-BC4A-B757-17A083800AF6}" type="sibTrans" cxnId="{6D859051-0E01-514B-AA88-2D5E7D9C4142}">
      <dgm:prSet/>
      <dgm:spPr/>
      <dgm:t>
        <a:bodyPr/>
        <a:lstStyle/>
        <a:p>
          <a:endParaRPr lang="en-US"/>
        </a:p>
      </dgm:t>
    </dgm:pt>
    <dgm:pt modelId="{3428AA22-593F-B44D-A3A1-83F5557952BD}">
      <dgm:prSet/>
      <dgm:spPr/>
      <dgm:t>
        <a:bodyPr/>
        <a:lstStyle/>
        <a:p>
          <a:pPr marL="0" indent="2347913"/>
          <a:r>
            <a:rPr lang="en-NZ" dirty="0" smtClean="0"/>
            <a:t> the nature of errors, the way in which they are reported, their consequences, and the 					available range of responses differs from one device to another</a:t>
          </a:r>
          <a:endParaRPr lang="en-NZ" dirty="0"/>
        </a:p>
      </dgm:t>
    </dgm:pt>
    <dgm:pt modelId="{0EBB960A-1086-3242-8252-44CD423FDCB4}" type="parTrans" cxnId="{4B48EE5B-8BB1-F246-A1DE-80C49ED9880F}">
      <dgm:prSet/>
      <dgm:spPr/>
      <dgm:t>
        <a:bodyPr/>
        <a:lstStyle/>
        <a:p>
          <a:endParaRPr lang="en-US"/>
        </a:p>
      </dgm:t>
    </dgm:pt>
    <dgm:pt modelId="{F45611A2-A743-5448-BC07-D9CA28F1614B}" type="sibTrans" cxnId="{4B48EE5B-8BB1-F246-A1DE-80C49ED9880F}">
      <dgm:prSet/>
      <dgm:spPr/>
      <dgm:t>
        <a:bodyPr/>
        <a:lstStyle/>
        <a:p>
          <a:endParaRPr lang="en-US"/>
        </a:p>
      </dgm:t>
    </dgm:pt>
    <dgm:pt modelId="{186FDE54-AE10-1C43-B1E3-ACCA86752D3C}" type="pres">
      <dgm:prSet presAssocID="{FF8BA960-BEFB-C746-A5D5-5F249C882C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91697AA-6F2E-7449-90DE-FB96F58E7434}" type="pres">
      <dgm:prSet presAssocID="{86396F84-566A-D845-B0DD-1BCBE90FF02A}" presName="parentText" presStyleLbl="node1" presStyleIdx="0" presStyleCnt="6" custScaleX="17757" custLinFactNeighborX="-39252" custLinFactNeighborY="385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0DCD4E-F410-434E-81C9-BE9769CEE00B}" type="pres">
      <dgm:prSet presAssocID="{86396F84-566A-D845-B0DD-1BCBE90FF02A}" presName="childText" presStyleLbl="revTx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A04FB9-B6AD-414E-BE4E-036609EBCAEA}" type="pres">
      <dgm:prSet presAssocID="{66052A6D-8A96-7842-AD6D-3449E8E81A31}" presName="parentText" presStyleLbl="node1" presStyleIdx="1" presStyleCnt="6" custScaleX="15888" custLinFactNeighborX="-34579" custLinFactNeighborY="-1090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E251410-9931-0D4F-A823-A02A504030FD}" type="pres">
      <dgm:prSet presAssocID="{66052A6D-8A96-7842-AD6D-3449E8E81A31}" presName="childText" presStyleLbl="revTx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93E668-DD04-3B4D-931D-746998A4E52F}" type="pres">
      <dgm:prSet presAssocID="{82594DB4-688B-FB4A-8C60-0CAEBA8B2ADC}" presName="parentText" presStyleLbl="node1" presStyleIdx="2" presStyleCnt="6" custScaleX="25234" custLinFactNeighborX="-24299" custLinFactNeighborY="308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903CA08-4097-3E40-B231-92CC74ADA7F2}" type="pres">
      <dgm:prSet presAssocID="{82594DB4-688B-FB4A-8C60-0CAEBA8B2ADC}" presName="childText" presStyleLbl="revTx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C5654AB-8C77-7844-9D3C-37FD22A60A54}" type="pres">
      <dgm:prSet presAssocID="{49B81AD8-1E1F-7D49-B975-E49BE4C0D952}" presName="parentText" presStyleLbl="node1" presStyleIdx="3" presStyleCnt="6" custScaleX="19626" custLinFactNeighborX="-21495" custLinFactNeighborY="1708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26FD62-7445-5F49-9D41-A2A34E8F58FA}" type="pres">
      <dgm:prSet presAssocID="{49B81AD8-1E1F-7D49-B975-E49BE4C0D952}" presName="childText" presStyleLbl="revTx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FDD6D5-7C88-6847-90B3-A3694F6BC502}" type="pres">
      <dgm:prSet presAssocID="{02F18109-C4A5-4748-953A-CDD1B970AEEE}" presName="parentText" presStyleLbl="node1" presStyleIdx="4" presStyleCnt="6" custScaleX="23365" custLinFactNeighborX="-14953" custLinFactNeighborY="231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94FA65-83D6-0042-B65F-7B75D5749631}" type="pres">
      <dgm:prSet presAssocID="{02F18109-C4A5-4748-953A-CDD1B970AEEE}" presName="childText" presStyleLbl="revTx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BF4BB8-A9E3-2441-9D55-C166CA20B489}" type="pres">
      <dgm:prSet presAssocID="{DCF3D23A-4E61-864A-9A13-21C6263AC075}" presName="parentText" presStyleLbl="node1" presStyleIdx="5" presStyleCnt="6" custScaleX="19626" custLinFactNeighborX="-10280" custLinFactNeighborY="-865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63AD9DF-920B-0E41-89B9-97DC3E392F3B}" type="pres">
      <dgm:prSet presAssocID="{DCF3D23A-4E61-864A-9A13-21C6263AC075}" presName="childText" presStyleLbl="revTx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F4D1AA7-9729-2149-9112-C1BCAFE47713}" type="presOf" srcId="{FF8BA960-BEFB-C746-A5D5-5F249C882C2D}" destId="{186FDE54-AE10-1C43-B1E3-ACCA86752D3C}" srcOrd="0" destOrd="0" presId="urn:microsoft.com/office/officeart/2005/8/layout/vList2"/>
    <dgm:cxn modelId="{2A0059D7-9FD6-6E4C-A72A-D5E03635E9E7}" srcId="{02F18109-C4A5-4748-953A-CDD1B970AEEE}" destId="{438271F7-0236-D043-BEF0-6191E5C5996C}" srcOrd="0" destOrd="0" parTransId="{CB3EE04E-1709-824F-A842-F5608FB1E913}" sibTransId="{C52A4494-E629-3B43-AA25-C0410C8736D5}"/>
    <dgm:cxn modelId="{DB32C3B8-A165-D545-8A05-4F6BC53529D0}" type="presOf" srcId="{6D79366A-E3B2-6248-ABC8-44E8B26DD02D}" destId="{2B26FD62-7445-5F49-9D41-A2A34E8F58FA}" srcOrd="0" destOrd="0" presId="urn:microsoft.com/office/officeart/2005/8/layout/vList2"/>
    <dgm:cxn modelId="{6D859051-0E01-514B-AA88-2D5E7D9C4142}" srcId="{FF8BA960-BEFB-C746-A5D5-5F249C882C2D}" destId="{DCF3D23A-4E61-864A-9A13-21C6263AC075}" srcOrd="5" destOrd="0" parTransId="{D248430D-B964-F24C-BFF8-173537E44D94}" sibTransId="{EF21B9FC-B403-BC4A-B757-17A083800AF6}"/>
    <dgm:cxn modelId="{E4788B57-1053-8442-8F8C-99693B46F486}" srcId="{86396F84-566A-D845-B0DD-1BCBE90FF02A}" destId="{7D75AE8C-554D-F445-ACDE-E84D4ED8E9BD}" srcOrd="0" destOrd="0" parTransId="{1248E283-DF9E-BD44-86AA-7BA28211F8E3}" sibTransId="{2D877A58-3376-4A46-9C1B-D64C3FFA36DD}"/>
    <dgm:cxn modelId="{7E271AE5-8965-E24B-961C-2FBBE0BB3A21}" type="presOf" srcId="{49B81AD8-1E1F-7D49-B975-E49BE4C0D952}" destId="{BC5654AB-8C77-7844-9D3C-37FD22A60A54}" srcOrd="0" destOrd="0" presId="urn:microsoft.com/office/officeart/2005/8/layout/vList2"/>
    <dgm:cxn modelId="{D4886F37-270E-8B43-9C92-D433B16D05CA}" srcId="{FF8BA960-BEFB-C746-A5D5-5F249C882C2D}" destId="{82594DB4-688B-FB4A-8C60-0CAEBA8B2ADC}" srcOrd="2" destOrd="0" parTransId="{E779F855-1F36-3440-B227-E5E2E3680554}" sibTransId="{EBD97AB5-20E0-C543-853F-2C5984CE54AA}"/>
    <dgm:cxn modelId="{4D2A9F31-3FB4-5747-9813-C009E4F1C2C5}" type="presOf" srcId="{66052A6D-8A96-7842-AD6D-3449E8E81A31}" destId="{C2A04FB9-B6AD-414E-BE4E-036609EBCAEA}" srcOrd="0" destOrd="0" presId="urn:microsoft.com/office/officeart/2005/8/layout/vList2"/>
    <dgm:cxn modelId="{026B85AA-1425-7C4C-B1FA-18CA55464025}" type="presOf" srcId="{86396F84-566A-D845-B0DD-1BCBE90FF02A}" destId="{C91697AA-6F2E-7449-90DE-FB96F58E7434}" srcOrd="0" destOrd="0" presId="urn:microsoft.com/office/officeart/2005/8/layout/vList2"/>
    <dgm:cxn modelId="{2B500D41-3A00-134E-9CA9-A75BED337B39}" srcId="{FF8BA960-BEFB-C746-A5D5-5F249C882C2D}" destId="{66052A6D-8A96-7842-AD6D-3449E8E81A31}" srcOrd="1" destOrd="0" parTransId="{29D5FBE9-83BF-C14C-8238-9D74130A62F3}" sibTransId="{AAA56561-F6FA-F343-AE53-43BE969F5BDA}"/>
    <dgm:cxn modelId="{690C92C5-6668-5E45-AF32-FECE2827CB2A}" srcId="{FF8BA960-BEFB-C746-A5D5-5F249C882C2D}" destId="{49B81AD8-1E1F-7D49-B975-E49BE4C0D952}" srcOrd="3" destOrd="0" parTransId="{A253DD59-B0FB-A843-8640-92378E35B6B5}" sibTransId="{17122C77-C1A4-3F4C-8D60-FF2C723E84F0}"/>
    <dgm:cxn modelId="{F8A09EAB-1BE7-2148-BCD8-5DA3A7AE05BE}" srcId="{82594DB4-688B-FB4A-8C60-0CAEBA8B2ADC}" destId="{D4E7D757-3F16-2D48-B7D3-6685B95EAD51}" srcOrd="0" destOrd="0" parTransId="{A951A92D-1DFE-9640-A5E7-9394723DE6A1}" sibTransId="{25F77210-B08A-514B-9F0B-34F74BCA0D60}"/>
    <dgm:cxn modelId="{4FF86F33-FD69-2648-B14B-002EEB130CAE}" srcId="{FF8BA960-BEFB-C746-A5D5-5F249C882C2D}" destId="{86396F84-566A-D845-B0DD-1BCBE90FF02A}" srcOrd="0" destOrd="0" parTransId="{3E021B1E-D991-724A-8330-99B807D8033E}" sibTransId="{BA763D3F-6D97-7944-92E1-B05AD874774C}"/>
    <dgm:cxn modelId="{48A13C48-E82B-2540-9610-9AF685B012C9}" type="presOf" srcId="{82594DB4-688B-FB4A-8C60-0CAEBA8B2ADC}" destId="{D093E668-DD04-3B4D-931D-746998A4E52F}" srcOrd="0" destOrd="0" presId="urn:microsoft.com/office/officeart/2005/8/layout/vList2"/>
    <dgm:cxn modelId="{57F81773-9562-6442-A4C2-57EAD71F7A74}" srcId="{49B81AD8-1E1F-7D49-B975-E49BE4C0D952}" destId="{6D79366A-E3B2-6248-ABC8-44E8B26DD02D}" srcOrd="0" destOrd="0" parTransId="{E10DA35A-D379-344F-BD13-3D0AE69BA9E3}" sibTransId="{B6BF6CDF-8407-CE45-A4DA-BAF99E997F22}"/>
    <dgm:cxn modelId="{D459BE16-3F1B-3C43-8398-C118EF0602E3}" type="presOf" srcId="{7D75AE8C-554D-F445-ACDE-E84D4ED8E9BD}" destId="{B00DCD4E-F410-434E-81C9-BE9769CEE00B}" srcOrd="0" destOrd="0" presId="urn:microsoft.com/office/officeart/2005/8/layout/vList2"/>
    <dgm:cxn modelId="{B332E9AC-B37A-F74F-A339-AE0E725BC7E7}" srcId="{FF8BA960-BEFB-C746-A5D5-5F249C882C2D}" destId="{02F18109-C4A5-4748-953A-CDD1B970AEEE}" srcOrd="4" destOrd="0" parTransId="{C5B7C849-7308-A543-9C95-E3B8C1FD82A1}" sibTransId="{12F577A5-6F45-1042-916C-4EDAFCDB6B3D}"/>
    <dgm:cxn modelId="{0BD77252-DDE0-E54E-924A-F68D65D8366C}" type="presOf" srcId="{02F18109-C4A5-4748-953A-CDD1B970AEEE}" destId="{46FDD6D5-7C88-6847-90B3-A3694F6BC502}" srcOrd="0" destOrd="0" presId="urn:microsoft.com/office/officeart/2005/8/layout/vList2"/>
    <dgm:cxn modelId="{5786DFD0-EEB4-1546-9BD5-DBAAC5569B2D}" srcId="{66052A6D-8A96-7842-AD6D-3449E8E81A31}" destId="{638D3B16-1FBC-6A48-90BF-28B0491A0AD3}" srcOrd="0" destOrd="0" parTransId="{913F298B-06FE-DA4B-B785-721EA24F8978}" sibTransId="{A058525F-E1EF-7645-9498-03B002CA86EB}"/>
    <dgm:cxn modelId="{4B48EE5B-8BB1-F246-A1DE-80C49ED9880F}" srcId="{DCF3D23A-4E61-864A-9A13-21C6263AC075}" destId="{3428AA22-593F-B44D-A3A1-83F5557952BD}" srcOrd="0" destOrd="0" parTransId="{0EBB960A-1086-3242-8252-44CD423FDCB4}" sibTransId="{F45611A2-A743-5448-BC07-D9CA28F1614B}"/>
    <dgm:cxn modelId="{2EF4E5E5-F532-DF47-9F62-909E6C247F14}" type="presOf" srcId="{638D3B16-1FBC-6A48-90BF-28B0491A0AD3}" destId="{2E251410-9931-0D4F-A823-A02A504030FD}" srcOrd="0" destOrd="0" presId="urn:microsoft.com/office/officeart/2005/8/layout/vList2"/>
    <dgm:cxn modelId="{5F9B8A6C-B9AB-AE44-95D5-F0ADDA2A5D89}" type="presOf" srcId="{D4E7D757-3F16-2D48-B7D3-6685B95EAD51}" destId="{0903CA08-4097-3E40-B231-92CC74ADA7F2}" srcOrd="0" destOrd="0" presId="urn:microsoft.com/office/officeart/2005/8/layout/vList2"/>
    <dgm:cxn modelId="{6F756916-04BF-FF42-81CF-34DE99446517}" type="presOf" srcId="{3428AA22-593F-B44D-A3A1-83F5557952BD}" destId="{063AD9DF-920B-0E41-89B9-97DC3E392F3B}" srcOrd="0" destOrd="0" presId="urn:microsoft.com/office/officeart/2005/8/layout/vList2"/>
    <dgm:cxn modelId="{043C24CB-DE1C-E747-8244-03A6618A743B}" type="presOf" srcId="{DCF3D23A-4E61-864A-9A13-21C6263AC075}" destId="{33BF4BB8-A9E3-2441-9D55-C166CA20B489}" srcOrd="0" destOrd="0" presId="urn:microsoft.com/office/officeart/2005/8/layout/vList2"/>
    <dgm:cxn modelId="{A4F17AF5-485D-F142-B33A-580512826EF7}" type="presOf" srcId="{438271F7-0236-D043-BEF0-6191E5C5996C}" destId="{E194FA65-83D6-0042-B65F-7B75D5749631}" srcOrd="0" destOrd="0" presId="urn:microsoft.com/office/officeart/2005/8/layout/vList2"/>
    <dgm:cxn modelId="{EBAD59FC-7611-D748-BB94-4040B54F3370}" type="presParOf" srcId="{186FDE54-AE10-1C43-B1E3-ACCA86752D3C}" destId="{C91697AA-6F2E-7449-90DE-FB96F58E7434}" srcOrd="0" destOrd="0" presId="urn:microsoft.com/office/officeart/2005/8/layout/vList2"/>
    <dgm:cxn modelId="{984732E6-039E-C841-8592-D1FED07D309B}" type="presParOf" srcId="{186FDE54-AE10-1C43-B1E3-ACCA86752D3C}" destId="{B00DCD4E-F410-434E-81C9-BE9769CEE00B}" srcOrd="1" destOrd="0" presId="urn:microsoft.com/office/officeart/2005/8/layout/vList2"/>
    <dgm:cxn modelId="{3DCB0F49-49DD-CB46-A696-62E411EB3C9B}" type="presParOf" srcId="{186FDE54-AE10-1C43-B1E3-ACCA86752D3C}" destId="{C2A04FB9-B6AD-414E-BE4E-036609EBCAEA}" srcOrd="2" destOrd="0" presId="urn:microsoft.com/office/officeart/2005/8/layout/vList2"/>
    <dgm:cxn modelId="{B5B9B88E-9514-A946-9149-8151D2BF9C54}" type="presParOf" srcId="{186FDE54-AE10-1C43-B1E3-ACCA86752D3C}" destId="{2E251410-9931-0D4F-A823-A02A504030FD}" srcOrd="3" destOrd="0" presId="urn:microsoft.com/office/officeart/2005/8/layout/vList2"/>
    <dgm:cxn modelId="{C045A115-20DF-9943-B627-5403D85242CC}" type="presParOf" srcId="{186FDE54-AE10-1C43-B1E3-ACCA86752D3C}" destId="{D093E668-DD04-3B4D-931D-746998A4E52F}" srcOrd="4" destOrd="0" presId="urn:microsoft.com/office/officeart/2005/8/layout/vList2"/>
    <dgm:cxn modelId="{31128C77-2084-1445-983C-3F3D106E40E1}" type="presParOf" srcId="{186FDE54-AE10-1C43-B1E3-ACCA86752D3C}" destId="{0903CA08-4097-3E40-B231-92CC74ADA7F2}" srcOrd="5" destOrd="0" presId="urn:microsoft.com/office/officeart/2005/8/layout/vList2"/>
    <dgm:cxn modelId="{77B80B6E-0927-FF43-9C32-EC32C79B3190}" type="presParOf" srcId="{186FDE54-AE10-1C43-B1E3-ACCA86752D3C}" destId="{BC5654AB-8C77-7844-9D3C-37FD22A60A54}" srcOrd="6" destOrd="0" presId="urn:microsoft.com/office/officeart/2005/8/layout/vList2"/>
    <dgm:cxn modelId="{6D6343D4-8438-AA45-A03D-197339A8830A}" type="presParOf" srcId="{186FDE54-AE10-1C43-B1E3-ACCA86752D3C}" destId="{2B26FD62-7445-5F49-9D41-A2A34E8F58FA}" srcOrd="7" destOrd="0" presId="urn:microsoft.com/office/officeart/2005/8/layout/vList2"/>
    <dgm:cxn modelId="{568E7F61-1878-5B4E-9565-65E14DBE0350}" type="presParOf" srcId="{186FDE54-AE10-1C43-B1E3-ACCA86752D3C}" destId="{46FDD6D5-7C88-6847-90B3-A3694F6BC502}" srcOrd="8" destOrd="0" presId="urn:microsoft.com/office/officeart/2005/8/layout/vList2"/>
    <dgm:cxn modelId="{0FF2C57C-200C-924A-99F9-1EB3774DEB37}" type="presParOf" srcId="{186FDE54-AE10-1C43-B1E3-ACCA86752D3C}" destId="{E194FA65-83D6-0042-B65F-7B75D5749631}" srcOrd="9" destOrd="0" presId="urn:microsoft.com/office/officeart/2005/8/layout/vList2"/>
    <dgm:cxn modelId="{0581C893-8D0A-034A-A7A2-43E5FAAF3326}" type="presParOf" srcId="{186FDE54-AE10-1C43-B1E3-ACCA86752D3C}" destId="{33BF4BB8-A9E3-2441-9D55-C166CA20B489}" srcOrd="10" destOrd="0" presId="urn:microsoft.com/office/officeart/2005/8/layout/vList2"/>
    <dgm:cxn modelId="{709AC1CF-7062-C245-BBCD-A3F8DAC644B8}" type="presParOf" srcId="{186FDE54-AE10-1C43-B1E3-ACCA86752D3C}" destId="{063AD9DF-920B-0E41-89B9-97DC3E392F3B}" srcOrd="1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0DFA3B2-6D52-DC44-A5AD-B6E115A8601D}" type="doc">
      <dgm:prSet loTypeId="urn:microsoft.com/office/officeart/2005/8/layout/chevron2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F70A5AC-E1A2-E84F-9B78-09648FBA817B}">
      <dgm:prSet phldrT="[Text]"/>
      <dgm:spPr>
        <a:solidFill>
          <a:srgbClr val="660066"/>
        </a:solidFill>
        <a:effectLst/>
      </dgm:spPr>
      <dgm:t>
        <a:bodyPr/>
        <a:lstStyle/>
        <a:p>
          <a:r>
            <a:rPr lang="en-US" dirty="0" smtClean="0"/>
            <a:t>1</a:t>
          </a:r>
          <a:endParaRPr lang="en-US" dirty="0"/>
        </a:p>
      </dgm:t>
    </dgm:pt>
    <dgm:pt modelId="{F79BB8F8-4505-1B4B-A274-AF3463C538F7}" type="parTrans" cxnId="{6E4AC3B0-FD0E-5F4A-9EED-0967FCAB515E}">
      <dgm:prSet/>
      <dgm:spPr/>
      <dgm:t>
        <a:bodyPr/>
        <a:lstStyle/>
        <a:p>
          <a:endParaRPr lang="en-US"/>
        </a:p>
      </dgm:t>
    </dgm:pt>
    <dgm:pt modelId="{50305EE2-346B-8B43-AE75-DE38E5DCE732}" type="sibTrans" cxnId="{6E4AC3B0-FD0E-5F4A-9EED-0967FCAB515E}">
      <dgm:prSet/>
      <dgm:spPr/>
      <dgm:t>
        <a:bodyPr/>
        <a:lstStyle/>
        <a:p>
          <a:endParaRPr lang="en-US"/>
        </a:p>
      </dgm:t>
    </dgm:pt>
    <dgm:pt modelId="{207E307B-42F2-A145-8DC0-68A7D1E9017F}">
      <dgm:prSet phldrT="[Text]"/>
      <dgm:spPr/>
      <dgm:t>
        <a:bodyPr/>
        <a:lstStyle/>
        <a:p>
          <a:r>
            <a:rPr lang="en-US" dirty="0" smtClean="0"/>
            <a:t>Processor directly controls a peripheral device</a:t>
          </a:r>
          <a:endParaRPr lang="en-US" dirty="0"/>
        </a:p>
      </dgm:t>
    </dgm:pt>
    <dgm:pt modelId="{F4ADC43B-DEAC-5147-8DE5-1F89B9A66C8C}" type="parTrans" cxnId="{20A40074-D8F4-0944-B542-6A73088A00BB}">
      <dgm:prSet/>
      <dgm:spPr/>
      <dgm:t>
        <a:bodyPr/>
        <a:lstStyle/>
        <a:p>
          <a:endParaRPr lang="en-US"/>
        </a:p>
      </dgm:t>
    </dgm:pt>
    <dgm:pt modelId="{8B29CB4F-BCB5-3B44-A285-694A2054A1F0}" type="sibTrans" cxnId="{20A40074-D8F4-0944-B542-6A73088A00BB}">
      <dgm:prSet/>
      <dgm:spPr/>
      <dgm:t>
        <a:bodyPr/>
        <a:lstStyle/>
        <a:p>
          <a:endParaRPr lang="en-US"/>
        </a:p>
      </dgm:t>
    </dgm:pt>
    <dgm:pt modelId="{59C90634-E420-6A44-BD4B-32353F748D47}">
      <dgm:prSet phldrT="[Text]"/>
      <dgm:spPr>
        <a:solidFill>
          <a:srgbClr val="660066"/>
        </a:solidFill>
      </dgm:spPr>
      <dgm:t>
        <a:bodyPr/>
        <a:lstStyle/>
        <a:p>
          <a:r>
            <a:rPr lang="en-US" dirty="0" smtClean="0"/>
            <a:t>2</a:t>
          </a:r>
          <a:endParaRPr lang="en-US" dirty="0"/>
        </a:p>
      </dgm:t>
    </dgm:pt>
    <dgm:pt modelId="{F28545FF-9095-B944-8998-2D12EDA2ADE6}" type="parTrans" cxnId="{A417149C-39DB-DB44-825E-66BCB244CAB0}">
      <dgm:prSet/>
      <dgm:spPr/>
      <dgm:t>
        <a:bodyPr/>
        <a:lstStyle/>
        <a:p>
          <a:endParaRPr lang="en-US"/>
        </a:p>
      </dgm:t>
    </dgm:pt>
    <dgm:pt modelId="{BB8DD86F-16FE-6847-8DAC-8E00C272C85F}" type="sibTrans" cxnId="{A417149C-39DB-DB44-825E-66BCB244CAB0}">
      <dgm:prSet/>
      <dgm:spPr/>
      <dgm:t>
        <a:bodyPr/>
        <a:lstStyle/>
        <a:p>
          <a:endParaRPr lang="en-US"/>
        </a:p>
      </dgm:t>
    </dgm:pt>
    <dgm:pt modelId="{E6A6BE98-2A3F-0744-BE2B-91A73B77DEA7}">
      <dgm:prSet/>
      <dgm:spPr/>
      <dgm:t>
        <a:bodyPr/>
        <a:lstStyle/>
        <a:p>
          <a:r>
            <a:rPr lang="en-US" dirty="0" smtClean="0"/>
            <a:t>A controller or I/O module is added</a:t>
          </a:r>
          <a:endParaRPr lang="en-US" dirty="0"/>
        </a:p>
      </dgm:t>
    </dgm:pt>
    <dgm:pt modelId="{48861BB3-7D5C-4049-8D1D-CFA515F2A260}" type="parTrans" cxnId="{C1997A90-D6D9-3148-93C5-FC33E55028C6}">
      <dgm:prSet/>
      <dgm:spPr/>
      <dgm:t>
        <a:bodyPr/>
        <a:lstStyle/>
        <a:p>
          <a:endParaRPr lang="en-US"/>
        </a:p>
      </dgm:t>
    </dgm:pt>
    <dgm:pt modelId="{934044F4-FC51-464F-ADBF-65B5C8BCE400}" type="sibTrans" cxnId="{C1997A90-D6D9-3148-93C5-FC33E55028C6}">
      <dgm:prSet/>
      <dgm:spPr/>
      <dgm:t>
        <a:bodyPr/>
        <a:lstStyle/>
        <a:p>
          <a:endParaRPr lang="en-US"/>
        </a:p>
      </dgm:t>
    </dgm:pt>
    <dgm:pt modelId="{D0892E65-48A0-1F44-A29D-C0DF29120945}">
      <dgm:prSet phldrT="[Text]"/>
      <dgm:spPr>
        <a:solidFill>
          <a:srgbClr val="660066"/>
        </a:solidFill>
      </dgm:spPr>
      <dgm:t>
        <a:bodyPr/>
        <a:lstStyle/>
        <a:p>
          <a:r>
            <a:rPr lang="en-US" dirty="0" smtClean="0"/>
            <a:t>3</a:t>
          </a:r>
          <a:endParaRPr lang="en-US" dirty="0"/>
        </a:p>
      </dgm:t>
    </dgm:pt>
    <dgm:pt modelId="{0EFD0567-D1AB-6441-917B-9A2DDA2846BA}" type="parTrans" cxnId="{A00D513D-7D08-5247-99D4-EE4F15EC42FF}">
      <dgm:prSet/>
      <dgm:spPr/>
      <dgm:t>
        <a:bodyPr/>
        <a:lstStyle/>
        <a:p>
          <a:endParaRPr lang="en-US"/>
        </a:p>
      </dgm:t>
    </dgm:pt>
    <dgm:pt modelId="{7BF765B0-B537-0946-B97D-A7F0C69F6F7F}" type="sibTrans" cxnId="{A00D513D-7D08-5247-99D4-EE4F15EC42FF}">
      <dgm:prSet/>
      <dgm:spPr/>
      <dgm:t>
        <a:bodyPr/>
        <a:lstStyle/>
        <a:p>
          <a:endParaRPr lang="en-US"/>
        </a:p>
      </dgm:t>
    </dgm:pt>
    <dgm:pt modelId="{9994D0C5-00A1-B342-B695-8C4460C60ABB}">
      <dgm:prSet/>
      <dgm:spPr/>
      <dgm:t>
        <a:bodyPr/>
        <a:lstStyle/>
        <a:p>
          <a:r>
            <a:rPr lang="en-US" dirty="0" smtClean="0"/>
            <a:t>Same configuration as step 2, but now interrupts are employed</a:t>
          </a:r>
          <a:endParaRPr lang="en-US" dirty="0"/>
        </a:p>
      </dgm:t>
    </dgm:pt>
    <dgm:pt modelId="{F1F70AEB-5966-0643-BD46-9A206F23F13D}" type="parTrans" cxnId="{6FB084B3-8397-AC44-B77C-3E1F4A9BE4F8}">
      <dgm:prSet/>
      <dgm:spPr/>
      <dgm:t>
        <a:bodyPr/>
        <a:lstStyle/>
        <a:p>
          <a:endParaRPr lang="en-US"/>
        </a:p>
      </dgm:t>
    </dgm:pt>
    <dgm:pt modelId="{A3510A84-08FC-1C49-AB1A-87A2F3EE9334}" type="sibTrans" cxnId="{6FB084B3-8397-AC44-B77C-3E1F4A9BE4F8}">
      <dgm:prSet/>
      <dgm:spPr/>
      <dgm:t>
        <a:bodyPr/>
        <a:lstStyle/>
        <a:p>
          <a:endParaRPr lang="en-US"/>
        </a:p>
      </dgm:t>
    </dgm:pt>
    <dgm:pt modelId="{5C4F51DE-D722-BF4D-8A4B-1996E842F829}">
      <dgm:prSet phldrT="[Text]"/>
      <dgm:spPr>
        <a:solidFill>
          <a:srgbClr val="660066"/>
        </a:solidFill>
      </dgm:spPr>
      <dgm:t>
        <a:bodyPr/>
        <a:lstStyle/>
        <a:p>
          <a:r>
            <a:rPr lang="en-US" dirty="0" smtClean="0"/>
            <a:t>4</a:t>
          </a:r>
          <a:endParaRPr lang="en-US" dirty="0"/>
        </a:p>
      </dgm:t>
    </dgm:pt>
    <dgm:pt modelId="{E6501BCD-428E-BB45-B6E5-86170061A120}" type="parTrans" cxnId="{50EB44E8-DFCF-9B43-9B65-6027DC3A3290}">
      <dgm:prSet/>
      <dgm:spPr/>
      <dgm:t>
        <a:bodyPr/>
        <a:lstStyle/>
        <a:p>
          <a:endParaRPr lang="en-US"/>
        </a:p>
      </dgm:t>
    </dgm:pt>
    <dgm:pt modelId="{F8DC900D-A18F-2F4C-A43E-E64436FDF4FE}" type="sibTrans" cxnId="{50EB44E8-DFCF-9B43-9B65-6027DC3A3290}">
      <dgm:prSet/>
      <dgm:spPr/>
      <dgm:t>
        <a:bodyPr/>
        <a:lstStyle/>
        <a:p>
          <a:endParaRPr lang="en-US"/>
        </a:p>
      </dgm:t>
    </dgm:pt>
    <dgm:pt modelId="{0430BDFD-D1E8-BB43-AD97-7F56B06E6B9A}">
      <dgm:prSet phldrT="[Text]"/>
      <dgm:spPr>
        <a:solidFill>
          <a:srgbClr val="660066"/>
        </a:solidFill>
      </dgm:spPr>
      <dgm:t>
        <a:bodyPr/>
        <a:lstStyle/>
        <a:p>
          <a:r>
            <a:rPr lang="en-US" dirty="0" smtClean="0"/>
            <a:t>5</a:t>
          </a:r>
          <a:endParaRPr lang="en-US" dirty="0"/>
        </a:p>
      </dgm:t>
    </dgm:pt>
    <dgm:pt modelId="{026A7355-A6F7-5742-BD8A-346C1A7490D4}" type="parTrans" cxnId="{0FFCC901-A1DF-3644-9EFB-F07FA1D82609}">
      <dgm:prSet/>
      <dgm:spPr/>
      <dgm:t>
        <a:bodyPr/>
        <a:lstStyle/>
        <a:p>
          <a:endParaRPr lang="en-US"/>
        </a:p>
      </dgm:t>
    </dgm:pt>
    <dgm:pt modelId="{BB60C98F-EB6B-904A-AC91-221C1756D386}" type="sibTrans" cxnId="{0FFCC901-A1DF-3644-9EFB-F07FA1D82609}">
      <dgm:prSet/>
      <dgm:spPr/>
      <dgm:t>
        <a:bodyPr/>
        <a:lstStyle/>
        <a:p>
          <a:endParaRPr lang="en-US"/>
        </a:p>
      </dgm:t>
    </dgm:pt>
    <dgm:pt modelId="{E25A9EF6-242B-FF4E-81FD-7F5FD8EB6B2A}">
      <dgm:prSet phldrT="[Text]"/>
      <dgm:spPr>
        <a:solidFill>
          <a:srgbClr val="660066"/>
        </a:solidFill>
      </dgm:spPr>
      <dgm:t>
        <a:bodyPr/>
        <a:lstStyle/>
        <a:p>
          <a:r>
            <a:rPr lang="en-US" dirty="0" smtClean="0"/>
            <a:t>6</a:t>
          </a:r>
          <a:endParaRPr lang="en-US" dirty="0"/>
        </a:p>
      </dgm:t>
    </dgm:pt>
    <dgm:pt modelId="{0EE89D95-4B79-534E-AC72-5C90E52E0A48}" type="parTrans" cxnId="{FF8C1775-8EA8-3D47-8E3C-00F058553808}">
      <dgm:prSet/>
      <dgm:spPr/>
      <dgm:t>
        <a:bodyPr/>
        <a:lstStyle/>
        <a:p>
          <a:endParaRPr lang="en-US"/>
        </a:p>
      </dgm:t>
    </dgm:pt>
    <dgm:pt modelId="{B041C011-82BA-894D-9FD7-7589E12168F6}" type="sibTrans" cxnId="{FF8C1775-8EA8-3D47-8E3C-00F058553808}">
      <dgm:prSet/>
      <dgm:spPr/>
      <dgm:t>
        <a:bodyPr/>
        <a:lstStyle/>
        <a:p>
          <a:endParaRPr lang="en-US"/>
        </a:p>
      </dgm:t>
    </dgm:pt>
    <dgm:pt modelId="{9D76456A-144D-094C-81AE-14C8B652EE2F}">
      <dgm:prSet phldrT="[Text]"/>
      <dgm:spPr/>
      <dgm:t>
        <a:bodyPr/>
        <a:lstStyle/>
        <a:p>
          <a:r>
            <a:rPr lang="en-US" dirty="0" smtClean="0"/>
            <a:t>The I/O module is given direct control of memory via DMA</a:t>
          </a:r>
          <a:endParaRPr lang="en-US" dirty="0"/>
        </a:p>
      </dgm:t>
    </dgm:pt>
    <dgm:pt modelId="{6074BF34-CD63-D443-8A34-F7D5D137D56F}" type="parTrans" cxnId="{D2E98B0D-C652-534D-904B-D2909DFDFECC}">
      <dgm:prSet/>
      <dgm:spPr/>
      <dgm:t>
        <a:bodyPr/>
        <a:lstStyle/>
        <a:p>
          <a:endParaRPr lang="en-US"/>
        </a:p>
      </dgm:t>
    </dgm:pt>
    <dgm:pt modelId="{BA14CC57-9316-D140-B426-D7169CCC2924}" type="sibTrans" cxnId="{D2E98B0D-C652-534D-904B-D2909DFDFECC}">
      <dgm:prSet/>
      <dgm:spPr/>
      <dgm:t>
        <a:bodyPr/>
        <a:lstStyle/>
        <a:p>
          <a:endParaRPr lang="en-US"/>
        </a:p>
      </dgm:t>
    </dgm:pt>
    <dgm:pt modelId="{24B7895E-2647-824B-BA64-A348F60414C0}">
      <dgm:prSet phldrT="[Text]"/>
      <dgm:spPr/>
      <dgm:t>
        <a:bodyPr/>
        <a:lstStyle/>
        <a:p>
          <a:r>
            <a:rPr lang="en-US" smtClean="0"/>
            <a:t>The I/O module is enhanced to become a separate processor, with a specialized instruction set tailored for I/O</a:t>
          </a:r>
          <a:endParaRPr lang="en-US" dirty="0"/>
        </a:p>
      </dgm:t>
    </dgm:pt>
    <dgm:pt modelId="{53F7DBAC-79C2-684C-8866-477655E82DBE}" type="parTrans" cxnId="{5FBDF163-BE86-F845-8143-17A05F221F04}">
      <dgm:prSet/>
      <dgm:spPr/>
      <dgm:t>
        <a:bodyPr/>
        <a:lstStyle/>
        <a:p>
          <a:endParaRPr lang="en-US"/>
        </a:p>
      </dgm:t>
    </dgm:pt>
    <dgm:pt modelId="{6A2166D9-6602-C445-A000-1C98C587F460}" type="sibTrans" cxnId="{5FBDF163-BE86-F845-8143-17A05F221F04}">
      <dgm:prSet/>
      <dgm:spPr/>
      <dgm:t>
        <a:bodyPr/>
        <a:lstStyle/>
        <a:p>
          <a:endParaRPr lang="en-US"/>
        </a:p>
      </dgm:t>
    </dgm:pt>
    <dgm:pt modelId="{39F1D106-3D03-7641-BE44-D9107EEFBFC7}">
      <dgm:prSet phldrT="[Text]"/>
      <dgm:spPr/>
      <dgm:t>
        <a:bodyPr/>
        <a:lstStyle/>
        <a:p>
          <a:r>
            <a:rPr lang="en-US" dirty="0" smtClean="0"/>
            <a:t>The I/O module has a local memory of its own and is, in fact, a computer in its own right </a:t>
          </a:r>
          <a:endParaRPr lang="en-US" dirty="0"/>
        </a:p>
      </dgm:t>
    </dgm:pt>
    <dgm:pt modelId="{2D225281-2DBF-C247-B481-B2CAEE1FF9F7}" type="parTrans" cxnId="{4CEA3E6E-228F-6F40-8231-19117F303A8B}">
      <dgm:prSet/>
      <dgm:spPr/>
      <dgm:t>
        <a:bodyPr/>
        <a:lstStyle/>
        <a:p>
          <a:endParaRPr lang="en-US"/>
        </a:p>
      </dgm:t>
    </dgm:pt>
    <dgm:pt modelId="{F1EBE67C-306C-2443-91DC-D8A9F2930D6A}" type="sibTrans" cxnId="{4CEA3E6E-228F-6F40-8231-19117F303A8B}">
      <dgm:prSet/>
      <dgm:spPr/>
      <dgm:t>
        <a:bodyPr/>
        <a:lstStyle/>
        <a:p>
          <a:endParaRPr lang="en-US"/>
        </a:p>
      </dgm:t>
    </dgm:pt>
    <dgm:pt modelId="{7129E848-F243-C342-8A41-6DAF5C3686D4}" type="pres">
      <dgm:prSet presAssocID="{40DFA3B2-6D52-DC44-A5AD-B6E115A8601D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580D6BE-1CE1-6B40-927B-5535E8363D7A}" type="pres">
      <dgm:prSet presAssocID="{1F70A5AC-E1A2-E84F-9B78-09648FBA817B}" presName="composite" presStyleCnt="0"/>
      <dgm:spPr/>
    </dgm:pt>
    <dgm:pt modelId="{F72602C4-C216-6C47-8283-AB160818DD6A}" type="pres">
      <dgm:prSet presAssocID="{1F70A5AC-E1A2-E84F-9B78-09648FBA817B}" presName="parentText" presStyleLbl="alignNode1" presStyleIdx="0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6FA7D3-E0A2-9D4D-99F0-2CEB5A2B0ECA}" type="pres">
      <dgm:prSet presAssocID="{1F70A5AC-E1A2-E84F-9B78-09648FBA817B}" presName="descendantText" presStyleLbl="alignAcc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9D24FD-D281-DA43-B0E4-549E40CA37B2}" type="pres">
      <dgm:prSet presAssocID="{50305EE2-346B-8B43-AE75-DE38E5DCE732}" presName="sp" presStyleCnt="0"/>
      <dgm:spPr/>
    </dgm:pt>
    <dgm:pt modelId="{B5950E38-D76C-994E-A2A1-9A4916A47133}" type="pres">
      <dgm:prSet presAssocID="{59C90634-E420-6A44-BD4B-32353F748D47}" presName="composite" presStyleCnt="0"/>
      <dgm:spPr/>
    </dgm:pt>
    <dgm:pt modelId="{5209BDB1-F3C2-8441-A1FE-5E6B2A984935}" type="pres">
      <dgm:prSet presAssocID="{59C90634-E420-6A44-BD4B-32353F748D47}" presName="parentText" presStyleLbl="alignNode1" presStyleIdx="1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EDDF8F-73EE-174E-8254-F9187BE88D40}" type="pres">
      <dgm:prSet presAssocID="{59C90634-E420-6A44-BD4B-32353F748D47}" presName="descendantText" presStyleLbl="alignAcc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EF36E13-D201-4941-A349-397192A35397}" type="pres">
      <dgm:prSet presAssocID="{BB8DD86F-16FE-6847-8DAC-8E00C272C85F}" presName="sp" presStyleCnt="0"/>
      <dgm:spPr/>
    </dgm:pt>
    <dgm:pt modelId="{1C4096A0-7CE6-8F45-97E4-156CB8B3C2EB}" type="pres">
      <dgm:prSet presAssocID="{D0892E65-48A0-1F44-A29D-C0DF29120945}" presName="composite" presStyleCnt="0"/>
      <dgm:spPr/>
    </dgm:pt>
    <dgm:pt modelId="{4D573E90-A77B-1C4B-AA14-24FD3D630B78}" type="pres">
      <dgm:prSet presAssocID="{D0892E65-48A0-1F44-A29D-C0DF29120945}" presName="parentText" presStyleLbl="alignNode1" presStyleIdx="2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899923-E638-7742-BB13-3CCAC71E703D}" type="pres">
      <dgm:prSet presAssocID="{D0892E65-48A0-1F44-A29D-C0DF29120945}" presName="descendantText" presStyleLbl="alignAcc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ED2448A-29C6-5845-BEBE-C491BFB7960E}" type="pres">
      <dgm:prSet presAssocID="{7BF765B0-B537-0946-B97D-A7F0C69F6F7F}" presName="sp" presStyleCnt="0"/>
      <dgm:spPr/>
    </dgm:pt>
    <dgm:pt modelId="{5301BA5A-2611-A244-9664-F6C8FD04EFD7}" type="pres">
      <dgm:prSet presAssocID="{5C4F51DE-D722-BF4D-8A4B-1996E842F829}" presName="composite" presStyleCnt="0"/>
      <dgm:spPr/>
    </dgm:pt>
    <dgm:pt modelId="{C3C791A1-E3E5-AA4A-B851-26AFED7A959F}" type="pres">
      <dgm:prSet presAssocID="{5C4F51DE-D722-BF4D-8A4B-1996E842F829}" presName="parentText" presStyleLbl="alignNode1" presStyleIdx="3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B10E8E-02C7-AA41-8021-2E7FC0C797E4}" type="pres">
      <dgm:prSet presAssocID="{5C4F51DE-D722-BF4D-8A4B-1996E842F829}" presName="descendantText" presStyleLbl="alignAcc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1FEE50B-9C05-494A-A245-DDC6525DEF8A}" type="pres">
      <dgm:prSet presAssocID="{F8DC900D-A18F-2F4C-A43E-E64436FDF4FE}" presName="sp" presStyleCnt="0"/>
      <dgm:spPr/>
    </dgm:pt>
    <dgm:pt modelId="{B635855B-88A8-794D-929C-1D844E641CFC}" type="pres">
      <dgm:prSet presAssocID="{0430BDFD-D1E8-BB43-AD97-7F56B06E6B9A}" presName="composite" presStyleCnt="0"/>
      <dgm:spPr/>
    </dgm:pt>
    <dgm:pt modelId="{729FEA82-FA47-0A40-BB91-68448BB2BFE8}" type="pres">
      <dgm:prSet presAssocID="{0430BDFD-D1E8-BB43-AD97-7F56B06E6B9A}" presName="parentText" presStyleLbl="alignNode1" presStyleIdx="4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4AF2322-E815-BB4D-BC20-156E3ED243C7}" type="pres">
      <dgm:prSet presAssocID="{0430BDFD-D1E8-BB43-AD97-7F56B06E6B9A}" presName="descendantText" presStyleLbl="alignAcc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26BEEC-B8A4-0847-BBED-6DE5AC3A6A3E}" type="pres">
      <dgm:prSet presAssocID="{BB60C98F-EB6B-904A-AC91-221C1756D386}" presName="sp" presStyleCnt="0"/>
      <dgm:spPr/>
    </dgm:pt>
    <dgm:pt modelId="{B646E6BE-BCD8-294C-AB67-239265BC44C3}" type="pres">
      <dgm:prSet presAssocID="{E25A9EF6-242B-FF4E-81FD-7F5FD8EB6B2A}" presName="composite" presStyleCnt="0"/>
      <dgm:spPr/>
    </dgm:pt>
    <dgm:pt modelId="{7374A26C-9BCF-1F41-B60F-A8419B450B3B}" type="pres">
      <dgm:prSet presAssocID="{E25A9EF6-242B-FF4E-81FD-7F5FD8EB6B2A}" presName="parentText" presStyleLbl="alignNode1" presStyleIdx="5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1BC0513-6087-9642-8927-5AAC9E63AA62}" type="pres">
      <dgm:prSet presAssocID="{E25A9EF6-242B-FF4E-81FD-7F5FD8EB6B2A}" presName="descendantText" presStyleLbl="alignAcc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1997A90-D6D9-3148-93C5-FC33E55028C6}" srcId="{59C90634-E420-6A44-BD4B-32353F748D47}" destId="{E6A6BE98-2A3F-0744-BE2B-91A73B77DEA7}" srcOrd="0" destOrd="0" parTransId="{48861BB3-7D5C-4049-8D1D-CFA515F2A260}" sibTransId="{934044F4-FC51-464F-ADBF-65B5C8BCE400}"/>
    <dgm:cxn modelId="{4CEA3E6E-228F-6F40-8231-19117F303A8B}" srcId="{E25A9EF6-242B-FF4E-81FD-7F5FD8EB6B2A}" destId="{39F1D106-3D03-7641-BE44-D9107EEFBFC7}" srcOrd="0" destOrd="0" parTransId="{2D225281-2DBF-C247-B481-B2CAEE1FF9F7}" sibTransId="{F1EBE67C-306C-2443-91DC-D8A9F2930D6A}"/>
    <dgm:cxn modelId="{185F2B22-941C-484B-B6B1-67DBEE8AFDE5}" type="presOf" srcId="{E25A9EF6-242B-FF4E-81FD-7F5FD8EB6B2A}" destId="{7374A26C-9BCF-1F41-B60F-A8419B450B3B}" srcOrd="0" destOrd="0" presId="urn:microsoft.com/office/officeart/2005/8/layout/chevron2"/>
    <dgm:cxn modelId="{A00D513D-7D08-5247-99D4-EE4F15EC42FF}" srcId="{40DFA3B2-6D52-DC44-A5AD-B6E115A8601D}" destId="{D0892E65-48A0-1F44-A29D-C0DF29120945}" srcOrd="2" destOrd="0" parTransId="{0EFD0567-D1AB-6441-917B-9A2DDA2846BA}" sibTransId="{7BF765B0-B537-0946-B97D-A7F0C69F6F7F}"/>
    <dgm:cxn modelId="{F7DAD43C-1833-6543-BC9C-93312EC3CE89}" type="presOf" srcId="{E6A6BE98-2A3F-0744-BE2B-91A73B77DEA7}" destId="{D5EDDF8F-73EE-174E-8254-F9187BE88D40}" srcOrd="0" destOrd="0" presId="urn:microsoft.com/office/officeart/2005/8/layout/chevron2"/>
    <dgm:cxn modelId="{A417149C-39DB-DB44-825E-66BCB244CAB0}" srcId="{40DFA3B2-6D52-DC44-A5AD-B6E115A8601D}" destId="{59C90634-E420-6A44-BD4B-32353F748D47}" srcOrd="1" destOrd="0" parTransId="{F28545FF-9095-B944-8998-2D12EDA2ADE6}" sibTransId="{BB8DD86F-16FE-6847-8DAC-8E00C272C85F}"/>
    <dgm:cxn modelId="{EF3F5FCA-59F2-894D-8E12-BC42DF5988C2}" type="presOf" srcId="{40DFA3B2-6D52-DC44-A5AD-B6E115A8601D}" destId="{7129E848-F243-C342-8A41-6DAF5C3686D4}" srcOrd="0" destOrd="0" presId="urn:microsoft.com/office/officeart/2005/8/layout/chevron2"/>
    <dgm:cxn modelId="{54DD25D2-D766-7F4C-86D8-0DF7E60C7BCE}" type="presOf" srcId="{59C90634-E420-6A44-BD4B-32353F748D47}" destId="{5209BDB1-F3C2-8441-A1FE-5E6B2A984935}" srcOrd="0" destOrd="0" presId="urn:microsoft.com/office/officeart/2005/8/layout/chevron2"/>
    <dgm:cxn modelId="{0B347AA0-72FD-A141-B14A-3D834172753B}" type="presOf" srcId="{24B7895E-2647-824B-BA64-A348F60414C0}" destId="{34AF2322-E815-BB4D-BC20-156E3ED243C7}" srcOrd="0" destOrd="0" presId="urn:microsoft.com/office/officeart/2005/8/layout/chevron2"/>
    <dgm:cxn modelId="{E43B196B-9E22-7A44-8226-1AFCBC48C8C5}" type="presOf" srcId="{9994D0C5-00A1-B342-B695-8C4460C60ABB}" destId="{E0899923-E638-7742-BB13-3CCAC71E703D}" srcOrd="0" destOrd="0" presId="urn:microsoft.com/office/officeart/2005/8/layout/chevron2"/>
    <dgm:cxn modelId="{6E4AC3B0-FD0E-5F4A-9EED-0967FCAB515E}" srcId="{40DFA3B2-6D52-DC44-A5AD-B6E115A8601D}" destId="{1F70A5AC-E1A2-E84F-9B78-09648FBA817B}" srcOrd="0" destOrd="0" parTransId="{F79BB8F8-4505-1B4B-A274-AF3463C538F7}" sibTransId="{50305EE2-346B-8B43-AE75-DE38E5DCE732}"/>
    <dgm:cxn modelId="{84381576-0531-D140-BD77-F49B22E3EF45}" type="presOf" srcId="{0430BDFD-D1E8-BB43-AD97-7F56B06E6B9A}" destId="{729FEA82-FA47-0A40-BB91-68448BB2BFE8}" srcOrd="0" destOrd="0" presId="urn:microsoft.com/office/officeart/2005/8/layout/chevron2"/>
    <dgm:cxn modelId="{6FB084B3-8397-AC44-B77C-3E1F4A9BE4F8}" srcId="{D0892E65-48A0-1F44-A29D-C0DF29120945}" destId="{9994D0C5-00A1-B342-B695-8C4460C60ABB}" srcOrd="0" destOrd="0" parTransId="{F1F70AEB-5966-0643-BD46-9A206F23F13D}" sibTransId="{A3510A84-08FC-1C49-AB1A-87A2F3EE9334}"/>
    <dgm:cxn modelId="{0FFCC901-A1DF-3644-9EFB-F07FA1D82609}" srcId="{40DFA3B2-6D52-DC44-A5AD-B6E115A8601D}" destId="{0430BDFD-D1E8-BB43-AD97-7F56B06E6B9A}" srcOrd="4" destOrd="0" parTransId="{026A7355-A6F7-5742-BD8A-346C1A7490D4}" sibTransId="{BB60C98F-EB6B-904A-AC91-221C1756D386}"/>
    <dgm:cxn modelId="{20A40074-D8F4-0944-B542-6A73088A00BB}" srcId="{1F70A5AC-E1A2-E84F-9B78-09648FBA817B}" destId="{207E307B-42F2-A145-8DC0-68A7D1E9017F}" srcOrd="0" destOrd="0" parTransId="{F4ADC43B-DEAC-5147-8DE5-1F89B9A66C8C}" sibTransId="{8B29CB4F-BCB5-3B44-A285-694A2054A1F0}"/>
    <dgm:cxn modelId="{16105264-AF16-B647-AF9F-0181681DFE06}" type="presOf" srcId="{1F70A5AC-E1A2-E84F-9B78-09648FBA817B}" destId="{F72602C4-C216-6C47-8283-AB160818DD6A}" srcOrd="0" destOrd="0" presId="urn:microsoft.com/office/officeart/2005/8/layout/chevron2"/>
    <dgm:cxn modelId="{50EB44E8-DFCF-9B43-9B65-6027DC3A3290}" srcId="{40DFA3B2-6D52-DC44-A5AD-B6E115A8601D}" destId="{5C4F51DE-D722-BF4D-8A4B-1996E842F829}" srcOrd="3" destOrd="0" parTransId="{E6501BCD-428E-BB45-B6E5-86170061A120}" sibTransId="{F8DC900D-A18F-2F4C-A43E-E64436FDF4FE}"/>
    <dgm:cxn modelId="{FBF3C16D-2248-4948-ADF4-C1D39C97092B}" type="presOf" srcId="{207E307B-42F2-A145-8DC0-68A7D1E9017F}" destId="{A06FA7D3-E0A2-9D4D-99F0-2CEB5A2B0ECA}" srcOrd="0" destOrd="0" presId="urn:microsoft.com/office/officeart/2005/8/layout/chevron2"/>
    <dgm:cxn modelId="{2B6B9C74-B1ED-1A46-95F0-A0CC61525FF8}" type="presOf" srcId="{5C4F51DE-D722-BF4D-8A4B-1996E842F829}" destId="{C3C791A1-E3E5-AA4A-B851-26AFED7A959F}" srcOrd="0" destOrd="0" presId="urn:microsoft.com/office/officeart/2005/8/layout/chevron2"/>
    <dgm:cxn modelId="{D2E98B0D-C652-534D-904B-D2909DFDFECC}" srcId="{5C4F51DE-D722-BF4D-8A4B-1996E842F829}" destId="{9D76456A-144D-094C-81AE-14C8B652EE2F}" srcOrd="0" destOrd="0" parTransId="{6074BF34-CD63-D443-8A34-F7D5D137D56F}" sibTransId="{BA14CC57-9316-D140-B426-D7169CCC2924}"/>
    <dgm:cxn modelId="{FF8C1775-8EA8-3D47-8E3C-00F058553808}" srcId="{40DFA3B2-6D52-DC44-A5AD-B6E115A8601D}" destId="{E25A9EF6-242B-FF4E-81FD-7F5FD8EB6B2A}" srcOrd="5" destOrd="0" parTransId="{0EE89D95-4B79-534E-AC72-5C90E52E0A48}" sibTransId="{B041C011-82BA-894D-9FD7-7589E12168F6}"/>
    <dgm:cxn modelId="{B58B000B-12FA-E44D-8344-8AE35D519338}" type="presOf" srcId="{9D76456A-144D-094C-81AE-14C8B652EE2F}" destId="{4CB10E8E-02C7-AA41-8021-2E7FC0C797E4}" srcOrd="0" destOrd="0" presId="urn:microsoft.com/office/officeart/2005/8/layout/chevron2"/>
    <dgm:cxn modelId="{858152DF-645B-4B44-A19C-77A600BCDEBD}" type="presOf" srcId="{D0892E65-48A0-1F44-A29D-C0DF29120945}" destId="{4D573E90-A77B-1C4B-AA14-24FD3D630B78}" srcOrd="0" destOrd="0" presId="urn:microsoft.com/office/officeart/2005/8/layout/chevron2"/>
    <dgm:cxn modelId="{5FBDF163-BE86-F845-8143-17A05F221F04}" srcId="{0430BDFD-D1E8-BB43-AD97-7F56B06E6B9A}" destId="{24B7895E-2647-824B-BA64-A348F60414C0}" srcOrd="0" destOrd="0" parTransId="{53F7DBAC-79C2-684C-8866-477655E82DBE}" sibTransId="{6A2166D9-6602-C445-A000-1C98C587F460}"/>
    <dgm:cxn modelId="{498E4FF6-66F7-6545-A54C-5180AB1E8B3E}" type="presOf" srcId="{39F1D106-3D03-7641-BE44-D9107EEFBFC7}" destId="{11BC0513-6087-9642-8927-5AAC9E63AA62}" srcOrd="0" destOrd="0" presId="urn:microsoft.com/office/officeart/2005/8/layout/chevron2"/>
    <dgm:cxn modelId="{EB0D11E5-6219-6D4A-B8DF-B0744088A9E2}" type="presParOf" srcId="{7129E848-F243-C342-8A41-6DAF5C3686D4}" destId="{C580D6BE-1CE1-6B40-927B-5535E8363D7A}" srcOrd="0" destOrd="0" presId="urn:microsoft.com/office/officeart/2005/8/layout/chevron2"/>
    <dgm:cxn modelId="{06CCF904-6DA3-5A40-91ED-191EB85F32BA}" type="presParOf" srcId="{C580D6BE-1CE1-6B40-927B-5535E8363D7A}" destId="{F72602C4-C216-6C47-8283-AB160818DD6A}" srcOrd="0" destOrd="0" presId="urn:microsoft.com/office/officeart/2005/8/layout/chevron2"/>
    <dgm:cxn modelId="{D75F59F3-092A-3043-B117-F331BFC8DC8F}" type="presParOf" srcId="{C580D6BE-1CE1-6B40-927B-5535E8363D7A}" destId="{A06FA7D3-E0A2-9D4D-99F0-2CEB5A2B0ECA}" srcOrd="1" destOrd="0" presId="urn:microsoft.com/office/officeart/2005/8/layout/chevron2"/>
    <dgm:cxn modelId="{42723500-1056-8D42-A9A8-C803B19E27BC}" type="presParOf" srcId="{7129E848-F243-C342-8A41-6DAF5C3686D4}" destId="{D09D24FD-D281-DA43-B0E4-549E40CA37B2}" srcOrd="1" destOrd="0" presId="urn:microsoft.com/office/officeart/2005/8/layout/chevron2"/>
    <dgm:cxn modelId="{595690F1-87C9-1644-A4F7-C85D3C552027}" type="presParOf" srcId="{7129E848-F243-C342-8A41-6DAF5C3686D4}" destId="{B5950E38-D76C-994E-A2A1-9A4916A47133}" srcOrd="2" destOrd="0" presId="urn:microsoft.com/office/officeart/2005/8/layout/chevron2"/>
    <dgm:cxn modelId="{49F027AA-7B2C-7D4F-BDB8-CF9E8D93DB3F}" type="presParOf" srcId="{B5950E38-D76C-994E-A2A1-9A4916A47133}" destId="{5209BDB1-F3C2-8441-A1FE-5E6B2A984935}" srcOrd="0" destOrd="0" presId="urn:microsoft.com/office/officeart/2005/8/layout/chevron2"/>
    <dgm:cxn modelId="{91AC16C8-096D-D94A-AAE6-27CFB1068423}" type="presParOf" srcId="{B5950E38-D76C-994E-A2A1-9A4916A47133}" destId="{D5EDDF8F-73EE-174E-8254-F9187BE88D40}" srcOrd="1" destOrd="0" presId="urn:microsoft.com/office/officeart/2005/8/layout/chevron2"/>
    <dgm:cxn modelId="{E4B9C82C-385B-AC40-8F14-3004C051E867}" type="presParOf" srcId="{7129E848-F243-C342-8A41-6DAF5C3686D4}" destId="{DEF36E13-D201-4941-A349-397192A35397}" srcOrd="3" destOrd="0" presId="urn:microsoft.com/office/officeart/2005/8/layout/chevron2"/>
    <dgm:cxn modelId="{123FD766-A7CA-C94F-BF8E-2BE1C64071B7}" type="presParOf" srcId="{7129E848-F243-C342-8A41-6DAF5C3686D4}" destId="{1C4096A0-7CE6-8F45-97E4-156CB8B3C2EB}" srcOrd="4" destOrd="0" presId="urn:microsoft.com/office/officeart/2005/8/layout/chevron2"/>
    <dgm:cxn modelId="{8114B247-C2FF-6740-B337-E57761A52C92}" type="presParOf" srcId="{1C4096A0-7CE6-8F45-97E4-156CB8B3C2EB}" destId="{4D573E90-A77B-1C4B-AA14-24FD3D630B78}" srcOrd="0" destOrd="0" presId="urn:microsoft.com/office/officeart/2005/8/layout/chevron2"/>
    <dgm:cxn modelId="{6B2DA9C0-18C5-8A41-8750-60EF291EF615}" type="presParOf" srcId="{1C4096A0-7CE6-8F45-97E4-156CB8B3C2EB}" destId="{E0899923-E638-7742-BB13-3CCAC71E703D}" srcOrd="1" destOrd="0" presId="urn:microsoft.com/office/officeart/2005/8/layout/chevron2"/>
    <dgm:cxn modelId="{96AB1EF8-0C09-854D-989C-856B4B3B0D76}" type="presParOf" srcId="{7129E848-F243-C342-8A41-6DAF5C3686D4}" destId="{8ED2448A-29C6-5845-BEBE-C491BFB7960E}" srcOrd="5" destOrd="0" presId="urn:microsoft.com/office/officeart/2005/8/layout/chevron2"/>
    <dgm:cxn modelId="{CD4E306A-9481-444B-BA69-9182B5EA134D}" type="presParOf" srcId="{7129E848-F243-C342-8A41-6DAF5C3686D4}" destId="{5301BA5A-2611-A244-9664-F6C8FD04EFD7}" srcOrd="6" destOrd="0" presId="urn:microsoft.com/office/officeart/2005/8/layout/chevron2"/>
    <dgm:cxn modelId="{8CD7A034-6F53-3049-9CF6-2D514BD251A1}" type="presParOf" srcId="{5301BA5A-2611-A244-9664-F6C8FD04EFD7}" destId="{C3C791A1-E3E5-AA4A-B851-26AFED7A959F}" srcOrd="0" destOrd="0" presId="urn:microsoft.com/office/officeart/2005/8/layout/chevron2"/>
    <dgm:cxn modelId="{0F504610-2A89-A142-A5B7-9792ECC2521B}" type="presParOf" srcId="{5301BA5A-2611-A244-9664-F6C8FD04EFD7}" destId="{4CB10E8E-02C7-AA41-8021-2E7FC0C797E4}" srcOrd="1" destOrd="0" presId="urn:microsoft.com/office/officeart/2005/8/layout/chevron2"/>
    <dgm:cxn modelId="{69C16478-D624-AA49-9F4A-EFA63B728AE3}" type="presParOf" srcId="{7129E848-F243-C342-8A41-6DAF5C3686D4}" destId="{01FEE50B-9C05-494A-A245-DDC6525DEF8A}" srcOrd="7" destOrd="0" presId="urn:microsoft.com/office/officeart/2005/8/layout/chevron2"/>
    <dgm:cxn modelId="{37ABC559-0059-5344-ACFE-80BB3A10D187}" type="presParOf" srcId="{7129E848-F243-C342-8A41-6DAF5C3686D4}" destId="{B635855B-88A8-794D-929C-1D844E641CFC}" srcOrd="8" destOrd="0" presId="urn:microsoft.com/office/officeart/2005/8/layout/chevron2"/>
    <dgm:cxn modelId="{9FCBCE8B-BE18-9F42-AE1F-4FB9E6B47C1D}" type="presParOf" srcId="{B635855B-88A8-794D-929C-1D844E641CFC}" destId="{729FEA82-FA47-0A40-BB91-68448BB2BFE8}" srcOrd="0" destOrd="0" presId="urn:microsoft.com/office/officeart/2005/8/layout/chevron2"/>
    <dgm:cxn modelId="{DF600B16-A9C8-C446-8583-7E06C22CA899}" type="presParOf" srcId="{B635855B-88A8-794D-929C-1D844E641CFC}" destId="{34AF2322-E815-BB4D-BC20-156E3ED243C7}" srcOrd="1" destOrd="0" presId="urn:microsoft.com/office/officeart/2005/8/layout/chevron2"/>
    <dgm:cxn modelId="{E87BAF4B-35E6-CC41-9292-7EAA8F23EE1A}" type="presParOf" srcId="{7129E848-F243-C342-8A41-6DAF5C3686D4}" destId="{1F26BEEC-B8A4-0847-BBED-6DE5AC3A6A3E}" srcOrd="9" destOrd="0" presId="urn:microsoft.com/office/officeart/2005/8/layout/chevron2"/>
    <dgm:cxn modelId="{51CC3CD8-B817-E14A-A08A-1315249CA9F7}" type="presParOf" srcId="{7129E848-F243-C342-8A41-6DAF5C3686D4}" destId="{B646E6BE-BCD8-294C-AB67-239265BC44C3}" srcOrd="10" destOrd="0" presId="urn:microsoft.com/office/officeart/2005/8/layout/chevron2"/>
    <dgm:cxn modelId="{BA9673FD-09CF-044F-A227-C2DF5257EDA5}" type="presParOf" srcId="{B646E6BE-BCD8-294C-AB67-239265BC44C3}" destId="{7374A26C-9BCF-1F41-B60F-A8419B450B3B}" srcOrd="0" destOrd="0" presId="urn:microsoft.com/office/officeart/2005/8/layout/chevron2"/>
    <dgm:cxn modelId="{A52B7E45-2949-BA4E-9ED2-9EC1AC378735}" type="presParOf" srcId="{B646E6BE-BCD8-294C-AB67-239265BC44C3}" destId="{11BC0513-6087-9642-8927-5AAC9E63AA62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BC20217-D3E5-A844-8E7E-764BEA308D9A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153932-7ACC-9C47-937F-DF0673BE9D37}">
      <dgm:prSet phldrT="[Text]"/>
      <dgm:spPr>
        <a:solidFill>
          <a:srgbClr val="660066"/>
        </a:solidFill>
        <a:ln>
          <a:solidFill>
            <a:srgbClr val="660066"/>
          </a:solidFill>
        </a:ln>
      </dgm:spPr>
      <dgm:t>
        <a:bodyPr/>
        <a:lstStyle/>
        <a:p>
          <a:r>
            <a:rPr lang="en-US" dirty="0" smtClean="0"/>
            <a:t>Block-oriented device</a:t>
          </a:r>
          <a:endParaRPr lang="en-US" dirty="0"/>
        </a:p>
      </dgm:t>
    </dgm:pt>
    <dgm:pt modelId="{9EF17657-2D53-6E4E-8CAB-EC5F8CF96ED6}" type="parTrans" cxnId="{5F5E6650-A573-AF43-ABC0-0670E4E4AE14}">
      <dgm:prSet/>
      <dgm:spPr/>
      <dgm:t>
        <a:bodyPr/>
        <a:lstStyle/>
        <a:p>
          <a:endParaRPr lang="en-US"/>
        </a:p>
      </dgm:t>
    </dgm:pt>
    <dgm:pt modelId="{E90DF6D0-4F76-BC43-9CA8-847807333134}" type="sibTrans" cxnId="{5F5E6650-A573-AF43-ABC0-0670E4E4AE14}">
      <dgm:prSet/>
      <dgm:spPr/>
      <dgm:t>
        <a:bodyPr/>
        <a:lstStyle/>
        <a:p>
          <a:endParaRPr lang="en-US"/>
        </a:p>
      </dgm:t>
    </dgm:pt>
    <dgm:pt modelId="{CC511AA6-BB96-4F43-BCA6-A0079209B760}">
      <dgm:prSet/>
      <dgm:spPr>
        <a:ln>
          <a:solidFill>
            <a:srgbClr val="660066"/>
          </a:solidFill>
        </a:ln>
      </dgm:spPr>
      <dgm:t>
        <a:bodyPr/>
        <a:lstStyle/>
        <a:p>
          <a:r>
            <a:rPr lang="en-US" smtClean="0"/>
            <a:t>stores information in blocks that are usually of fixed size</a:t>
          </a:r>
          <a:endParaRPr lang="en-US" dirty="0" smtClean="0"/>
        </a:p>
      </dgm:t>
    </dgm:pt>
    <dgm:pt modelId="{F2565789-AD54-2549-BE22-E68AFFDA6B71}" type="parTrans" cxnId="{C937E5A7-29DD-CE4C-AFA3-F7F5DD2FF35D}">
      <dgm:prSet/>
      <dgm:spPr/>
      <dgm:t>
        <a:bodyPr/>
        <a:lstStyle/>
        <a:p>
          <a:endParaRPr lang="en-US"/>
        </a:p>
      </dgm:t>
    </dgm:pt>
    <dgm:pt modelId="{6C3CE9AA-9B52-2247-9A27-3D6489FCD943}" type="sibTrans" cxnId="{C937E5A7-29DD-CE4C-AFA3-F7F5DD2FF35D}">
      <dgm:prSet/>
      <dgm:spPr/>
      <dgm:t>
        <a:bodyPr/>
        <a:lstStyle/>
        <a:p>
          <a:endParaRPr lang="en-US"/>
        </a:p>
      </dgm:t>
    </dgm:pt>
    <dgm:pt modelId="{35816FFE-669D-5A41-9AB9-441E04AC041D}">
      <dgm:prSet/>
      <dgm:spPr>
        <a:ln>
          <a:solidFill>
            <a:srgbClr val="660066"/>
          </a:solidFill>
        </a:ln>
      </dgm:spPr>
      <dgm:t>
        <a:bodyPr/>
        <a:lstStyle/>
        <a:p>
          <a:r>
            <a:rPr lang="en-US" dirty="0" smtClean="0"/>
            <a:t>transfers are made one block at a time</a:t>
          </a:r>
        </a:p>
      </dgm:t>
    </dgm:pt>
    <dgm:pt modelId="{CBAABDE0-61DA-4941-830C-5A873E62634B}" type="parTrans" cxnId="{BFEA3C28-333B-C24A-973F-B4D1A9315E40}">
      <dgm:prSet/>
      <dgm:spPr/>
      <dgm:t>
        <a:bodyPr/>
        <a:lstStyle/>
        <a:p>
          <a:endParaRPr lang="en-US"/>
        </a:p>
      </dgm:t>
    </dgm:pt>
    <dgm:pt modelId="{8D546DE8-A35D-5740-A69A-76D149EBFEC2}" type="sibTrans" cxnId="{BFEA3C28-333B-C24A-973F-B4D1A9315E40}">
      <dgm:prSet/>
      <dgm:spPr/>
      <dgm:t>
        <a:bodyPr/>
        <a:lstStyle/>
        <a:p>
          <a:endParaRPr lang="en-US"/>
        </a:p>
      </dgm:t>
    </dgm:pt>
    <dgm:pt modelId="{708D1822-DE68-B94F-8E3E-D683F111F8E1}">
      <dgm:prSet/>
      <dgm:spPr>
        <a:ln>
          <a:solidFill>
            <a:srgbClr val="660066"/>
          </a:solidFill>
        </a:ln>
      </dgm:spPr>
      <dgm:t>
        <a:bodyPr/>
        <a:lstStyle/>
        <a:p>
          <a:r>
            <a:rPr lang="en-US" smtClean="0"/>
            <a:t>possible to reference data by its block number</a:t>
          </a:r>
          <a:endParaRPr lang="en-US" dirty="0" smtClean="0"/>
        </a:p>
      </dgm:t>
    </dgm:pt>
    <dgm:pt modelId="{34BBA205-9CF9-2F4D-A999-264B9476F2F0}" type="parTrans" cxnId="{61F4B37B-EE43-7F47-A933-20B66BA44903}">
      <dgm:prSet/>
      <dgm:spPr/>
      <dgm:t>
        <a:bodyPr/>
        <a:lstStyle/>
        <a:p>
          <a:endParaRPr lang="en-US"/>
        </a:p>
      </dgm:t>
    </dgm:pt>
    <dgm:pt modelId="{51BB88B6-69E2-E94D-B0E6-8BBE9C1987D6}" type="sibTrans" cxnId="{61F4B37B-EE43-7F47-A933-20B66BA44903}">
      <dgm:prSet/>
      <dgm:spPr/>
      <dgm:t>
        <a:bodyPr/>
        <a:lstStyle/>
        <a:p>
          <a:endParaRPr lang="en-US"/>
        </a:p>
      </dgm:t>
    </dgm:pt>
    <dgm:pt modelId="{18F75C78-792A-FB48-83B6-55F681B10416}">
      <dgm:prSet/>
      <dgm:spPr>
        <a:ln>
          <a:solidFill>
            <a:srgbClr val="660066"/>
          </a:solidFill>
        </a:ln>
      </dgm:spPr>
      <dgm:t>
        <a:bodyPr/>
        <a:lstStyle/>
        <a:p>
          <a:r>
            <a:rPr lang="en-US" smtClean="0"/>
            <a:t>disks and USB keys are examples</a:t>
          </a:r>
          <a:endParaRPr lang="en-US" dirty="0" smtClean="0"/>
        </a:p>
      </dgm:t>
    </dgm:pt>
    <dgm:pt modelId="{F9C7BD2A-449B-6D4D-B3A5-72090AA6A3E2}" type="parTrans" cxnId="{9B1297D3-F838-1442-A905-FD63EDEC0C66}">
      <dgm:prSet/>
      <dgm:spPr/>
      <dgm:t>
        <a:bodyPr/>
        <a:lstStyle/>
        <a:p>
          <a:endParaRPr lang="en-US"/>
        </a:p>
      </dgm:t>
    </dgm:pt>
    <dgm:pt modelId="{3A33559F-C434-6240-97C6-169E146BE290}" type="sibTrans" cxnId="{9B1297D3-F838-1442-A905-FD63EDEC0C66}">
      <dgm:prSet/>
      <dgm:spPr/>
      <dgm:t>
        <a:bodyPr/>
        <a:lstStyle/>
        <a:p>
          <a:endParaRPr lang="en-US"/>
        </a:p>
      </dgm:t>
    </dgm:pt>
    <dgm:pt modelId="{6E99F7F7-D9AD-2B4E-A8AA-75E16357D739}">
      <dgm:prSet/>
      <dgm:spPr>
        <a:solidFill>
          <a:srgbClr val="660066"/>
        </a:solidFill>
        <a:ln>
          <a:solidFill>
            <a:srgbClr val="660066"/>
          </a:solidFill>
        </a:ln>
      </dgm:spPr>
      <dgm:t>
        <a:bodyPr/>
        <a:lstStyle/>
        <a:p>
          <a:r>
            <a:rPr lang="en-US" dirty="0" smtClean="0"/>
            <a:t>Stream-oriented device</a:t>
          </a:r>
        </a:p>
      </dgm:t>
    </dgm:pt>
    <dgm:pt modelId="{F93B7D65-F4A9-8644-8C43-5A207F1358B5}" type="parTrans" cxnId="{BA94F3A1-F388-2343-85AB-7F149083346E}">
      <dgm:prSet/>
      <dgm:spPr/>
      <dgm:t>
        <a:bodyPr/>
        <a:lstStyle/>
        <a:p>
          <a:endParaRPr lang="en-US"/>
        </a:p>
      </dgm:t>
    </dgm:pt>
    <dgm:pt modelId="{E969FEE6-E086-9847-B548-46B9856A8F1D}" type="sibTrans" cxnId="{BA94F3A1-F388-2343-85AB-7F149083346E}">
      <dgm:prSet/>
      <dgm:spPr/>
      <dgm:t>
        <a:bodyPr/>
        <a:lstStyle/>
        <a:p>
          <a:endParaRPr lang="en-US"/>
        </a:p>
      </dgm:t>
    </dgm:pt>
    <dgm:pt modelId="{1EE56E89-8357-9244-854C-A0E394686133}">
      <dgm:prSet/>
      <dgm:spPr>
        <a:ln>
          <a:solidFill>
            <a:srgbClr val="660066"/>
          </a:solidFill>
        </a:ln>
      </dgm:spPr>
      <dgm:t>
        <a:bodyPr/>
        <a:lstStyle/>
        <a:p>
          <a:r>
            <a:rPr lang="en-US" smtClean="0"/>
            <a:t>transfers data in and out as a stream of bytes</a:t>
          </a:r>
          <a:endParaRPr lang="en-US" dirty="0" smtClean="0"/>
        </a:p>
      </dgm:t>
    </dgm:pt>
    <dgm:pt modelId="{21446E13-F538-324E-BEE8-D49AE334A6B1}" type="parTrans" cxnId="{0E733604-6F7A-0741-8435-B38535DEBC8D}">
      <dgm:prSet/>
      <dgm:spPr/>
      <dgm:t>
        <a:bodyPr/>
        <a:lstStyle/>
        <a:p>
          <a:endParaRPr lang="en-US"/>
        </a:p>
      </dgm:t>
    </dgm:pt>
    <dgm:pt modelId="{DF3F49B1-775D-5F46-BB28-1B1AF0DDC396}" type="sibTrans" cxnId="{0E733604-6F7A-0741-8435-B38535DEBC8D}">
      <dgm:prSet/>
      <dgm:spPr/>
      <dgm:t>
        <a:bodyPr/>
        <a:lstStyle/>
        <a:p>
          <a:endParaRPr lang="en-US"/>
        </a:p>
      </dgm:t>
    </dgm:pt>
    <dgm:pt modelId="{13C33B87-A7CC-F540-BD43-FF7AA8A3451F}">
      <dgm:prSet/>
      <dgm:spPr>
        <a:ln>
          <a:solidFill>
            <a:srgbClr val="660066"/>
          </a:solidFill>
        </a:ln>
      </dgm:spPr>
      <dgm:t>
        <a:bodyPr/>
        <a:lstStyle/>
        <a:p>
          <a:r>
            <a:rPr lang="en-US" smtClean="0"/>
            <a:t>no block structure</a:t>
          </a:r>
          <a:endParaRPr lang="en-US" dirty="0" smtClean="0"/>
        </a:p>
      </dgm:t>
    </dgm:pt>
    <dgm:pt modelId="{44A9ABF1-7B8E-A446-B52D-4F202A41E109}" type="parTrans" cxnId="{1A18DA10-52E1-644D-8809-670410A2212C}">
      <dgm:prSet/>
      <dgm:spPr/>
      <dgm:t>
        <a:bodyPr/>
        <a:lstStyle/>
        <a:p>
          <a:endParaRPr lang="en-US"/>
        </a:p>
      </dgm:t>
    </dgm:pt>
    <dgm:pt modelId="{A78ADA71-5C91-7346-A2BC-E3EF9A308B97}" type="sibTrans" cxnId="{1A18DA10-52E1-644D-8809-670410A2212C}">
      <dgm:prSet/>
      <dgm:spPr/>
      <dgm:t>
        <a:bodyPr/>
        <a:lstStyle/>
        <a:p>
          <a:endParaRPr lang="en-US"/>
        </a:p>
      </dgm:t>
    </dgm:pt>
    <dgm:pt modelId="{8219F3B1-6DF8-3647-A00A-71521BAEC02F}">
      <dgm:prSet/>
      <dgm:spPr>
        <a:ln>
          <a:solidFill>
            <a:srgbClr val="660066"/>
          </a:solidFill>
        </a:ln>
      </dgm:spPr>
      <dgm:t>
        <a:bodyPr/>
        <a:lstStyle/>
        <a:p>
          <a:r>
            <a:rPr lang="en-US" smtClean="0"/>
            <a:t>terminals, printers, communications ports, and most other devices that are not secondary storage are examples</a:t>
          </a:r>
          <a:endParaRPr lang="en-US" dirty="0" smtClean="0"/>
        </a:p>
      </dgm:t>
    </dgm:pt>
    <dgm:pt modelId="{D8A41234-A999-5A4B-942B-F41203978BF0}" type="parTrans" cxnId="{11B5F17B-C72F-4D41-AA10-4988A57E97E3}">
      <dgm:prSet/>
      <dgm:spPr/>
      <dgm:t>
        <a:bodyPr/>
        <a:lstStyle/>
        <a:p>
          <a:endParaRPr lang="en-US"/>
        </a:p>
      </dgm:t>
    </dgm:pt>
    <dgm:pt modelId="{78DBCB5F-78F8-964C-9A4E-1FC7D8F27E40}" type="sibTrans" cxnId="{11B5F17B-C72F-4D41-AA10-4988A57E97E3}">
      <dgm:prSet/>
      <dgm:spPr/>
      <dgm:t>
        <a:bodyPr/>
        <a:lstStyle/>
        <a:p>
          <a:endParaRPr lang="en-US"/>
        </a:p>
      </dgm:t>
    </dgm:pt>
    <dgm:pt modelId="{8544D900-851D-424D-AB0D-A5C8F32FA9C4}" type="pres">
      <dgm:prSet presAssocID="{6BC20217-D3E5-A844-8E7E-764BEA308D9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55F0C8E-2F57-1B48-88CF-9BA6C43DE8A5}" type="pres">
      <dgm:prSet presAssocID="{6C153932-7ACC-9C47-937F-DF0673BE9D37}" presName="composite" presStyleCnt="0"/>
      <dgm:spPr/>
    </dgm:pt>
    <dgm:pt modelId="{E18F8A48-5720-0346-B2B8-49A7E40DE9EF}" type="pres">
      <dgm:prSet presAssocID="{6C153932-7ACC-9C47-937F-DF0673BE9D37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9243D1-795A-B543-B766-255881B95357}" type="pres">
      <dgm:prSet presAssocID="{6C153932-7ACC-9C47-937F-DF0673BE9D37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5614CA7-2ACA-C549-B2E5-52DF0D6877F9}" type="pres">
      <dgm:prSet presAssocID="{E90DF6D0-4F76-BC43-9CA8-847807333134}" presName="space" presStyleCnt="0"/>
      <dgm:spPr/>
    </dgm:pt>
    <dgm:pt modelId="{48A3A081-BC76-114E-9535-F319ABD24C2C}" type="pres">
      <dgm:prSet presAssocID="{6E99F7F7-D9AD-2B4E-A8AA-75E16357D739}" presName="composite" presStyleCnt="0"/>
      <dgm:spPr/>
    </dgm:pt>
    <dgm:pt modelId="{4E6C426E-8C06-154C-9D82-1A473EF28DDF}" type="pres">
      <dgm:prSet presAssocID="{6E99F7F7-D9AD-2B4E-A8AA-75E16357D739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2ABA9CE-3BE0-1E40-BF7E-09642BD57E83}" type="pres">
      <dgm:prSet presAssocID="{6E99F7F7-D9AD-2B4E-A8AA-75E16357D739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F6397F0-9CE0-A446-9211-C444C5E0452F}" type="presOf" srcId="{6E99F7F7-D9AD-2B4E-A8AA-75E16357D739}" destId="{4E6C426E-8C06-154C-9D82-1A473EF28DDF}" srcOrd="0" destOrd="0" presId="urn:microsoft.com/office/officeart/2005/8/layout/hList1"/>
    <dgm:cxn modelId="{61F4B37B-EE43-7F47-A933-20B66BA44903}" srcId="{6C153932-7ACC-9C47-937F-DF0673BE9D37}" destId="{708D1822-DE68-B94F-8E3E-D683F111F8E1}" srcOrd="2" destOrd="0" parTransId="{34BBA205-9CF9-2F4D-A999-264B9476F2F0}" sibTransId="{51BB88B6-69E2-E94D-B0E6-8BBE9C1987D6}"/>
    <dgm:cxn modelId="{292751AA-704C-8A4C-9B39-D247EF2CE77C}" type="presOf" srcId="{CC511AA6-BB96-4F43-BCA6-A0079209B760}" destId="{EF9243D1-795A-B543-B766-255881B95357}" srcOrd="0" destOrd="0" presId="urn:microsoft.com/office/officeart/2005/8/layout/hList1"/>
    <dgm:cxn modelId="{5F5E6650-A573-AF43-ABC0-0670E4E4AE14}" srcId="{6BC20217-D3E5-A844-8E7E-764BEA308D9A}" destId="{6C153932-7ACC-9C47-937F-DF0673BE9D37}" srcOrd="0" destOrd="0" parTransId="{9EF17657-2D53-6E4E-8CAB-EC5F8CF96ED6}" sibTransId="{E90DF6D0-4F76-BC43-9CA8-847807333134}"/>
    <dgm:cxn modelId="{F53D5FC4-2FA3-8943-8788-7EAB4032329F}" type="presOf" srcId="{708D1822-DE68-B94F-8E3E-D683F111F8E1}" destId="{EF9243D1-795A-B543-B766-255881B95357}" srcOrd="0" destOrd="2" presId="urn:microsoft.com/office/officeart/2005/8/layout/hList1"/>
    <dgm:cxn modelId="{5E5D7599-A65D-3F44-8372-5555F080EFFD}" type="presOf" srcId="{13C33B87-A7CC-F540-BD43-FF7AA8A3451F}" destId="{02ABA9CE-3BE0-1E40-BF7E-09642BD57E83}" srcOrd="0" destOrd="1" presId="urn:microsoft.com/office/officeart/2005/8/layout/hList1"/>
    <dgm:cxn modelId="{11B5F17B-C72F-4D41-AA10-4988A57E97E3}" srcId="{6E99F7F7-D9AD-2B4E-A8AA-75E16357D739}" destId="{8219F3B1-6DF8-3647-A00A-71521BAEC02F}" srcOrd="2" destOrd="0" parTransId="{D8A41234-A999-5A4B-942B-F41203978BF0}" sibTransId="{78DBCB5F-78F8-964C-9A4E-1FC7D8F27E40}"/>
    <dgm:cxn modelId="{5B15036B-03EA-EB45-9CC3-9F18DA44E0AD}" type="presOf" srcId="{6BC20217-D3E5-A844-8E7E-764BEA308D9A}" destId="{8544D900-851D-424D-AB0D-A5C8F32FA9C4}" srcOrd="0" destOrd="0" presId="urn:microsoft.com/office/officeart/2005/8/layout/hList1"/>
    <dgm:cxn modelId="{BFEA3C28-333B-C24A-973F-B4D1A9315E40}" srcId="{6C153932-7ACC-9C47-937F-DF0673BE9D37}" destId="{35816FFE-669D-5A41-9AB9-441E04AC041D}" srcOrd="1" destOrd="0" parTransId="{CBAABDE0-61DA-4941-830C-5A873E62634B}" sibTransId="{8D546DE8-A35D-5740-A69A-76D149EBFEC2}"/>
    <dgm:cxn modelId="{11804884-3259-CA4F-89DB-4310526DB5F2}" type="presOf" srcId="{8219F3B1-6DF8-3647-A00A-71521BAEC02F}" destId="{02ABA9CE-3BE0-1E40-BF7E-09642BD57E83}" srcOrd="0" destOrd="2" presId="urn:microsoft.com/office/officeart/2005/8/layout/hList1"/>
    <dgm:cxn modelId="{7FC529A4-2DE2-5146-B538-480B9604046C}" type="presOf" srcId="{35816FFE-669D-5A41-9AB9-441E04AC041D}" destId="{EF9243D1-795A-B543-B766-255881B95357}" srcOrd="0" destOrd="1" presId="urn:microsoft.com/office/officeart/2005/8/layout/hList1"/>
    <dgm:cxn modelId="{BA94F3A1-F388-2343-85AB-7F149083346E}" srcId="{6BC20217-D3E5-A844-8E7E-764BEA308D9A}" destId="{6E99F7F7-D9AD-2B4E-A8AA-75E16357D739}" srcOrd="1" destOrd="0" parTransId="{F93B7D65-F4A9-8644-8C43-5A207F1358B5}" sibTransId="{E969FEE6-E086-9847-B548-46B9856A8F1D}"/>
    <dgm:cxn modelId="{1A18DA10-52E1-644D-8809-670410A2212C}" srcId="{6E99F7F7-D9AD-2B4E-A8AA-75E16357D739}" destId="{13C33B87-A7CC-F540-BD43-FF7AA8A3451F}" srcOrd="1" destOrd="0" parTransId="{44A9ABF1-7B8E-A446-B52D-4F202A41E109}" sibTransId="{A78ADA71-5C91-7346-A2BC-E3EF9A308B97}"/>
    <dgm:cxn modelId="{9ADD9776-90FF-8F41-B302-F687C1FD8360}" type="presOf" srcId="{1EE56E89-8357-9244-854C-A0E394686133}" destId="{02ABA9CE-3BE0-1E40-BF7E-09642BD57E83}" srcOrd="0" destOrd="0" presId="urn:microsoft.com/office/officeart/2005/8/layout/hList1"/>
    <dgm:cxn modelId="{2C68ECB2-8456-374D-9C29-B48C66D87D85}" type="presOf" srcId="{6C153932-7ACC-9C47-937F-DF0673BE9D37}" destId="{E18F8A48-5720-0346-B2B8-49A7E40DE9EF}" srcOrd="0" destOrd="0" presId="urn:microsoft.com/office/officeart/2005/8/layout/hList1"/>
    <dgm:cxn modelId="{0E733604-6F7A-0741-8435-B38535DEBC8D}" srcId="{6E99F7F7-D9AD-2B4E-A8AA-75E16357D739}" destId="{1EE56E89-8357-9244-854C-A0E394686133}" srcOrd="0" destOrd="0" parTransId="{21446E13-F538-324E-BEE8-D49AE334A6B1}" sibTransId="{DF3F49B1-775D-5F46-BB28-1B1AF0DDC396}"/>
    <dgm:cxn modelId="{9B1297D3-F838-1442-A905-FD63EDEC0C66}" srcId="{6C153932-7ACC-9C47-937F-DF0673BE9D37}" destId="{18F75C78-792A-FB48-83B6-55F681B10416}" srcOrd="3" destOrd="0" parTransId="{F9C7BD2A-449B-6D4D-B3A5-72090AA6A3E2}" sibTransId="{3A33559F-C434-6240-97C6-169E146BE290}"/>
    <dgm:cxn modelId="{92233FCA-6C18-C443-9402-D127A34E9E38}" type="presOf" srcId="{18F75C78-792A-FB48-83B6-55F681B10416}" destId="{EF9243D1-795A-B543-B766-255881B95357}" srcOrd="0" destOrd="3" presId="urn:microsoft.com/office/officeart/2005/8/layout/hList1"/>
    <dgm:cxn modelId="{C937E5A7-29DD-CE4C-AFA3-F7F5DD2FF35D}" srcId="{6C153932-7ACC-9C47-937F-DF0673BE9D37}" destId="{CC511AA6-BB96-4F43-BCA6-A0079209B760}" srcOrd="0" destOrd="0" parTransId="{F2565789-AD54-2549-BE22-E68AFFDA6B71}" sibTransId="{6C3CE9AA-9B52-2247-9A27-3D6489FCD943}"/>
    <dgm:cxn modelId="{14C1C75D-63B6-774E-9579-61E8BBE5AAE2}" type="presParOf" srcId="{8544D900-851D-424D-AB0D-A5C8F32FA9C4}" destId="{655F0C8E-2F57-1B48-88CF-9BA6C43DE8A5}" srcOrd="0" destOrd="0" presId="urn:microsoft.com/office/officeart/2005/8/layout/hList1"/>
    <dgm:cxn modelId="{B4FEAEA1-EB72-8C48-A8CC-45FE8544280C}" type="presParOf" srcId="{655F0C8E-2F57-1B48-88CF-9BA6C43DE8A5}" destId="{E18F8A48-5720-0346-B2B8-49A7E40DE9EF}" srcOrd="0" destOrd="0" presId="urn:microsoft.com/office/officeart/2005/8/layout/hList1"/>
    <dgm:cxn modelId="{CB4CD843-B42F-6145-B872-F6E71D15D13B}" type="presParOf" srcId="{655F0C8E-2F57-1B48-88CF-9BA6C43DE8A5}" destId="{EF9243D1-795A-B543-B766-255881B95357}" srcOrd="1" destOrd="0" presId="urn:microsoft.com/office/officeart/2005/8/layout/hList1"/>
    <dgm:cxn modelId="{CFE246DB-60AC-EE4B-9BE2-3B326DDC09DD}" type="presParOf" srcId="{8544D900-851D-424D-AB0D-A5C8F32FA9C4}" destId="{C5614CA7-2ACA-C549-B2E5-52DF0D6877F9}" srcOrd="1" destOrd="0" presId="urn:microsoft.com/office/officeart/2005/8/layout/hList1"/>
    <dgm:cxn modelId="{613411D6-AEA8-4844-AE0B-0B720635DD04}" type="presParOf" srcId="{8544D900-851D-424D-AB0D-A5C8F32FA9C4}" destId="{48A3A081-BC76-114E-9535-F319ABD24C2C}" srcOrd="2" destOrd="0" presId="urn:microsoft.com/office/officeart/2005/8/layout/hList1"/>
    <dgm:cxn modelId="{22367527-41A0-BB47-A174-0BAB153EE2EE}" type="presParOf" srcId="{48A3A081-BC76-114E-9535-F319ABD24C2C}" destId="{4E6C426E-8C06-154C-9D82-1A473EF28DDF}" srcOrd="0" destOrd="0" presId="urn:microsoft.com/office/officeart/2005/8/layout/hList1"/>
    <dgm:cxn modelId="{2FCF51E2-734E-3E4C-A541-3E9FD0DD24B7}" type="presParOf" srcId="{48A3A081-BC76-114E-9535-F319ABD24C2C}" destId="{02ABA9CE-3BE0-1E40-BF7E-09642BD57E8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D99B0F0-A053-6A48-A5C4-2CAC6803C603}" type="doc">
      <dgm:prSet loTypeId="urn:microsoft.com/office/officeart/2005/8/layout/radial6" loCatId="cycle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4283F98-1782-B546-97A3-B573F8168FA8}">
      <dgm:prSet phldrT="[Text]"/>
      <dgm:spPr/>
      <dgm:t>
        <a:bodyPr/>
        <a:lstStyle/>
        <a:p>
          <a:r>
            <a:rPr lang="en-US" dirty="0" smtClean="0"/>
            <a:t>Design architectures share three characteristics:</a:t>
          </a:r>
          <a:endParaRPr lang="en-US" dirty="0"/>
        </a:p>
      </dgm:t>
    </dgm:pt>
    <dgm:pt modelId="{714065D3-EF8B-7147-9DC7-01EEA1A1D54D}" type="parTrans" cxnId="{94A586EA-84C6-2241-850C-9D6C353A1AEF}">
      <dgm:prSet/>
      <dgm:spPr/>
      <dgm:t>
        <a:bodyPr/>
        <a:lstStyle/>
        <a:p>
          <a:endParaRPr lang="en-US"/>
        </a:p>
      </dgm:t>
    </dgm:pt>
    <dgm:pt modelId="{3812E879-D69E-7C49-96B4-30ECFD84AF2C}" type="sibTrans" cxnId="{94A586EA-84C6-2241-850C-9D6C353A1AEF}">
      <dgm:prSet/>
      <dgm:spPr/>
      <dgm:t>
        <a:bodyPr/>
        <a:lstStyle/>
        <a:p>
          <a:endParaRPr lang="en-US"/>
        </a:p>
      </dgm:t>
    </dgm:pt>
    <dgm:pt modelId="{C21C886C-4955-7948-9662-2E9F8647B739}">
      <dgm:prSet custT="1"/>
      <dgm:spPr/>
      <dgm:t>
        <a:bodyPr/>
        <a:lstStyle/>
        <a:p>
          <a:r>
            <a:rPr lang="en-US" sz="1400" dirty="0" smtClean="0"/>
            <a:t>RAID is a set of physical disk drives viewed by the operating system as a single logical drive</a:t>
          </a:r>
        </a:p>
      </dgm:t>
    </dgm:pt>
    <dgm:pt modelId="{67E6E4AD-DE09-D841-8897-EB31A9B4534F}" type="parTrans" cxnId="{2E3FFE48-8D1E-C946-A5BA-897087AD81D0}">
      <dgm:prSet/>
      <dgm:spPr/>
      <dgm:t>
        <a:bodyPr/>
        <a:lstStyle/>
        <a:p>
          <a:endParaRPr lang="en-US"/>
        </a:p>
      </dgm:t>
    </dgm:pt>
    <dgm:pt modelId="{36DFB653-CBD6-BF4D-8E1C-70119C005BF6}" type="sibTrans" cxnId="{2E3FFE48-8D1E-C946-A5BA-897087AD81D0}">
      <dgm:prSet/>
      <dgm:spPr>
        <a:solidFill>
          <a:srgbClr val="660066"/>
        </a:solidFill>
        <a:effectLst>
          <a:glow rad="101600">
            <a:schemeClr val="accent2">
              <a:alpha val="75000"/>
            </a:schemeClr>
          </a:glow>
          <a:softEdge rad="38100"/>
        </a:effectLst>
      </dgm:spPr>
      <dgm:t>
        <a:bodyPr/>
        <a:lstStyle/>
        <a:p>
          <a:endParaRPr lang="en-US"/>
        </a:p>
      </dgm:t>
    </dgm:pt>
    <dgm:pt modelId="{56A8334D-CC9F-4443-ABB3-EED837876C14}">
      <dgm:prSet custT="1"/>
      <dgm:spPr/>
      <dgm:t>
        <a:bodyPr/>
        <a:lstStyle/>
        <a:p>
          <a:r>
            <a:rPr lang="en-US" sz="1400" dirty="0" smtClean="0"/>
            <a:t>data are distributed across the physical drives of an array in a scheme known as striping</a:t>
          </a:r>
        </a:p>
      </dgm:t>
    </dgm:pt>
    <dgm:pt modelId="{7FEC567C-030B-5845-96D3-5536B73B9D2B}" type="parTrans" cxnId="{3D5D19B9-80BC-B940-A72A-3FA8E1E24DA8}">
      <dgm:prSet/>
      <dgm:spPr/>
      <dgm:t>
        <a:bodyPr/>
        <a:lstStyle/>
        <a:p>
          <a:endParaRPr lang="en-US"/>
        </a:p>
      </dgm:t>
    </dgm:pt>
    <dgm:pt modelId="{7F096F61-96A9-8449-B30E-D6877572DF77}" type="sibTrans" cxnId="{3D5D19B9-80BC-B940-A72A-3FA8E1E24DA8}">
      <dgm:prSet/>
      <dgm:spPr>
        <a:solidFill>
          <a:srgbClr val="660066"/>
        </a:solidFill>
        <a:effectLst>
          <a:glow rad="101600">
            <a:schemeClr val="accent2">
              <a:alpha val="75000"/>
            </a:schemeClr>
          </a:glow>
          <a:softEdge rad="38100"/>
        </a:effectLst>
      </dgm:spPr>
      <dgm:t>
        <a:bodyPr/>
        <a:lstStyle/>
        <a:p>
          <a:endParaRPr lang="en-US"/>
        </a:p>
      </dgm:t>
    </dgm:pt>
    <dgm:pt modelId="{5AF4FB94-E203-9941-908C-1D98442DD0DC}">
      <dgm:prSet custT="1"/>
      <dgm:spPr/>
      <dgm:t>
        <a:bodyPr/>
        <a:lstStyle/>
        <a:p>
          <a:r>
            <a:rPr lang="en-US" sz="1400" dirty="0" smtClean="0"/>
            <a:t>redundant disk capacity is used to store parity information, which guarantees data recoverability in case of a disk failure</a:t>
          </a:r>
        </a:p>
      </dgm:t>
    </dgm:pt>
    <dgm:pt modelId="{7B4C8023-BDFB-4742-A15F-3BFA0A936A0B}" type="parTrans" cxnId="{4EC42065-7C62-C943-8705-AB351D89DA89}">
      <dgm:prSet/>
      <dgm:spPr/>
      <dgm:t>
        <a:bodyPr/>
        <a:lstStyle/>
        <a:p>
          <a:endParaRPr lang="en-US"/>
        </a:p>
      </dgm:t>
    </dgm:pt>
    <dgm:pt modelId="{3EA5DB6F-B814-DE46-8E68-2F089B764518}" type="sibTrans" cxnId="{4EC42065-7C62-C943-8705-AB351D89DA89}">
      <dgm:prSet/>
      <dgm:spPr>
        <a:solidFill>
          <a:srgbClr val="660066"/>
        </a:solidFill>
        <a:effectLst>
          <a:glow rad="101600">
            <a:schemeClr val="accent2">
              <a:alpha val="75000"/>
            </a:schemeClr>
          </a:glow>
          <a:softEdge rad="38100"/>
        </a:effectLst>
      </dgm:spPr>
      <dgm:t>
        <a:bodyPr/>
        <a:lstStyle/>
        <a:p>
          <a:endParaRPr lang="en-US"/>
        </a:p>
      </dgm:t>
    </dgm:pt>
    <dgm:pt modelId="{9BA4650C-00B1-874F-9A00-7CD94E6343DF}" type="pres">
      <dgm:prSet presAssocID="{FD99B0F0-A053-6A48-A5C4-2CAC6803C603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025BB83-2A41-5D43-8FBC-BDA48E16B62E}" type="pres">
      <dgm:prSet presAssocID="{04283F98-1782-B546-97A3-B573F8168FA8}" presName="centerShape" presStyleLbl="node0" presStyleIdx="0" presStyleCnt="1" custLinFactNeighborX="1567" custLinFactNeighborY="-7944"/>
      <dgm:spPr/>
      <dgm:t>
        <a:bodyPr/>
        <a:lstStyle/>
        <a:p>
          <a:endParaRPr lang="en-US"/>
        </a:p>
      </dgm:t>
    </dgm:pt>
    <dgm:pt modelId="{F0ECC5BA-B2AE-EB4D-841F-101D1AFD4833}" type="pres">
      <dgm:prSet presAssocID="{C21C886C-4955-7948-9662-2E9F8647B739}" presName="node" presStyleLbl="node1" presStyleIdx="0" presStyleCnt="3" custScaleX="19384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3611D0-FA5A-1647-9883-7786E9183578}" type="pres">
      <dgm:prSet presAssocID="{C21C886C-4955-7948-9662-2E9F8647B739}" presName="dummy" presStyleCnt="0"/>
      <dgm:spPr/>
    </dgm:pt>
    <dgm:pt modelId="{98F89655-7812-ED49-B6F7-5A03ADD378C3}" type="pres">
      <dgm:prSet presAssocID="{36DFB653-CBD6-BF4D-8E1C-70119C005BF6}" presName="sibTrans" presStyleLbl="sibTrans2D1" presStyleIdx="0" presStyleCnt="3"/>
      <dgm:spPr/>
      <dgm:t>
        <a:bodyPr/>
        <a:lstStyle/>
        <a:p>
          <a:endParaRPr lang="en-US"/>
        </a:p>
      </dgm:t>
    </dgm:pt>
    <dgm:pt modelId="{5E167099-31A5-5442-AFA2-F77104F37352}" type="pres">
      <dgm:prSet presAssocID="{56A8334D-CC9F-4443-ABB3-EED837876C14}" presName="node" presStyleLbl="node1" presStyleIdx="1" presStyleCnt="3" custScaleX="168059" custScaleY="14249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92F736-2BF9-3840-8D71-A88D0548A299}" type="pres">
      <dgm:prSet presAssocID="{56A8334D-CC9F-4443-ABB3-EED837876C14}" presName="dummy" presStyleCnt="0"/>
      <dgm:spPr/>
    </dgm:pt>
    <dgm:pt modelId="{ED29189C-FEBF-5D43-9AE1-09F1543B00F5}" type="pres">
      <dgm:prSet presAssocID="{7F096F61-96A9-8449-B30E-D6877572DF77}" presName="sibTrans" presStyleLbl="sibTrans2D1" presStyleIdx="1" presStyleCnt="3"/>
      <dgm:spPr/>
      <dgm:t>
        <a:bodyPr/>
        <a:lstStyle/>
        <a:p>
          <a:endParaRPr lang="en-US"/>
        </a:p>
      </dgm:t>
    </dgm:pt>
    <dgm:pt modelId="{729DF47F-7ACD-6547-A7C6-4776125E4E24}" type="pres">
      <dgm:prSet presAssocID="{5AF4FB94-E203-9941-908C-1D98442DD0DC}" presName="node" presStyleLbl="node1" presStyleIdx="2" presStyleCnt="3" custScaleX="222159" custScaleY="12999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44F72E-F6EB-3847-B8CF-F38DD9D5B316}" type="pres">
      <dgm:prSet presAssocID="{5AF4FB94-E203-9941-908C-1D98442DD0DC}" presName="dummy" presStyleCnt="0"/>
      <dgm:spPr/>
    </dgm:pt>
    <dgm:pt modelId="{49509A77-E9B9-3643-9870-F7859BB971F0}" type="pres">
      <dgm:prSet presAssocID="{3EA5DB6F-B814-DE46-8E68-2F089B764518}" presName="sibTrans" presStyleLbl="sibTrans2D1" presStyleIdx="2" presStyleCnt="3"/>
      <dgm:spPr/>
      <dgm:t>
        <a:bodyPr/>
        <a:lstStyle/>
        <a:p>
          <a:endParaRPr lang="en-US"/>
        </a:p>
      </dgm:t>
    </dgm:pt>
  </dgm:ptLst>
  <dgm:cxnLst>
    <dgm:cxn modelId="{65C01FE7-B5EC-9540-BAAE-4EF4B46FE099}" type="presOf" srcId="{7F096F61-96A9-8449-B30E-D6877572DF77}" destId="{ED29189C-FEBF-5D43-9AE1-09F1543B00F5}" srcOrd="0" destOrd="0" presId="urn:microsoft.com/office/officeart/2005/8/layout/radial6"/>
    <dgm:cxn modelId="{94A586EA-84C6-2241-850C-9D6C353A1AEF}" srcId="{FD99B0F0-A053-6A48-A5C4-2CAC6803C603}" destId="{04283F98-1782-B546-97A3-B573F8168FA8}" srcOrd="0" destOrd="0" parTransId="{714065D3-EF8B-7147-9DC7-01EEA1A1D54D}" sibTransId="{3812E879-D69E-7C49-96B4-30ECFD84AF2C}"/>
    <dgm:cxn modelId="{2E3FFE48-8D1E-C946-A5BA-897087AD81D0}" srcId="{04283F98-1782-B546-97A3-B573F8168FA8}" destId="{C21C886C-4955-7948-9662-2E9F8647B739}" srcOrd="0" destOrd="0" parTransId="{67E6E4AD-DE09-D841-8897-EB31A9B4534F}" sibTransId="{36DFB653-CBD6-BF4D-8E1C-70119C005BF6}"/>
    <dgm:cxn modelId="{C95E16A8-0C26-2147-B900-185AC4268879}" type="presOf" srcId="{FD99B0F0-A053-6A48-A5C4-2CAC6803C603}" destId="{9BA4650C-00B1-874F-9A00-7CD94E6343DF}" srcOrd="0" destOrd="0" presId="urn:microsoft.com/office/officeart/2005/8/layout/radial6"/>
    <dgm:cxn modelId="{3D5D19B9-80BC-B940-A72A-3FA8E1E24DA8}" srcId="{04283F98-1782-B546-97A3-B573F8168FA8}" destId="{56A8334D-CC9F-4443-ABB3-EED837876C14}" srcOrd="1" destOrd="0" parTransId="{7FEC567C-030B-5845-96D3-5536B73B9D2B}" sibTransId="{7F096F61-96A9-8449-B30E-D6877572DF77}"/>
    <dgm:cxn modelId="{F8752265-5D1D-4844-823B-5162E6340BF4}" type="presOf" srcId="{3EA5DB6F-B814-DE46-8E68-2F089B764518}" destId="{49509A77-E9B9-3643-9870-F7859BB971F0}" srcOrd="0" destOrd="0" presId="urn:microsoft.com/office/officeart/2005/8/layout/radial6"/>
    <dgm:cxn modelId="{4EC42065-7C62-C943-8705-AB351D89DA89}" srcId="{04283F98-1782-B546-97A3-B573F8168FA8}" destId="{5AF4FB94-E203-9941-908C-1D98442DD0DC}" srcOrd="2" destOrd="0" parTransId="{7B4C8023-BDFB-4742-A15F-3BFA0A936A0B}" sibTransId="{3EA5DB6F-B814-DE46-8E68-2F089B764518}"/>
    <dgm:cxn modelId="{4948B32C-04F3-0A42-BECB-53B93DCA810E}" type="presOf" srcId="{04283F98-1782-B546-97A3-B573F8168FA8}" destId="{3025BB83-2A41-5D43-8FBC-BDA48E16B62E}" srcOrd="0" destOrd="0" presId="urn:microsoft.com/office/officeart/2005/8/layout/radial6"/>
    <dgm:cxn modelId="{33FFED9B-BC19-1C45-B687-AEA5D92920AB}" type="presOf" srcId="{56A8334D-CC9F-4443-ABB3-EED837876C14}" destId="{5E167099-31A5-5442-AFA2-F77104F37352}" srcOrd="0" destOrd="0" presId="urn:microsoft.com/office/officeart/2005/8/layout/radial6"/>
    <dgm:cxn modelId="{477DAA8F-A3B5-6F4D-A772-E16559D05779}" type="presOf" srcId="{C21C886C-4955-7948-9662-2E9F8647B739}" destId="{F0ECC5BA-B2AE-EB4D-841F-101D1AFD4833}" srcOrd="0" destOrd="0" presId="urn:microsoft.com/office/officeart/2005/8/layout/radial6"/>
    <dgm:cxn modelId="{22BEC574-EE28-034A-9851-3C156FF7D54A}" type="presOf" srcId="{5AF4FB94-E203-9941-908C-1D98442DD0DC}" destId="{729DF47F-7ACD-6547-A7C6-4776125E4E24}" srcOrd="0" destOrd="0" presId="urn:microsoft.com/office/officeart/2005/8/layout/radial6"/>
    <dgm:cxn modelId="{652B2FA8-AD7E-4C41-92C1-F250BAB70BCF}" type="presOf" srcId="{36DFB653-CBD6-BF4D-8E1C-70119C005BF6}" destId="{98F89655-7812-ED49-B6F7-5A03ADD378C3}" srcOrd="0" destOrd="0" presId="urn:microsoft.com/office/officeart/2005/8/layout/radial6"/>
    <dgm:cxn modelId="{34BD6C89-4584-E249-B2B2-9344F3508CA5}" type="presParOf" srcId="{9BA4650C-00B1-874F-9A00-7CD94E6343DF}" destId="{3025BB83-2A41-5D43-8FBC-BDA48E16B62E}" srcOrd="0" destOrd="0" presId="urn:microsoft.com/office/officeart/2005/8/layout/radial6"/>
    <dgm:cxn modelId="{7C77D74C-7DA9-DF49-A5D0-238C7DBA4BA0}" type="presParOf" srcId="{9BA4650C-00B1-874F-9A00-7CD94E6343DF}" destId="{F0ECC5BA-B2AE-EB4D-841F-101D1AFD4833}" srcOrd="1" destOrd="0" presId="urn:microsoft.com/office/officeart/2005/8/layout/radial6"/>
    <dgm:cxn modelId="{FC1C0B99-DEC6-764F-A50B-DAD6DCBD199E}" type="presParOf" srcId="{9BA4650C-00B1-874F-9A00-7CD94E6343DF}" destId="{3B3611D0-FA5A-1647-9883-7786E9183578}" srcOrd="2" destOrd="0" presId="urn:microsoft.com/office/officeart/2005/8/layout/radial6"/>
    <dgm:cxn modelId="{28E2502A-06FE-0441-8FC7-AF00C0DEA933}" type="presParOf" srcId="{9BA4650C-00B1-874F-9A00-7CD94E6343DF}" destId="{98F89655-7812-ED49-B6F7-5A03ADD378C3}" srcOrd="3" destOrd="0" presId="urn:microsoft.com/office/officeart/2005/8/layout/radial6"/>
    <dgm:cxn modelId="{63263CB6-4288-764F-B540-51C82D4BF36B}" type="presParOf" srcId="{9BA4650C-00B1-874F-9A00-7CD94E6343DF}" destId="{5E167099-31A5-5442-AFA2-F77104F37352}" srcOrd="4" destOrd="0" presId="urn:microsoft.com/office/officeart/2005/8/layout/radial6"/>
    <dgm:cxn modelId="{09EE42AC-2B5F-384B-8D04-2375A99C6E6F}" type="presParOf" srcId="{9BA4650C-00B1-874F-9A00-7CD94E6343DF}" destId="{0592F736-2BF9-3840-8D71-A88D0548A299}" srcOrd="5" destOrd="0" presId="urn:microsoft.com/office/officeart/2005/8/layout/radial6"/>
    <dgm:cxn modelId="{C94E0A81-402C-AB46-AEB0-F60E3DA23304}" type="presParOf" srcId="{9BA4650C-00B1-874F-9A00-7CD94E6343DF}" destId="{ED29189C-FEBF-5D43-9AE1-09F1543B00F5}" srcOrd="6" destOrd="0" presId="urn:microsoft.com/office/officeart/2005/8/layout/radial6"/>
    <dgm:cxn modelId="{839BD372-9CF2-D643-B9B3-78BC948FB357}" type="presParOf" srcId="{9BA4650C-00B1-874F-9A00-7CD94E6343DF}" destId="{729DF47F-7ACD-6547-A7C6-4776125E4E24}" srcOrd="7" destOrd="0" presId="urn:microsoft.com/office/officeart/2005/8/layout/radial6"/>
    <dgm:cxn modelId="{D8DF1B01-C0C3-C140-B1D5-6B1CF8D0915A}" type="presParOf" srcId="{9BA4650C-00B1-874F-9A00-7CD94E6343DF}" destId="{EA44F72E-F6EB-3847-B8CF-F38DD9D5B316}" srcOrd="8" destOrd="0" presId="urn:microsoft.com/office/officeart/2005/8/layout/radial6"/>
    <dgm:cxn modelId="{75C28165-F7C7-064D-8F68-9B376DD558EE}" type="presParOf" srcId="{9BA4650C-00B1-874F-9A00-7CD94E6343DF}" destId="{49509A77-E9B9-3643-9870-F7859BB971F0}" srcOrd="9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C9979D-1879-0C4F-8A37-54B31EF240CF}">
      <dsp:nvSpPr>
        <dsp:cNvPr id="0" name=""/>
        <dsp:cNvSpPr/>
      </dsp:nvSpPr>
      <dsp:spPr>
        <a:xfrm>
          <a:off x="0" y="306780"/>
          <a:ext cx="6248400" cy="793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4945" tIns="291592" rIns="484945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suitable for communicating with the computer user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printers, terminals, video display, keyboard, mouse</a:t>
          </a:r>
          <a:endParaRPr lang="en-US" sz="1400" kern="1200" dirty="0"/>
        </a:p>
      </dsp:txBody>
      <dsp:txXfrm>
        <a:off x="0" y="306780"/>
        <a:ext cx="6248400" cy="793800"/>
      </dsp:txXfrm>
    </dsp:sp>
    <dsp:sp modelId="{FBB9E506-97C9-A249-8FED-E01C7E14EF65}">
      <dsp:nvSpPr>
        <dsp:cNvPr id="0" name=""/>
        <dsp:cNvSpPr/>
      </dsp:nvSpPr>
      <dsp:spPr>
        <a:xfrm>
          <a:off x="312420" y="100139"/>
          <a:ext cx="4373880" cy="413280"/>
        </a:xfrm>
        <a:prstGeom prst="roundRect">
          <a:avLst/>
        </a:prstGeom>
        <a:solidFill>
          <a:schemeClr val="accent2"/>
        </a:solidFill>
        <a:ln>
          <a:noFill/>
        </a:ln>
        <a:effectLst>
          <a:softEdge rad="50800"/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322" tIns="0" rIns="165322" bIns="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tx1"/>
              </a:solidFill>
            </a:rPr>
            <a:t>Human readable</a:t>
          </a:r>
          <a:endParaRPr lang="en-US" sz="1400" kern="1200" dirty="0">
            <a:solidFill>
              <a:schemeClr val="tx1"/>
            </a:solidFill>
          </a:endParaRPr>
        </a:p>
      </dsp:txBody>
      <dsp:txXfrm>
        <a:off x="332595" y="120314"/>
        <a:ext cx="4333530" cy="372930"/>
      </dsp:txXfrm>
    </dsp:sp>
    <dsp:sp modelId="{6D7049AE-0945-ED43-A96C-FF52F6539C8F}">
      <dsp:nvSpPr>
        <dsp:cNvPr id="0" name=""/>
        <dsp:cNvSpPr/>
      </dsp:nvSpPr>
      <dsp:spPr>
        <a:xfrm>
          <a:off x="0" y="1382820"/>
          <a:ext cx="6248400" cy="793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4945" tIns="291592" rIns="484945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400" kern="1200" dirty="0" smtClean="0"/>
            <a:t>suitable for communicating with electronic equipment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400" kern="1200" smtClean="0"/>
            <a:t>disk drives, USB keys, sensors, controllers</a:t>
          </a:r>
          <a:endParaRPr lang="en-NZ" sz="1400" kern="1200" dirty="0" smtClean="0"/>
        </a:p>
      </dsp:txBody>
      <dsp:txXfrm>
        <a:off x="0" y="1382820"/>
        <a:ext cx="6248400" cy="793800"/>
      </dsp:txXfrm>
    </dsp:sp>
    <dsp:sp modelId="{B3123124-83CF-B944-9DE9-775C9C34CCC6}">
      <dsp:nvSpPr>
        <dsp:cNvPr id="0" name=""/>
        <dsp:cNvSpPr/>
      </dsp:nvSpPr>
      <dsp:spPr>
        <a:xfrm>
          <a:off x="312420" y="1176180"/>
          <a:ext cx="4373880" cy="413280"/>
        </a:xfrm>
        <a:prstGeom prst="roundRect">
          <a:avLst/>
        </a:prstGeom>
        <a:solidFill>
          <a:schemeClr val="accent2"/>
        </a:solidFill>
        <a:ln>
          <a:noFill/>
        </a:ln>
        <a:effectLst>
          <a:softEdge rad="50800"/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322" tIns="0" rIns="165322" bIns="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1400" b="1" kern="1200" dirty="0" smtClean="0">
              <a:solidFill>
                <a:schemeClr val="tx1"/>
              </a:solidFill>
            </a:rPr>
            <a:t>Machine readable</a:t>
          </a:r>
          <a:endParaRPr lang="en-US" sz="1400" kern="1200" dirty="0">
            <a:solidFill>
              <a:schemeClr val="tx1"/>
            </a:solidFill>
          </a:endParaRPr>
        </a:p>
      </dsp:txBody>
      <dsp:txXfrm>
        <a:off x="332595" y="1196355"/>
        <a:ext cx="4333530" cy="372930"/>
      </dsp:txXfrm>
    </dsp:sp>
    <dsp:sp modelId="{296168ED-EAA0-5940-A255-E05A1D713695}">
      <dsp:nvSpPr>
        <dsp:cNvPr id="0" name=""/>
        <dsp:cNvSpPr/>
      </dsp:nvSpPr>
      <dsp:spPr>
        <a:xfrm>
          <a:off x="0" y="2458860"/>
          <a:ext cx="6248400" cy="793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4945" tIns="291592" rIns="484945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smtClean="0"/>
            <a:t>suitable for communicating with remote devices</a:t>
          </a:r>
          <a:endParaRPr lang="en-US" sz="1400" kern="1200" dirty="0" smtClean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smtClean="0"/>
            <a:t>modems, digital line drivers</a:t>
          </a:r>
          <a:endParaRPr lang="en-US" sz="1400" kern="1200" dirty="0"/>
        </a:p>
      </dsp:txBody>
      <dsp:txXfrm>
        <a:off x="0" y="2458860"/>
        <a:ext cx="6248400" cy="793800"/>
      </dsp:txXfrm>
    </dsp:sp>
    <dsp:sp modelId="{FADD827A-CDD6-4644-BCD4-259123B08226}">
      <dsp:nvSpPr>
        <dsp:cNvPr id="0" name=""/>
        <dsp:cNvSpPr/>
      </dsp:nvSpPr>
      <dsp:spPr>
        <a:xfrm>
          <a:off x="312420" y="2252220"/>
          <a:ext cx="4373880" cy="413280"/>
        </a:xfrm>
        <a:prstGeom prst="roundRect">
          <a:avLst/>
        </a:prstGeom>
        <a:solidFill>
          <a:schemeClr val="accent2"/>
        </a:solidFill>
        <a:ln>
          <a:noFill/>
        </a:ln>
        <a:effectLst>
          <a:softEdge rad="50800"/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322" tIns="0" rIns="165322" bIns="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tx1"/>
              </a:solidFill>
            </a:rPr>
            <a:t>Communication</a:t>
          </a:r>
          <a:endParaRPr lang="en-US" sz="1400" kern="1200" dirty="0">
            <a:solidFill>
              <a:schemeClr val="tx1"/>
            </a:solidFill>
          </a:endParaRPr>
        </a:p>
      </dsp:txBody>
      <dsp:txXfrm>
        <a:off x="332595" y="2272395"/>
        <a:ext cx="4333530" cy="3729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1697AA-6F2E-7449-90DE-FB96F58E7434}">
      <dsp:nvSpPr>
        <dsp:cNvPr id="0" name=""/>
        <dsp:cNvSpPr/>
      </dsp:nvSpPr>
      <dsp:spPr>
        <a:xfrm>
          <a:off x="152427" y="112559"/>
          <a:ext cx="1447799" cy="374400"/>
        </a:xfrm>
        <a:prstGeom prst="roundRect">
          <a:avLst/>
        </a:prstGeom>
        <a:solidFill>
          <a:srgbClr val="66006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1600" i="1" kern="1200" dirty="0" smtClean="0"/>
            <a:t>Data Rate</a:t>
          </a:r>
          <a:endParaRPr lang="en-US" sz="1600" kern="1200" dirty="0"/>
        </a:p>
      </dsp:txBody>
      <dsp:txXfrm>
        <a:off x="170704" y="130836"/>
        <a:ext cx="1411245" cy="337846"/>
      </dsp:txXfrm>
    </dsp:sp>
    <dsp:sp modelId="{B00DCD4E-F410-434E-81C9-BE9769CEE00B}">
      <dsp:nvSpPr>
        <dsp:cNvPr id="0" name=""/>
        <dsp:cNvSpPr/>
      </dsp:nvSpPr>
      <dsp:spPr>
        <a:xfrm>
          <a:off x="0" y="476739"/>
          <a:ext cx="8153400" cy="264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870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NZ" sz="1200" kern="1200" dirty="0" smtClean="0"/>
            <a:t>there may be differences of magnitude between the data transfer rates</a:t>
          </a:r>
        </a:p>
      </dsp:txBody>
      <dsp:txXfrm>
        <a:off x="0" y="476739"/>
        <a:ext cx="8153400" cy="264960"/>
      </dsp:txXfrm>
    </dsp:sp>
    <dsp:sp modelId="{C2A04FB9-B6AD-414E-BE4E-036609EBCAEA}">
      <dsp:nvSpPr>
        <dsp:cNvPr id="0" name=""/>
        <dsp:cNvSpPr/>
      </dsp:nvSpPr>
      <dsp:spPr>
        <a:xfrm>
          <a:off x="609629" y="712800"/>
          <a:ext cx="1295412" cy="374400"/>
        </a:xfrm>
        <a:prstGeom prst="roundRect">
          <a:avLst/>
        </a:prstGeom>
        <a:solidFill>
          <a:srgbClr val="66006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1600" i="1" kern="1200" dirty="0" smtClean="0"/>
            <a:t>Application</a:t>
          </a:r>
        </a:p>
      </dsp:txBody>
      <dsp:txXfrm>
        <a:off x="627906" y="731077"/>
        <a:ext cx="1258858" cy="337846"/>
      </dsp:txXfrm>
    </dsp:sp>
    <dsp:sp modelId="{2E251410-9931-0D4F-A823-A02A504030FD}">
      <dsp:nvSpPr>
        <dsp:cNvPr id="0" name=""/>
        <dsp:cNvSpPr/>
      </dsp:nvSpPr>
      <dsp:spPr>
        <a:xfrm>
          <a:off x="0" y="1116099"/>
          <a:ext cx="8153400" cy="264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870" tIns="20320" rIns="113792" bIns="20320" numCol="1" spcCol="1270" anchor="t" anchorCtr="0">
          <a:noAutofit/>
        </a:bodyPr>
        <a:lstStyle/>
        <a:p>
          <a:pPr marL="0" lvl="1" indent="398463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NZ" sz="1200" kern="1200" dirty="0" smtClean="0"/>
            <a:t>	the use to which a device is put has an influence on the software</a:t>
          </a:r>
        </a:p>
      </dsp:txBody>
      <dsp:txXfrm>
        <a:off x="0" y="1116099"/>
        <a:ext cx="8153400" cy="264960"/>
      </dsp:txXfrm>
    </dsp:sp>
    <dsp:sp modelId="{D093E668-DD04-3B4D-931D-746998A4E52F}">
      <dsp:nvSpPr>
        <dsp:cNvPr id="0" name=""/>
        <dsp:cNvSpPr/>
      </dsp:nvSpPr>
      <dsp:spPr>
        <a:xfrm>
          <a:off x="1066790" y="1389239"/>
          <a:ext cx="2057428" cy="374400"/>
        </a:xfrm>
        <a:prstGeom prst="roundRect">
          <a:avLst/>
        </a:prstGeom>
        <a:solidFill>
          <a:srgbClr val="66006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1600" i="1" kern="1200" dirty="0" smtClean="0"/>
            <a:t>Complexity of Control</a:t>
          </a:r>
        </a:p>
      </dsp:txBody>
      <dsp:txXfrm>
        <a:off x="1085067" y="1407516"/>
        <a:ext cx="2020874" cy="337846"/>
      </dsp:txXfrm>
    </dsp:sp>
    <dsp:sp modelId="{0903CA08-4097-3E40-B231-92CC74ADA7F2}">
      <dsp:nvSpPr>
        <dsp:cNvPr id="0" name=""/>
        <dsp:cNvSpPr/>
      </dsp:nvSpPr>
      <dsp:spPr>
        <a:xfrm>
          <a:off x="0" y="1755459"/>
          <a:ext cx="8153400" cy="264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870" tIns="20320" rIns="113792" bIns="20320" numCol="1" spcCol="1270" anchor="t" anchorCtr="0">
          <a:noAutofit/>
        </a:bodyPr>
        <a:lstStyle/>
        <a:p>
          <a:pPr marL="858838" lvl="1" indent="52388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NZ" sz="1200" kern="1200" dirty="0" smtClean="0"/>
            <a:t> the effect on the operating system is filtered by the complexity of the I/O module that controls the device</a:t>
          </a:r>
        </a:p>
      </dsp:txBody>
      <dsp:txXfrm>
        <a:off x="0" y="1755459"/>
        <a:ext cx="8153400" cy="264960"/>
      </dsp:txXfrm>
    </dsp:sp>
    <dsp:sp modelId="{BC5654AB-8C77-7844-9D3C-37FD22A60A54}">
      <dsp:nvSpPr>
        <dsp:cNvPr id="0" name=""/>
        <dsp:cNvSpPr/>
      </dsp:nvSpPr>
      <dsp:spPr>
        <a:xfrm>
          <a:off x="1524033" y="2065680"/>
          <a:ext cx="1600186" cy="374400"/>
        </a:xfrm>
        <a:prstGeom prst="roundRect">
          <a:avLst/>
        </a:prstGeom>
        <a:solidFill>
          <a:srgbClr val="66006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1600" i="1" kern="1200" dirty="0" smtClean="0"/>
            <a:t>Unit of Transfer</a:t>
          </a:r>
        </a:p>
      </dsp:txBody>
      <dsp:txXfrm>
        <a:off x="1542310" y="2083957"/>
        <a:ext cx="1563632" cy="337846"/>
      </dsp:txXfrm>
    </dsp:sp>
    <dsp:sp modelId="{2B26FD62-7445-5F49-9D41-A2A34E8F58FA}">
      <dsp:nvSpPr>
        <dsp:cNvPr id="0" name=""/>
        <dsp:cNvSpPr/>
      </dsp:nvSpPr>
      <dsp:spPr>
        <a:xfrm>
          <a:off x="0" y="2394820"/>
          <a:ext cx="8153400" cy="264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870" tIns="20320" rIns="113792" bIns="20320" numCol="1" spcCol="1270" anchor="t" anchorCtr="0">
          <a:noAutofit/>
        </a:bodyPr>
        <a:lstStyle/>
        <a:p>
          <a:pPr marL="0" lvl="1" indent="13081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NZ" sz="1200" kern="1200" dirty="0" smtClean="0"/>
            <a:t>  data may be transferred as a stream of bytes or characters or in larger blocks</a:t>
          </a:r>
        </a:p>
      </dsp:txBody>
      <dsp:txXfrm>
        <a:off x="0" y="2394820"/>
        <a:ext cx="8153400" cy="264960"/>
      </dsp:txXfrm>
    </dsp:sp>
    <dsp:sp modelId="{46FDD6D5-7C88-6847-90B3-A3694F6BC502}">
      <dsp:nvSpPr>
        <dsp:cNvPr id="0" name=""/>
        <dsp:cNvSpPr/>
      </dsp:nvSpPr>
      <dsp:spPr>
        <a:xfrm>
          <a:off x="1905001" y="2665919"/>
          <a:ext cx="1905041" cy="374400"/>
        </a:xfrm>
        <a:prstGeom prst="roundRect">
          <a:avLst/>
        </a:prstGeom>
        <a:solidFill>
          <a:srgbClr val="66006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1600" i="1" kern="1200" dirty="0" smtClean="0"/>
            <a:t>Data Representation</a:t>
          </a:r>
        </a:p>
      </dsp:txBody>
      <dsp:txXfrm>
        <a:off x="1923278" y="2684196"/>
        <a:ext cx="1868487" cy="337846"/>
      </dsp:txXfrm>
    </dsp:sp>
    <dsp:sp modelId="{E194FA65-83D6-0042-B65F-7B75D5749631}">
      <dsp:nvSpPr>
        <dsp:cNvPr id="0" name=""/>
        <dsp:cNvSpPr/>
      </dsp:nvSpPr>
      <dsp:spPr>
        <a:xfrm>
          <a:off x="0" y="3034180"/>
          <a:ext cx="8153400" cy="264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870" tIns="20320" rIns="113792" bIns="20320" numCol="1" spcCol="1270" anchor="t" anchorCtr="0">
          <a:noAutofit/>
        </a:bodyPr>
        <a:lstStyle/>
        <a:p>
          <a:pPr marL="0" lvl="1" indent="1770063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NZ" sz="1200" kern="1200" dirty="0" smtClean="0"/>
            <a:t>  different data encoding schemes are used by different devices</a:t>
          </a:r>
        </a:p>
      </dsp:txBody>
      <dsp:txXfrm>
        <a:off x="0" y="3034180"/>
        <a:ext cx="8153400" cy="264960"/>
      </dsp:txXfrm>
    </dsp:sp>
    <dsp:sp modelId="{33BF4BB8-A9E3-2441-9D55-C166CA20B489}">
      <dsp:nvSpPr>
        <dsp:cNvPr id="0" name=""/>
        <dsp:cNvSpPr/>
      </dsp:nvSpPr>
      <dsp:spPr>
        <a:xfrm>
          <a:off x="2438437" y="3267593"/>
          <a:ext cx="1600186" cy="374400"/>
        </a:xfrm>
        <a:prstGeom prst="roundRect">
          <a:avLst/>
        </a:prstGeom>
        <a:solidFill>
          <a:srgbClr val="66006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1600" i="1" kern="1200" dirty="0" smtClean="0"/>
            <a:t>Error Conditions</a:t>
          </a:r>
        </a:p>
      </dsp:txBody>
      <dsp:txXfrm>
        <a:off x="2456714" y="3285870"/>
        <a:ext cx="1563632" cy="337846"/>
      </dsp:txXfrm>
    </dsp:sp>
    <dsp:sp modelId="{063AD9DF-920B-0E41-89B9-97DC3E392F3B}">
      <dsp:nvSpPr>
        <dsp:cNvPr id="0" name=""/>
        <dsp:cNvSpPr/>
      </dsp:nvSpPr>
      <dsp:spPr>
        <a:xfrm>
          <a:off x="0" y="3673540"/>
          <a:ext cx="8153400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870" tIns="20320" rIns="113792" bIns="20320" numCol="1" spcCol="1270" anchor="t" anchorCtr="0">
          <a:noAutofit/>
        </a:bodyPr>
        <a:lstStyle/>
        <a:p>
          <a:pPr marL="0" lvl="1" indent="2347913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NZ" sz="1200" kern="1200" dirty="0" smtClean="0"/>
            <a:t> the nature of errors, the way in which they are reported, their consequences, and the 					available range of responses differs from one device to another</a:t>
          </a:r>
          <a:endParaRPr lang="en-NZ" sz="1200" kern="1200" dirty="0"/>
        </a:p>
      </dsp:txBody>
      <dsp:txXfrm>
        <a:off x="0" y="3673540"/>
        <a:ext cx="8153400" cy="3643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2602C4-C216-6C47-8283-AB160818DD6A}">
      <dsp:nvSpPr>
        <dsp:cNvPr id="0" name=""/>
        <dsp:cNvSpPr/>
      </dsp:nvSpPr>
      <dsp:spPr>
        <a:xfrm rot="5400000">
          <a:off x="-120885" y="123357"/>
          <a:ext cx="805904" cy="564133"/>
        </a:xfrm>
        <a:prstGeom prst="chevron">
          <a:avLst/>
        </a:prstGeom>
        <a:solidFill>
          <a:srgbClr val="660066"/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1</a:t>
          </a:r>
          <a:endParaRPr lang="en-US" sz="1600" kern="1200" dirty="0"/>
        </a:p>
      </dsp:txBody>
      <dsp:txXfrm rot="-5400000">
        <a:off x="1" y="284539"/>
        <a:ext cx="564133" cy="241771"/>
      </dsp:txXfrm>
    </dsp:sp>
    <dsp:sp modelId="{A06FA7D3-E0A2-9D4D-99F0-2CEB5A2B0ECA}">
      <dsp:nvSpPr>
        <dsp:cNvPr id="0" name=""/>
        <dsp:cNvSpPr/>
      </dsp:nvSpPr>
      <dsp:spPr>
        <a:xfrm rot="5400000">
          <a:off x="3563447" y="-2996843"/>
          <a:ext cx="523837" cy="652246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Processor directly controls a peripheral device</a:t>
          </a:r>
          <a:endParaRPr lang="en-US" sz="1700" kern="1200" dirty="0"/>
        </a:p>
      </dsp:txBody>
      <dsp:txXfrm rot="-5400000">
        <a:off x="564133" y="28043"/>
        <a:ext cx="6496894" cy="472693"/>
      </dsp:txXfrm>
    </dsp:sp>
    <dsp:sp modelId="{5209BDB1-F3C2-8441-A1FE-5E6B2A984935}">
      <dsp:nvSpPr>
        <dsp:cNvPr id="0" name=""/>
        <dsp:cNvSpPr/>
      </dsp:nvSpPr>
      <dsp:spPr>
        <a:xfrm rot="5400000">
          <a:off x="-120885" y="829867"/>
          <a:ext cx="805904" cy="564133"/>
        </a:xfrm>
        <a:prstGeom prst="chevron">
          <a:avLst/>
        </a:prstGeom>
        <a:solidFill>
          <a:srgbClr val="660066"/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2</a:t>
          </a:r>
          <a:endParaRPr lang="en-US" sz="1600" kern="1200" dirty="0"/>
        </a:p>
      </dsp:txBody>
      <dsp:txXfrm rot="-5400000">
        <a:off x="1" y="991049"/>
        <a:ext cx="564133" cy="241771"/>
      </dsp:txXfrm>
    </dsp:sp>
    <dsp:sp modelId="{D5EDDF8F-73EE-174E-8254-F9187BE88D40}">
      <dsp:nvSpPr>
        <dsp:cNvPr id="0" name=""/>
        <dsp:cNvSpPr/>
      </dsp:nvSpPr>
      <dsp:spPr>
        <a:xfrm rot="5400000">
          <a:off x="3563447" y="-2290332"/>
          <a:ext cx="523837" cy="652246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A controller or I/O module is added</a:t>
          </a:r>
          <a:endParaRPr lang="en-US" sz="1700" kern="1200" dirty="0"/>
        </a:p>
      </dsp:txBody>
      <dsp:txXfrm rot="-5400000">
        <a:off x="564133" y="734554"/>
        <a:ext cx="6496894" cy="472693"/>
      </dsp:txXfrm>
    </dsp:sp>
    <dsp:sp modelId="{4D573E90-A77B-1C4B-AA14-24FD3D630B78}">
      <dsp:nvSpPr>
        <dsp:cNvPr id="0" name=""/>
        <dsp:cNvSpPr/>
      </dsp:nvSpPr>
      <dsp:spPr>
        <a:xfrm rot="5400000">
          <a:off x="-120885" y="1536378"/>
          <a:ext cx="805904" cy="564133"/>
        </a:xfrm>
        <a:prstGeom prst="chevron">
          <a:avLst/>
        </a:prstGeom>
        <a:solidFill>
          <a:srgbClr val="660066"/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3</a:t>
          </a:r>
          <a:endParaRPr lang="en-US" sz="1600" kern="1200" dirty="0"/>
        </a:p>
      </dsp:txBody>
      <dsp:txXfrm rot="-5400000">
        <a:off x="1" y="1697560"/>
        <a:ext cx="564133" cy="241771"/>
      </dsp:txXfrm>
    </dsp:sp>
    <dsp:sp modelId="{E0899923-E638-7742-BB13-3CCAC71E703D}">
      <dsp:nvSpPr>
        <dsp:cNvPr id="0" name=""/>
        <dsp:cNvSpPr/>
      </dsp:nvSpPr>
      <dsp:spPr>
        <a:xfrm rot="5400000">
          <a:off x="3563447" y="-1583822"/>
          <a:ext cx="523837" cy="652246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Same configuration as step 2, but now interrupts are employed</a:t>
          </a:r>
          <a:endParaRPr lang="en-US" sz="1700" kern="1200" dirty="0"/>
        </a:p>
      </dsp:txBody>
      <dsp:txXfrm rot="-5400000">
        <a:off x="564133" y="1441064"/>
        <a:ext cx="6496894" cy="472693"/>
      </dsp:txXfrm>
    </dsp:sp>
    <dsp:sp modelId="{C3C791A1-E3E5-AA4A-B851-26AFED7A959F}">
      <dsp:nvSpPr>
        <dsp:cNvPr id="0" name=""/>
        <dsp:cNvSpPr/>
      </dsp:nvSpPr>
      <dsp:spPr>
        <a:xfrm rot="5400000">
          <a:off x="-120885" y="2242888"/>
          <a:ext cx="805904" cy="564133"/>
        </a:xfrm>
        <a:prstGeom prst="chevron">
          <a:avLst/>
        </a:prstGeom>
        <a:solidFill>
          <a:srgbClr val="660066"/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4</a:t>
          </a:r>
          <a:endParaRPr lang="en-US" sz="1600" kern="1200" dirty="0"/>
        </a:p>
      </dsp:txBody>
      <dsp:txXfrm rot="-5400000">
        <a:off x="1" y="2404070"/>
        <a:ext cx="564133" cy="241771"/>
      </dsp:txXfrm>
    </dsp:sp>
    <dsp:sp modelId="{4CB10E8E-02C7-AA41-8021-2E7FC0C797E4}">
      <dsp:nvSpPr>
        <dsp:cNvPr id="0" name=""/>
        <dsp:cNvSpPr/>
      </dsp:nvSpPr>
      <dsp:spPr>
        <a:xfrm rot="5400000">
          <a:off x="3563447" y="-877311"/>
          <a:ext cx="523837" cy="652246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The I/O module is given direct control of memory via DMA</a:t>
          </a:r>
          <a:endParaRPr lang="en-US" sz="1700" kern="1200" dirty="0"/>
        </a:p>
      </dsp:txBody>
      <dsp:txXfrm rot="-5400000">
        <a:off x="564133" y="2147575"/>
        <a:ext cx="6496894" cy="472693"/>
      </dsp:txXfrm>
    </dsp:sp>
    <dsp:sp modelId="{729FEA82-FA47-0A40-BB91-68448BB2BFE8}">
      <dsp:nvSpPr>
        <dsp:cNvPr id="0" name=""/>
        <dsp:cNvSpPr/>
      </dsp:nvSpPr>
      <dsp:spPr>
        <a:xfrm rot="5400000">
          <a:off x="-120885" y="2949399"/>
          <a:ext cx="805904" cy="564133"/>
        </a:xfrm>
        <a:prstGeom prst="chevron">
          <a:avLst/>
        </a:prstGeom>
        <a:solidFill>
          <a:srgbClr val="660066"/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5</a:t>
          </a:r>
          <a:endParaRPr lang="en-US" sz="1600" kern="1200" dirty="0"/>
        </a:p>
      </dsp:txBody>
      <dsp:txXfrm rot="-5400000">
        <a:off x="1" y="3110581"/>
        <a:ext cx="564133" cy="241771"/>
      </dsp:txXfrm>
    </dsp:sp>
    <dsp:sp modelId="{34AF2322-E815-BB4D-BC20-156E3ED243C7}">
      <dsp:nvSpPr>
        <dsp:cNvPr id="0" name=""/>
        <dsp:cNvSpPr/>
      </dsp:nvSpPr>
      <dsp:spPr>
        <a:xfrm rot="5400000">
          <a:off x="3563447" y="-170800"/>
          <a:ext cx="523837" cy="652246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smtClean="0"/>
            <a:t>The I/O module is enhanced to become a separate processor, with a specialized instruction set tailored for I/O</a:t>
          </a:r>
          <a:endParaRPr lang="en-US" sz="1700" kern="1200" dirty="0"/>
        </a:p>
      </dsp:txBody>
      <dsp:txXfrm rot="-5400000">
        <a:off x="564133" y="2854086"/>
        <a:ext cx="6496894" cy="472693"/>
      </dsp:txXfrm>
    </dsp:sp>
    <dsp:sp modelId="{7374A26C-9BCF-1F41-B60F-A8419B450B3B}">
      <dsp:nvSpPr>
        <dsp:cNvPr id="0" name=""/>
        <dsp:cNvSpPr/>
      </dsp:nvSpPr>
      <dsp:spPr>
        <a:xfrm rot="5400000">
          <a:off x="-120885" y="3655909"/>
          <a:ext cx="805904" cy="564133"/>
        </a:xfrm>
        <a:prstGeom prst="chevron">
          <a:avLst/>
        </a:prstGeom>
        <a:solidFill>
          <a:srgbClr val="660066"/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6</a:t>
          </a:r>
          <a:endParaRPr lang="en-US" sz="1600" kern="1200" dirty="0"/>
        </a:p>
      </dsp:txBody>
      <dsp:txXfrm rot="-5400000">
        <a:off x="1" y="3817091"/>
        <a:ext cx="564133" cy="241771"/>
      </dsp:txXfrm>
    </dsp:sp>
    <dsp:sp modelId="{11BC0513-6087-9642-8927-5AAC9E63AA62}">
      <dsp:nvSpPr>
        <dsp:cNvPr id="0" name=""/>
        <dsp:cNvSpPr/>
      </dsp:nvSpPr>
      <dsp:spPr>
        <a:xfrm rot="5400000">
          <a:off x="3563447" y="535709"/>
          <a:ext cx="523837" cy="652246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The I/O module has a local memory of its own and is, in fact, a computer in its own right </a:t>
          </a:r>
          <a:endParaRPr lang="en-US" sz="1700" kern="1200" dirty="0"/>
        </a:p>
      </dsp:txBody>
      <dsp:txXfrm rot="-5400000">
        <a:off x="564133" y="3560595"/>
        <a:ext cx="6496894" cy="4726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8F8A48-5720-0346-B2B8-49A7E40DE9EF}">
      <dsp:nvSpPr>
        <dsp:cNvPr id="0" name=""/>
        <dsp:cNvSpPr/>
      </dsp:nvSpPr>
      <dsp:spPr>
        <a:xfrm>
          <a:off x="33" y="13850"/>
          <a:ext cx="3240248" cy="576000"/>
        </a:xfrm>
        <a:prstGeom prst="rect">
          <a:avLst/>
        </a:prstGeom>
        <a:solidFill>
          <a:srgbClr val="660066"/>
        </a:solidFill>
        <a:ln w="15875" cap="flat" cmpd="sng" algn="ctr">
          <a:solidFill>
            <a:srgbClr val="660066"/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Block-oriented device</a:t>
          </a:r>
          <a:endParaRPr lang="en-US" sz="2000" kern="1200" dirty="0"/>
        </a:p>
      </dsp:txBody>
      <dsp:txXfrm>
        <a:off x="33" y="13850"/>
        <a:ext cx="3240248" cy="576000"/>
      </dsp:txXfrm>
    </dsp:sp>
    <dsp:sp modelId="{EF9243D1-795A-B543-B766-255881B95357}">
      <dsp:nvSpPr>
        <dsp:cNvPr id="0" name=""/>
        <dsp:cNvSpPr/>
      </dsp:nvSpPr>
      <dsp:spPr>
        <a:xfrm>
          <a:off x="33" y="589850"/>
          <a:ext cx="3240248" cy="27999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rgbClr val="660066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smtClean="0"/>
            <a:t>stores information in blocks that are usually of fixed size</a:t>
          </a:r>
          <a:endParaRPr lang="en-US" sz="2000" kern="1200" dirty="0" smtClean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transfers are made one block at a time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smtClean="0"/>
            <a:t>possible to reference data by its block number</a:t>
          </a:r>
          <a:endParaRPr lang="en-US" sz="2000" kern="1200" dirty="0" smtClean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smtClean="0"/>
            <a:t>disks and USB keys are examples</a:t>
          </a:r>
          <a:endParaRPr lang="en-US" sz="2000" kern="1200" dirty="0" smtClean="0"/>
        </a:p>
      </dsp:txBody>
      <dsp:txXfrm>
        <a:off x="33" y="589850"/>
        <a:ext cx="3240248" cy="2799900"/>
      </dsp:txXfrm>
    </dsp:sp>
    <dsp:sp modelId="{4E6C426E-8C06-154C-9D82-1A473EF28DDF}">
      <dsp:nvSpPr>
        <dsp:cNvPr id="0" name=""/>
        <dsp:cNvSpPr/>
      </dsp:nvSpPr>
      <dsp:spPr>
        <a:xfrm>
          <a:off x="3693917" y="13850"/>
          <a:ext cx="3240248" cy="576000"/>
        </a:xfrm>
        <a:prstGeom prst="rect">
          <a:avLst/>
        </a:prstGeom>
        <a:solidFill>
          <a:srgbClr val="660066"/>
        </a:solidFill>
        <a:ln w="15875" cap="flat" cmpd="sng" algn="ctr">
          <a:solidFill>
            <a:srgbClr val="660066"/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Stream-oriented device</a:t>
          </a:r>
        </a:p>
      </dsp:txBody>
      <dsp:txXfrm>
        <a:off x="3693917" y="13850"/>
        <a:ext cx="3240248" cy="576000"/>
      </dsp:txXfrm>
    </dsp:sp>
    <dsp:sp modelId="{02ABA9CE-3BE0-1E40-BF7E-09642BD57E83}">
      <dsp:nvSpPr>
        <dsp:cNvPr id="0" name=""/>
        <dsp:cNvSpPr/>
      </dsp:nvSpPr>
      <dsp:spPr>
        <a:xfrm>
          <a:off x="3693917" y="589850"/>
          <a:ext cx="3240248" cy="27999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rgbClr val="660066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smtClean="0"/>
            <a:t>transfers data in and out as a stream of bytes</a:t>
          </a:r>
          <a:endParaRPr lang="en-US" sz="2000" kern="1200" dirty="0" smtClean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smtClean="0"/>
            <a:t>no block structure</a:t>
          </a:r>
          <a:endParaRPr lang="en-US" sz="2000" kern="1200" dirty="0" smtClean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smtClean="0"/>
            <a:t>terminals, printers, communications ports, and most other devices that are not secondary storage are examples</a:t>
          </a:r>
          <a:endParaRPr lang="en-US" sz="2000" kern="1200" dirty="0" smtClean="0"/>
        </a:p>
      </dsp:txBody>
      <dsp:txXfrm>
        <a:off x="3693917" y="589850"/>
        <a:ext cx="3240248" cy="27999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509A77-E9B9-3643-9870-F7859BB971F0}">
      <dsp:nvSpPr>
        <dsp:cNvPr id="0" name=""/>
        <dsp:cNvSpPr/>
      </dsp:nvSpPr>
      <dsp:spPr>
        <a:xfrm>
          <a:off x="1749433" y="652288"/>
          <a:ext cx="4347777" cy="4347777"/>
        </a:xfrm>
        <a:prstGeom prst="blockArc">
          <a:avLst>
            <a:gd name="adj1" fmla="val 9000000"/>
            <a:gd name="adj2" fmla="val 16200000"/>
            <a:gd name="adj3" fmla="val 4641"/>
          </a:avLst>
        </a:prstGeom>
        <a:solidFill>
          <a:srgbClr val="660066"/>
        </a:solidFill>
        <a:ln>
          <a:noFill/>
        </a:ln>
        <a:effectLst>
          <a:glow rad="101600">
            <a:schemeClr val="accent2">
              <a:alpha val="75000"/>
            </a:schemeClr>
          </a:glow>
          <a:softEdge rad="38100"/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D29189C-FEBF-5D43-9AE1-09F1543B00F5}">
      <dsp:nvSpPr>
        <dsp:cNvPr id="0" name=""/>
        <dsp:cNvSpPr/>
      </dsp:nvSpPr>
      <dsp:spPr>
        <a:xfrm>
          <a:off x="1749433" y="652288"/>
          <a:ext cx="4347777" cy="4347777"/>
        </a:xfrm>
        <a:prstGeom prst="blockArc">
          <a:avLst>
            <a:gd name="adj1" fmla="val 1800000"/>
            <a:gd name="adj2" fmla="val 9000000"/>
            <a:gd name="adj3" fmla="val 4641"/>
          </a:avLst>
        </a:prstGeom>
        <a:solidFill>
          <a:srgbClr val="660066"/>
        </a:solidFill>
        <a:ln>
          <a:noFill/>
        </a:ln>
        <a:effectLst>
          <a:glow rad="101600">
            <a:schemeClr val="accent2">
              <a:alpha val="75000"/>
            </a:schemeClr>
          </a:glow>
          <a:softEdge rad="38100"/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8F89655-7812-ED49-B6F7-5A03ADD378C3}">
      <dsp:nvSpPr>
        <dsp:cNvPr id="0" name=""/>
        <dsp:cNvSpPr/>
      </dsp:nvSpPr>
      <dsp:spPr>
        <a:xfrm>
          <a:off x="1749433" y="652288"/>
          <a:ext cx="4347777" cy="4347777"/>
        </a:xfrm>
        <a:prstGeom prst="blockArc">
          <a:avLst>
            <a:gd name="adj1" fmla="val 16200000"/>
            <a:gd name="adj2" fmla="val 1800000"/>
            <a:gd name="adj3" fmla="val 4641"/>
          </a:avLst>
        </a:prstGeom>
        <a:solidFill>
          <a:srgbClr val="660066"/>
        </a:solidFill>
        <a:ln>
          <a:noFill/>
        </a:ln>
        <a:effectLst>
          <a:glow rad="101600">
            <a:schemeClr val="accent2">
              <a:alpha val="75000"/>
            </a:schemeClr>
          </a:glow>
          <a:softEdge rad="38100"/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025BB83-2A41-5D43-8FBC-BDA48E16B62E}">
      <dsp:nvSpPr>
        <dsp:cNvPr id="0" name=""/>
        <dsp:cNvSpPr/>
      </dsp:nvSpPr>
      <dsp:spPr>
        <a:xfrm>
          <a:off x="2988963" y="1487898"/>
          <a:ext cx="2001812" cy="200181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Design architectures share three characteristics:</a:t>
          </a:r>
          <a:endParaRPr lang="en-US" sz="1700" kern="1200" dirty="0"/>
        </a:p>
      </dsp:txBody>
      <dsp:txXfrm>
        <a:off x="3282122" y="1781057"/>
        <a:ext cx="1415494" cy="1415494"/>
      </dsp:txXfrm>
    </dsp:sp>
    <dsp:sp modelId="{F0ECC5BA-B2AE-EB4D-841F-101D1AFD4833}">
      <dsp:nvSpPr>
        <dsp:cNvPr id="0" name=""/>
        <dsp:cNvSpPr/>
      </dsp:nvSpPr>
      <dsp:spPr>
        <a:xfrm>
          <a:off x="2565148" y="2100"/>
          <a:ext cx="2716345" cy="140126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RAID is a set of physical disk drives viewed by the operating system as a single logical drive</a:t>
          </a:r>
        </a:p>
      </dsp:txBody>
      <dsp:txXfrm>
        <a:off x="2962948" y="207311"/>
        <a:ext cx="1920745" cy="990846"/>
      </dsp:txXfrm>
    </dsp:sp>
    <dsp:sp modelId="{5E167099-31A5-5442-AFA2-F77104F37352}">
      <dsp:nvSpPr>
        <dsp:cNvPr id="0" name=""/>
        <dsp:cNvSpPr/>
      </dsp:nvSpPr>
      <dsp:spPr>
        <a:xfrm>
          <a:off x="4584797" y="2889515"/>
          <a:ext cx="2354958" cy="199676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data are distributed across the physical drives of an array in a scheme known as striping</a:t>
          </a:r>
        </a:p>
      </dsp:txBody>
      <dsp:txXfrm>
        <a:off x="4929673" y="3181935"/>
        <a:ext cx="1665206" cy="1411926"/>
      </dsp:txXfrm>
    </dsp:sp>
    <dsp:sp modelId="{729DF47F-7ACD-6547-A7C6-4776125E4E24}">
      <dsp:nvSpPr>
        <dsp:cNvPr id="0" name=""/>
        <dsp:cNvSpPr/>
      </dsp:nvSpPr>
      <dsp:spPr>
        <a:xfrm>
          <a:off x="527843" y="2977144"/>
          <a:ext cx="3113044" cy="182150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redundant disk capacity is used to store parity information, which guarantees data recoverability in case of a disk failure</a:t>
          </a:r>
        </a:p>
      </dsp:txBody>
      <dsp:txXfrm>
        <a:off x="983738" y="3243898"/>
        <a:ext cx="2201254" cy="12880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4-27T10:34:24.686"/>
    </inkml:context>
    <inkml:brush xml:id="br0">
      <inkml:brushProperty name="width" value="0.08167" units="cm"/>
      <inkml:brushProperty name="height" value="0.081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E0D687F-1DF7-4897-A39B-93E6810C07F6}" emma:medium="tactile" emma:mode="ink">
          <msink:context xmlns:msink="http://schemas.microsoft.com/ink/2010/main" type="inkDrawing" rotatedBoundingBox="2166,8836 3173,8659 3239,9031 2232,9208" semanticType="callout" shapeName="Other"/>
        </emma:interpretation>
      </emma:emma>
    </inkml:annotationXML>
    <inkml:trace contextRef="#ctx0" brushRef="#br0">145 0 494 0,'0'0'157'16,"0"0"-108"-16,0 0 3 15,0 0-21-15,0 0 2 0,0 0 0 16,0 7 52-16,0 12 15 16,-10 3-54-16,1 3-12 15,-3 1 44-15,-1 8-48 16,-2-1 11-16,-6 4-1 15,0 2-22-15,7-3 24 16,-1-6-30-16,7-8-11 16,1-7 20-16,7-4-14 15,0-9-7-15,0 2 5 16,0-4-4-16,0 4 28 16,11-2-13-16,18-2-6 15,9 0 30-15,6 0-39 16,9 0 13-16,5 0-9 0,8-12-4 15,9-10 22 1,-1-4-23-16,4-4 0 0,-1 0-3 16,-7 0 13-16,-3 4-10 15,-13 4 0-15,-5 3 0 16,-16 4 6-16,-5 0-6 16,-3 8 0-16,-10-1-1 15,-1 1 9-15,-3 3-8 16,-7 2 0-16,2 2-24 15,-4 0 23-15,-2 0-68 16,5 0-47-16,-5 0-176 16,4 0-200-16</inkml:trace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4-27T10:34:26.003"/>
    </inkml:context>
    <inkml:brush xml:id="br0">
      <inkml:brushProperty name="width" value="0.08167" units="cm"/>
      <inkml:brushProperty name="height" value="0.081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7E6B3C8-AC66-4ECC-88B0-882184845558}" emma:medium="tactile" emma:mode="ink">
          <msink:context xmlns:msink="http://schemas.microsoft.com/ink/2010/main" type="inkDrawing" rotatedBoundingBox="1572,12207 2876,11918 2963,12311 1659,12599" semanticType="callout" shapeName="Other"/>
        </emma:interpretation>
      </emma:emma>
    </inkml:annotationXML>
    <inkml:trace contextRef="#ctx0" brushRef="#br0">327 0 795 0,'0'0'190'0,"0"0"-96"0,0 0 35 16,0 0-58-16,0 0-13 16,0 0 10-16,0 0-45 15,0-6 12-15,0 6-30 16,0 0 3-16,0 0 5 15,-12 17-7-15,-20 32-6 16,-18 10 67-16,-13 8-41 16,6 0 9-16,7-12-25 15,14-12-2-15,15-7 20 16,14-17-28-16,7-4 0 16,0-9 4-16,15-1-4 0,31-5 51 15,20 0-25 1,16 0-25-16,12-26 41 0,13-9-42 15,-4-2 0-15,0 1 0 16,-8-5 9-16,-9 0-9 16,-8 5 0-16,-3 5-46 15,-14 1 45-15,-4 13-49 16,-11 2-14-16,-4 11 10 16,-6 4-30-16,10 0-26 15,-14 11-275-15,-3 12-462 0</inkml:trace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4-27T10:34:27.311"/>
    </inkml:context>
    <inkml:brush xml:id="br0">
      <inkml:brushProperty name="width" value="0.08167" units="cm"/>
      <inkml:brushProperty name="height" value="0.081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FBA5D6B-6A50-4C4A-AC33-1833CCAC2FE0}" emma:medium="tactile" emma:mode="ink">
          <msink:context xmlns:msink="http://schemas.microsoft.com/ink/2010/main" type="inkDrawing" rotatedBoundingBox="2105,15089 3345,14917 3388,15226 2147,15398" semanticType="callout" shapeName="Other"/>
        </emma:interpretation>
      </emma:emma>
    </inkml:annotationXML>
    <inkml:trace contextRef="#ctx0" brushRef="#br0">162-5 173 0,'0'0'250'0,"0"0"-100"16,0 0-59-16,0 0-2 16,0 0-11-16,0 0 29 15,0 0-37-15,12-12-23 16,-12 12 47-16,0 0-43 15,0 0-12-15,0 0-1 16,0 0-25-16,0 0 10 0,0 16-10 16,-4 18-7-16,-21 7 66 15,-4 2-30-15,-3-7-14 16,1-1-2-16,12-9-16 16,2-9 22-16,6-2-32 15,5-7 0-15,6 3 3 16,0-4-2-16,9 1-1 15,32-6 16-15,23-2-16 16,17 0 39-16,18 0-39 16,15-17 1-16,1-13 15 15,1 0-16-15,-15-2 0 16,-7 0 4-16,-14 6-2 16,-6 0 8-16,-11 7-10 0,-13-1 0 15,-10 10 0-15,-15 3 0 16,-10 3-7-16,-2 4-8 15,-9 0-36-15,4 0 12 16,-1 0-86-16,3 0-234 16,-2 0-418-16</inkml:trace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4-27T10:51:06.338"/>
    </inkml:context>
    <inkml:brush xml:id="br0">
      <inkml:brushProperty name="width" value="0.08167" units="cm"/>
      <inkml:brushProperty name="height" value="0.081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B626AA6-4828-4185-B9AB-4AFD07B3D1BD}" emma:medium="tactile" emma:mode="ink">
          <msink:context xmlns:msink="http://schemas.microsoft.com/ink/2010/main" type="writingRegion" rotatedBoundingBox="14280,8606 13055,13578 11100,13096 12325,8125"/>
        </emma:interpretation>
      </emma:emma>
    </inkml:annotationXML>
    <inkml:traceGroup>
      <inkml:annotationXML>
        <emma:emma xmlns:emma="http://www.w3.org/2003/04/emma" version="1.0">
          <emma:interpretation id="{557F23D0-8643-49F0-9F56-6CB3E442DDC6}" emma:medium="tactile" emma:mode="ink">
            <msink:context xmlns:msink="http://schemas.microsoft.com/ink/2010/main" type="paragraph" rotatedBoundingBox="14280,8606 13055,13578 11100,13096 12325,812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C0023FB-FD8F-43B1-9FD6-4331C61C3128}" emma:medium="tactile" emma:mode="ink">
              <msink:context xmlns:msink="http://schemas.microsoft.com/ink/2010/main" type="line" rotatedBoundingBox="14280,8606 13055,13578 11100,13096 12325,8125"/>
            </emma:interpretation>
          </emma:emma>
        </inkml:annotationXML>
        <inkml:traceGroup>
          <inkml:annotationXML>
            <emma:emma xmlns:emma="http://www.w3.org/2003/04/emma" version="1.0">
              <emma:interpretation id="{14A42716-9937-4385-A841-37709B704EBF}" emma:medium="tactile" emma:mode="ink">
                <msink:context xmlns:msink="http://schemas.microsoft.com/ink/2010/main" type="inkWord" rotatedBoundingBox="14280,8606 13705,10941 11750,10459 12325,8125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1087-1977 16 0,'0'0'17'0,"0"0"83"16,0 0-3-16,0 0-51 16,0 0-12-16,0 0-32 0,0 0-4 15,0 8-8-15,0-4-161 16</inkml:trace>
        </inkml:traceGroup>
      </inkml:traceGroup>
    </inkml:traceGroup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4-27T10:49:38.947"/>
    </inkml:context>
    <inkml:brush xml:id="br0">
      <inkml:brushProperty name="width" value="0.08167" units="cm"/>
      <inkml:brushProperty name="height" value="0.081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13DFE19B-E091-4386-9E71-E91459AD9E60}" emma:medium="tactile" emma:mode="ink">
          <msink:context xmlns:msink="http://schemas.microsoft.com/ink/2010/main" type="inkDrawing" rotatedBoundingBox="8153,6971 8779,5672 9884,6204 9258,7503" hotPoints="9754,6659 9116,7297 8479,6659 9116,6022" semanticType="enclosure" shapeName="Circle"/>
        </emma:interpretation>
      </emma:emma>
    </inkml:annotationXML>
    <inkml:trace contextRef="#ctx0" brushRef="#br0">842 53 36 0,'0'0'374'0,"0"0"-243"16,0 0-64-16,0 0-4 16,0 0-7-16,0-24 22 15,0 21-16-15,0-2-31 16,0 2 51-16,0-1-69 15,-3 1 23-15,3 3 34 16,-3-2-70-16,-5-1 0 0,-1 0-9 16,-4 1-46-16,-7 2 36 15,-5 0-2-15,-6 0 9 16,-2 0-8-16,2 0 18 16,-5 2 2-16,3 6 0 15,2 4 0-15,-2-1 4 16,5 1-4-16,6 0 0 15,0 0-4-15,2-1 20 16,1 1-17-16,-1 0 1 16,1 1 0-16,0-1 17 15,-1 0-10-15,1-4-2 16,3 4 13 0,4-4-10-16,-2 0 9 0,1-3-17 78,4 5 2-78,-4-1 26 0,2-1-27 0,-4 7-1 0,-1-1 9 0,0 7-2 0,-4 2 12 15,-2 4-19-15,4-5 0 0,2 4 13 0,-1-4-13 0,4 5 0 0,1-5 0 16,-1 1 1-16,4 1 15 16,-2 3-16-16,2-2 0 15,2 2-3-15,1 2 3 16,0-1 0-16,3 0 0 15,-1 1 1-15,1-1 7 16,3 4-8-16,0-1 0 0,0 3 2 16,0-2-2-1,0 3 0-15,0-5-2 0,0 2 8 16,0-9 6 0,0 1-12-16,0-4 0 0,0-4 1 15,0 0-1-15,3-1-1 16,4-1 0-16,-1 1 1 15,0 2 1-15,1 1-1 16,2-1 0-16,2-1 9 16,-2 1-9-16,1 0-8 15,-1-2 7-15,0 0 2 16,1-2 3-16,-2 3-4 16,4-5 0-16,1 3-4 15,-1-3 11-15,1 0-7 0,-4-2 0 16,5-4 2-16,-5 1 11 15,3-1-13-15,-5 2 0 16,6-2 6-16,-4-2-6 16,2-1 0-16,-5 5-1 15,4-4 8-15,2-1-2 16,1 1-5-16,-1 1 0 16,5-4 3-16,1 0-1 15,2 3-2-15,3-3 3 16,-4 0 3-16,0 0 8 15,4 0-14-15,-4 0 0 16,3 0 3-16,2 0-3 16,2 0 0-16,-1-10 2 0,0 5-2 15,0-4 15-15,-2 1-15 16,-1-4 0-16,-3 2 6 16,4 0-6-16,-4-5 0 15,3 3 1-15,2-5 6 16,-3-2 8-16,7 3-15 15,-7-1 0-15,2-1-2 16,-1 1 10-16,-3 0-8 16,4 0 4-16,-4-3 5 15,3-3 4-15,4-4-13 16,3-5 0-16,3-2-9 16,-3-5 10-16,0 3-1 15,-4 4 0-15,-4 0 7 16,-6 7-1-16,-2-2-6 15,-1 5 0-15,0-2 14 0,-8 0-5 16,-1 1-8 0,-3 0 11-16,0 1 8 0,0-3 18 15,0 1-38-15,0-3 0 16,0 2 9-16,-3-1-2 16,-1 1-7-16,-4 4 0 15,-2-3 1-15,4 4 15 16,-1 2-16-16,-4 1 0 15,4 2 10-15,-1 5-2 16,-1-2-8-16,2 0 0 16,-2 4 10-16,0-4-6 15,-4 4-4-15,-1-1 0 0,2 1-27 16,-4-2 24 0,0 0 2-16,-1 0 1 0,-2 0 0 15,4 0-11-15,-1 1 11 16,-1 0 0-16,4 1-9 15,1 0 15-15,-1-3-6 16,1 6 0-16,-2-3 1 16,1 1 9-16,-2-1-10 15,2 0 0-15,-4-1-15 16,1 1 23-16,1-4-8 16,-1 4 0-16,2-4 7 15,2 4-10-15,2-1 3 16,-4 3 0-16,6 1-9 15,-6 1 18-15,2 3-9 16,-1 1 0-16,-4 0 0 0,3 0-5 16,-3 0 5-16,-2 0 0 15,2 0-15-15,-5 0 25 16,3 0-11-16,-1 0 1 16,-2 0 0-16,-3 8-4 15,0 0 4-15,-5 1 0 16,1-1-12-16,-3 4 14 15,0 0-2-15,-6 4 0 16,-4 1-96-16,-7 6 18 16,-21 21-45-16,12-6-189 15,7 0-344-15</inkml:trace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4-27T10:50:07.763"/>
    </inkml:context>
    <inkml:brush xml:id="br0">
      <inkml:brushProperty name="width" value="0.08167" units="cm"/>
      <inkml:brushProperty name="height" value="0.081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55D35E12-0AEE-4D6F-8E6B-736109F14E16}" emma:medium="tactile" emma:mode="ink">
          <msink:context xmlns:msink="http://schemas.microsoft.com/ink/2010/main" type="inkDrawing" rotatedBoundingBox="13823,10912 14661,10638 14674,10677 13836,10950" semanticType="callout" shapeName="Other"/>
        </emma:interpretation>
      </emma:emma>
    </inkml:annotationXML>
    <inkml:trace contextRef="#ctx0" brushRef="#br0">0 285 811 0,'0'0'199'0,"0"0"-119"16,0 0 52-16,19-24-2 16,-12 18-50-16,2 4 26 15,2-7-65-15,4 2-6 16,4-1-5-16,6-4-15 15,4 0 46-15,14-1-61 0,4-2 6 16,8-5 38-16,8-4-43 16,5 2 11-16,1-1-12 15,-2 0 6-15,-6 2 4 16,-3 6-10-16,-8 2-41 16,-3 5 31-16,-10 1-92 15,-15 7-137-15,-8 0-72 16,-14 7-257-16</inkml:trace>
  </inkml:traceGroup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4-27T10:50:08.035"/>
    </inkml:context>
    <inkml:brush xml:id="br0">
      <inkml:brushProperty name="width" value="0.08167" units="cm"/>
      <inkml:brushProperty name="height" value="0.081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840605B6-0EC9-4B6D-9EA8-2A61ED3D5132}" emma:medium="tactile" emma:mode="ink">
          <msink:context xmlns:msink="http://schemas.microsoft.com/ink/2010/main" type="inkDrawing" rotatedBoundingBox="14106,11082 14968,10868 14971,10879 14109,11094" shapeName="Other"/>
        </emma:interpretation>
      </emma:emma>
    </inkml:annotationXML>
    <inkml:trace contextRef="#ctx0" brushRef="#br0">273 427 801 0,'0'0'160'15,"0"0"-69"-15,0 0-24 16,0 0 14-16,0 0 54 16,173-45-61-16,-109 28-6 15,8-3-11-15,11-3-37 16,9-3-20-16,54-5-6 15,-22 3-248-15,-16 5-105 0</inkml:trace>
  </inkml:traceGroup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4-27T10:50:32.838"/>
    </inkml:context>
    <inkml:brush xml:id="br0">
      <inkml:brushProperty name="width" value="0.08167" units="cm"/>
      <inkml:brushProperty name="height" value="0.081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6EAC4E8B-9475-4DD3-A46F-E0E4B0ED172C}" emma:medium="tactile" emma:mode="ink">
          <msink:context xmlns:msink="http://schemas.microsoft.com/ink/2010/main" type="inkDrawing" rotatedBoundingBox="17368,11634 19472,11599 19494,12971 17390,13006" hotPoints="19510,12302 18388,12984 17277,12285 18399,11603" semanticType="enclosure" shapeName="Ellipse">
            <msink:sourceLink direction="with" ref="{0FE3715B-53DC-421D-8A30-B42DC0BA59FA}"/>
          </msink:context>
        </emma:interpretation>
      </emma:emma>
    </inkml:annotationXML>
    <inkml:trace contextRef="#ctx0" brushRef="#br0">4977 1118 542 0,'0'0'173'16,"0"0"-79"-16,0 0-11 16,0 0 40-16,0 0-87 0,0 0 8 15,0 0 8-15,-61-86-41 16,50 75 21-16,-4-1-32 15,-4 3 0-15,-3 0 0 16,-5 3 0-16,-4 1-14 16,-2-2 12-16,-6 2 4 15,2 0-8-15,-2 1 6 16,-2 4 0-16,-1-3 12 16,3 3-4-16,3 0-8 15,2 0 3-15,4 0 4 16,-2 0 15-16,-3 0-22 15,0 7 0-15,-2 3 0 16,-4 2 12-16,0 0-12 16,-4 7 0-16,-3-6 0 0,-1 2 28 15,-1-2-28-15,1 6 1 16,4-6 80-16,3 6-67 16,8-3 39-16,-2 4-24 15,4 1-8-15,3 7 42 16,-6 4-43-16,3 4-10 15,3 4 69-15,0 4-78 16,7-6 27-16,3 6-13 16,2 2-14-16,8 4 36 15,5 2-37-15,4 5 0 16,0 3 16-16,0 8-1 16,16-1-11-16,15-2-1 15,2-1 6-15,9 0 13 0,10-10-22 16,2-2 0-16,7-5-2 15,8-11 14-15,13 0-12 16,2-11 5-16,5-4-4 16,5-3 20-16,-2-10-21 15,5-4 0-15,0-4 2 16,-2 0-2-16,2 0 0 16,2-19 0-16,-4-1 10 15,2-3 1-15,-3-7-11 16,-8-1 0-16,-1-5-8 15,-4 0 17-15,-13-10-9 16,-10-2 0-16,-7-5 9 16,-13-2-2-16,-8-2-7 0,-11-7 0 15,-7 0-14 1,-9 0 22-16,-3-1-16 0,0-2 5 16,-15-3 3-1,-14 0-21-15,-6 5 21 0,-3-4 0 16,-7 5-9-16,-4 5 20 15,1 6-22-15,-7 7 10 16,-4 4-44-16,4 10 34 16,-5 12-89-16,-2 11-127 15,-13 9 28-15,14 4-74 16,9 16-88-16</inkml:trace>
  </inkml:traceGroup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4-27T10:50:23.236"/>
    </inkml:context>
    <inkml:brush xml:id="br0">
      <inkml:brushProperty name="width" value="0.08167" units="cm"/>
      <inkml:brushProperty name="height" value="0.081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85F814E0-625E-4264-8A12-53D79C37586C}" emma:medium="tactile" emma:mode="ink">
          <msink:context xmlns:msink="http://schemas.microsoft.com/ink/2010/main" type="writingRegion" rotatedBoundingBox="11170,10328 11834,11321 11060,11839 10396,10846"/>
        </emma:interpretation>
      </emma:emma>
    </inkml:annotationXML>
    <inkml:traceGroup>
      <inkml:annotationXML>
        <emma:emma xmlns:emma="http://www.w3.org/2003/04/emma" version="1.0">
          <emma:interpretation id="{D594351E-DFF3-45B3-B690-5C56802C948B}" emma:medium="tactile" emma:mode="ink">
            <msink:context xmlns:msink="http://schemas.microsoft.com/ink/2010/main" type="paragraph" rotatedBoundingBox="11170,10328 11834,11321 11060,11839 10396,1084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EB79FF6-DABF-40DD-80E1-78E173B456AB}" emma:medium="tactile" emma:mode="ink">
              <msink:context xmlns:msink="http://schemas.microsoft.com/ink/2010/main" type="line" rotatedBoundingBox="11170,10328 11834,11321 11060,11839 10396,10846"/>
            </emma:interpretation>
          </emma:emma>
        </inkml:annotationXML>
        <inkml:traceGroup>
          <inkml:annotationXML>
            <emma:emma xmlns:emma="http://www.w3.org/2003/04/emma" version="1.0">
              <emma:interpretation id="{5637CC4F-68A1-4310-B5CF-489D1C502719}" emma:medium="tactile" emma:mode="ink">
                <msink:context xmlns:msink="http://schemas.microsoft.com/ink/2010/main" type="inkWord" rotatedBoundingBox="11170,10328 11834,11321 11060,11839 10396,10846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-3118-32 183 0,'0'0'365'0,"0"0"-235"16,0 0-55-16,0 0-8 15,0 0-31-15,0 0 20 16,0-1-37-16,0 1-10 16,-3 0 67-16,3 0-50 15,0 0 25-15,0 0-16 16,0 0-18-16,0 0 28 15,0 0-45-15,0 0 0 16,0 0 1-16,0 0-1 16,0 0 0-16,0 0 0 0,0 10 1 15,0 21 86 1,0 2 5-16,0 9-41 0,0-4 26 16,0 3-65-16,0-3 14 15,0-4-7-15,0-2-19 16,0-2 61-16,0-1-61 15,0-4 1-15,0 0 38 16,6 5-33-16,4-1 1 16,-1-1-5-16,-3 1 7 15,4 2 2-15,-4 0-11 16,0-5 0-16,2 0-3 16,-5-7 9-16,0-1-6 15,1-4 0-15,2-6 1 0,-3-1 12 16,-3-2-13-1,3-2 0-15,-3-3-7 0,0 0 19 16,0 0-12-16,0 0 0 16,0 0 0-16,0 0 43 15,0 0-43-15,0 0 0 16,0 0 24-16,0 0-14 16,0 0-4-16,0 0-6 15,0 0 1-15,1 0 17 16,7 0-18-16,5 0 0 15,8 0 0-15,-6-5 16 16,4-2-26-16,-4 2 10 16,8 2 0-16,3-4 4 15,3 2-4-15,6 2 0 0,1-2-3 16,-5 1 19-16,5 4-17 16,-8 0 1-16,5 0 0 15,-5 0-3-15,-2 0 3 16,0 0 0-16,-2 0-10 15,-6 0 26-15,-3 0-17 16,-2 0 1-16,-7 0 0 16,2 0-9-16,-5 0 9 15,-3 0 0-15,0 0 0 16,3 0 16-16,-3 0-25 16,0 0 9-16,0 0 0 15,0 0 0-15,0 0 0 16,0 0 0-16,0 0-4 0,0 0 14 15,0 0-11 1,0 0 1-16,0 0 0 0,0 0-6 16,0 0 6-16,0 0 0 15,0 0 0-15,0 0 17 16,0 0-5-16,0 0-12 16,0 0 0-16,0 0 38 15,0 0-25-15,0 0-5 16,0-16-8-16,0-1 6 15,0-6 4-15,0 2-10 16,0-4 0-16,0 2 3 16,0-5-3-16,0 3-3 15,0-2-3-15,0 2 12 16,0 2 0-16,0 1-6 16,0 2 0-16,0 2-9 0,0-3 10 15,0 5-1-15,0-4 0 16,0-1 0-16,0 2 5 15,-3-1-5-15,0 3 0 16,0-1-8-16,-2 1 8 16,2 6 0-16,0-1-1 15,0 0 12-15,3 5-7 16,0-1-4-16,-3-2 0 16,3 2-3-16,0 3 3 15,-3-4 0-15,3-1 0 0,0 2 1 16,-4-1 8-1,4 4-9-15,0-1 0 0,0 1-10 16,0-2 10 0,0 5 0-16,0-1-8 0,0 3 17 15,0 0-2-15,0 0-7 16,0 0-7-16,0 0-15 16,0 0 24-16,0 0-2 15,0 0 0-15,0 0 1 16,0 0-1-16,0 0 0 15,0 0 0-15,0 0-7 16,0 0 7-16,0 0 0 16,0 0 9-16,0 0-2 15,0-3 8-15,0-2-15 16,0-4 0-16,0-3-10 16,0-3 10-16,0 0-1 15,4-2-7-15,2 2 4 0,-3 3-16 16,0 2 18-16,-3 0 2 15,3 8-15-15,-3 2 15 16,0 0-10-16,0 0 10 16,0 0-2-16,0 0-23 15,0 0 25-15,0 0-23 16,0 0 7-16,0 9 13 16,0 7 3-16,0 4 0 15,0 7 7-15,0-2-1 16,0 3-6-16,0 0 0 15,0 1-12-15,5 3 13 16,1-4-1-16,-3 1 0 16,0 2 9-16,0 0-7 0,0-5-2 15,1 2 0-15,-1-1-3 16,0-2 16-16,2 2-13 16,-1-6 0-16,0 3 0 15,-1-1 3-15,0-3-3 16,0 1 0-16,0-5-18 15,0 0 37-15,2-2-19 16,-2-3 0-16,0 1 0 16,0-5-2-16,-2-2 2 15,-1-2 0-15,5-3-4 16,-5 3 20-16,0-3-16 16,0 0 0-16,0 0 0 15,0 0 11-15,0 0-11 0,0 0 0 16,0 0 10-16,0 0 3 15,0 0-13-15,0 0 0 16,0 0 0-16,0 0 15 16,0 0-15-16,0 0 0 15,-5 0-12-15,-13 0 34 16,-2 0-23-16,-4 2 1 16,-2 5 0-16,1-4 7 15,-5 2-6-15,4 0 0 16,-3 5 5-16,4-5 11 15,0 0-24-15,-1 2 7 16,7-4 0-16,0 2 13 0,-1-1-13 16,4-1-1-16,4-1 1 15,-1-2 0-15,2 3-1 16,2-3 1-16,0 0 0 16,-1 0 16-16,1 0-16 15,-1 2-1-15,4-2 0 16,-5 0 1-16,5 0 7 15,3 0-7-15,0 0 0 16,0 0-16-16,-1 0 18 16,-2 0-2-16,0 0 8 15,-1 0-6-15,4 0 8 16,0 0-10-16,3 0 0 16,0 0 16-16,0 0-15 15,-3 0 0-15,3 0 8 16,-3-2 6-16,0-10-6 0,0 1-9 15,-2-3 0-15,2-1-2 16,-3-2 3-16,5-3-1 16,-8-1 0-16,6-5 11 15,0-1-11-15,3 2 0 16,-3-2 0-16,0 2-8 16,0 0 8-16,-1 1 0 15,-2-1-2-15,3-2 12 16,1 1-3-16,-2 0-7 15,1-1-1-15,-2 2-18 16,4-2 20-16,-4 2-1 16,5 3 0-16,-3-1 13 15,0 2-7-15,3 3-6 0,-3 1 0 16,-1 2-12-16,4-2 12 16,-3 5 0-16,3 0 0 15,0 4 0-15,0 5 9 16,0 1-9-16,-3 2 0 15,3 0-22-15,0 0 22 16,-5 0 0-16,5 0-6 16,0 0 12-16,0 0-22 15,0 0 13-15,-1 0-88 16,1 0-23-16,0 13-89 16,0 11-288-16,0-3-179 0</inkml:trace>
          <inkml:trace contextRef="#ctx0" brushRef="#br0" timeOffset="2484.4297">-2391 454 474 0,'0'0'186'0,"0"0"-141"15,0 0 95-15,0 0-38 16,0 0-84-16,0 0 31 15,0 0 7-15,0-49-23 16,0 43 47-16,-4 1-13 16,-4-2-31-16,2 5 44 15,-8-8-37-15,0 5-14 0,-1-3-29 16,0-1 16-16,-4 1 19 16,3 0-26-16,-4-1-8 15,1 3 13-15,-3-3-4 16,2 4 52-16,-3 2-62 15,-1-4 1-15,1 5 28 16,0-4-29-16,5 2 15 16,-6 4-11-16,9-1 8 15,-4 1 15-15,5 0-27 16,1 0 0-16,5 0 9 16,-5 0-9-16,3 0 0 15,-4 0-1-15,2 0 14 16,2 1-9-16,1 6-4 0,-3-2 0 15,8 2 12 1,-7 1-6-16,2 1-6 0,0 2 0 16,-4 4 8-16,0 2 19 15,-2 0-27-15,0 3 0 16,0-3 23-16,-1 3-23 16,8-5 0-16,-5 0 0 15,5-3 6-15,5-2 0 16,0 2-6-16,-1 3 0 15,4 2-8-15,0 1 8 16,0 3 0-16,0-1 0 16,0 3 6-16,0-5-6 15,0 6 0-15,0-4 0 16,0 0-6-16,0 0 7 16,0 0-1-16,0 1 0 0,7-2 0 15,-1-3 8-15,-1 1-8 16,1-2 0-16,1-3-6 15,-2 0 6-15,1-1 0 16,4-4-2-16,-1 5 8 16,4-4 0-16,1 2-6 15,1-1 0-15,1-1-10 16,0 0 16-16,1 1-6 16,-1-3 0-16,-4-1 1 15,1 2 9-15,-1-5-10 16,5 1 0-16,0 0-10 15,-2-3 19-15,5 0-9 0,2 0 0 16,0 0 6-16,1 0 13 16,-1 0-19-16,0-6 0 15,-2-3 4-15,-1-2-3 16,0-1-1-16,1 0 0 16,-1 2 10-16,0-5-2 15,1-2-8-15,-1 2 0 16,-4-1-11-16,4-1 13 15,-4-2-2-15,3 3 0 16,-2 1 1-16,-4 1 8 16,-1-2-9-16,-5 5 0 15,0-3-1-15,1 2 12 16,-4 1-11-16,0-4 0 0,0 1 0 16,0-1 4-1,0 0-4-15,1 0 0 0,-4-3 8 16,3-2 9-16,-3-1-17 15,0-2 0-15,0 3 0 16,0 3 4-16,0 0-4 16,0-2 0-16,-3 2-3 15,-7 2 24-15,1 2-22 16,-1-2 1-16,1 3 0 16,-5 4-6-16,-1-4 6 15,1 4 0-15,-1-4-6 16,-2 2 26-16,1 0-31 15,-3-2 11-15,1 4 0 16,-2-1 1-16,1 4-1 16,3-1 0-16,-1 1-12 0,4 1 29 15,-2-1-25-15,-1 2 8 16,-5-4 0-16,3 6-1 16,2 1 1-16,-4 0 0 15,1 0-8-15,4 0 17 16,-1 0-15-16,-1 0 6 15,1 0 0-15,-2 1-10 16,2 6 10-16,-1-2 0 16,1 2-6-16,-2 1 25 15,3 4-32-15,-7 1 13 16,3 6 0-16,1-3-4 16,3 1 4-16,-3 0-1 15,8 1 1-15,1-1 0 0,3 0-6 16,-2 3 6-16,2 3 0 15,3 7-3-15,0 1 3 16,3 5 0-16,0-1-1 16,0-5 3-16,0 5 5 15,0-7-7-15,0 3 0 16,3-9-4-16,6 2 4 16,-1-8 0-16,-2 3-7 15,3-6 15-15,-2 2-2 16,5-6-6-16,1 2 0 15,7 1-1-15,-4-4 1 16,6 4 0-16,1-3-1 0,-1-4 7 16,3 3 1-16,-1 2-7 15,3-5 0-15,-6 3-6 16,4-4 6-16,-3 1 0 16,4-2 0-16,-6 0 1 15,4-3 11-15,0 4-12 16,-2-4 0-16,4 0-6 15,-1 0 12-15,0 0-6 16,5-4 0-16,-2-7 6 16,-2-1 4-16,0 0-10 15,-3-3 0-15,-4 2-3 16,0-2 3-16,-4 1 0 16,-1-1 1-16,-4 2 8 0,-1 1 13 15,-6-3-22-15,0 2 0 16,0-6 0-16,-3 3 1 15,0-1-1-15,0-4 0 16,0-3 9-16,0 1-2 16,0-4-7-16,0-1 0 15,0 3-7-15,0-4 7 16,0-3 0-16,0 4 0 16,-6-5 6-16,-3 1-1 15,-1 4-5-15,-2-2 0 16,-2 8-16-16,1-1 16 15,-2 6 0-15,-6 2 0 16,3 3 0-16,-4 4-12 16,0 3 12-16,-6-2 0 15,1 2-32-15,-6-2 52 0,3 6-20 16,-11-3 0 0,2 1 6-16,-1 3-19 0,1 0 13 15,3 0 0-15,2 0 1 16,0 0-1-16,7 0 0 15,-3 0 0-15,5 12-23 16,0 8 21-16,-1 6-61 16,7 8 6-16,0 10 34 15,5 7-121-15,11 34-112 16,3-10-36-16,0-13-726 0</inkml:trace>
          <inkml:trace contextRef="#ctx0" brushRef="#br0" timeOffset="5376.0236">-2929 687 499 0,'0'0'128'16,"0"0"-40"-16,0 0-21 15,0 0 6-15,0 0-26 16,0 0-36-16,0 0 77 0,55-11-70 15,-49 11-17-15,0 0 16 16,1 0 0-16,2 0-28 16,1 0 11-16,5 0 0 15,2 0 8-15,2-2-8 16,0-1 0-16,4-1-7 16,-1-1 30-16,5 2-23 15,-5 0 0-15,0-1 0 16,1 3 38-16,-4-3-37 15,0 1-1-15,-4-2 28 16,2 1-27-16,-1-1 27 16,0 2-12-16,-4-2-9 0,2 0 68 15,-1 2-37 1,-2-4 0-16,0 2-9 0,-2 2-29 16,2-1 26-16,-4 3-26 15,5-3 0-15,0 1 1 16,1 1-1-16,-4-1 0 15,5 3 0-15,-8-3 7 16,1 3 7-16,-4-4-14 16,0 4 0-16,0 0-1 15,-3 0 1-15,0 0-17 16,0 0-99-16,0 0-44 16,0 7 13-16,-6 5-119 0</inkml:trace>
          <inkml:trace contextRef="#ctx0" brushRef="#br0" timeOffset="7417.7244">-3121 21 487 0,'0'0'175'0,"0"0"-29"0,0 0-9 15,0 0 13-15,0 0-73 16,0 0-13-16,0 0 15 16,0-17-44-16,0 17 19 15,0 0-47-15,0 0-7 16,0 0 0-16,0 17-20 15,0 13 20-15,0 7 11 16,0 5-11-16,0 8 43 16,0-5-6-16,0 3-24 15,0-5 52-15,6-2-64 16,4-4 0-16,-1-6 44 16,4-6-44-16,-1-1 14 0,2-7-1 15,-7-1-12 1,2-5 20-16,-5-2-22 0,4-3 0 15,-8-1 1-15,3-5 12 16,-3 4-13-16,0-4 0 16,0 0 9-16,0 0 27 15,0 0-36-15,4 0 0 16,2-12 2-16,-3-15-2 16,3-2-7-16,-1-6-24 15,-2-5 13-15,-3 1-11 16,0-5 29-16,0 1-24 15,0 2 24-15,0 2-55 16,0 3 54-16,0 7-35 16,-8 4-37-16,7 5 66 15,-7 5-68-15,5 3 22 0,3 7 16 16,0 5-10-16,0 0 1 16,0 0-113-16,0 0 66 15,0 10 83-15,0 14-34 16,0 12-75-16,3-4-14 15,11-3-405-15</inkml:trace>
        </inkml:traceGroup>
      </inkml:traceGroup>
    </inkml:traceGroup>
  </inkml:traceGroup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4-27T10:50:11.216"/>
    </inkml:context>
    <inkml:brush xml:id="br0">
      <inkml:brushProperty name="width" value="0.08167" units="cm"/>
      <inkml:brushProperty name="height" value="0.081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0FE3715B-53DC-421D-8A30-B42DC0BA59FA}" emma:medium="tactile" emma:mode="ink">
          <msink:context xmlns:msink="http://schemas.microsoft.com/ink/2010/main" type="writingRegion" rotatedBoundingBox="17821,12583 19034,12583 19034,12972 17821,12972">
            <msink:destinationLink direction="with" ref="{6EAC4E8B-9475-4DD3-A46F-E0E4B0ED172C}"/>
          </msink:context>
        </emma:interpretation>
      </emma:emma>
    </inkml:annotationXML>
    <inkml:traceGroup>
      <inkml:annotationXML>
        <emma:emma xmlns:emma="http://www.w3.org/2003/04/emma" version="1.0">
          <emma:interpretation id="{4684D0C8-DC21-4996-BE75-C03D15A6B05E}" emma:medium="tactile" emma:mode="ink">
            <msink:context xmlns:msink="http://schemas.microsoft.com/ink/2010/main" type="paragraph" rotatedBoundingBox="17821,12583 19034,12583 19034,12972 17821,1297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23BEDC2-8420-4B1A-A1B2-CCABBCDAB9D1}" emma:medium="tactile" emma:mode="ink">
              <msink:context xmlns:msink="http://schemas.microsoft.com/ink/2010/main" type="inkBullet" rotatedBoundingBox="17821,12583 19034,12583 19034,12972 17821,12972"/>
            </emma:interpretation>
            <emma:one-of disjunction-type="recognition" id="oneOf0">
              <emma:interpretation id="interp0" emma:lang="" emma:confidence="0">
                <emma:literal>→</emma:literal>
              </emma:interpretation>
            </emma:one-of>
          </emma:emma>
        </inkml:annotationXML>
        <inkml:trace contextRef="#ctx0" brushRef="#br0">3985 2157 624 0,'0'0'207'0,"0"0"17"16,0 0-62-16,0 0-43 15,0 0-2-15,0 0-70 16,0 0-5-16,0-3 1 16,0 3-22-16,0 0 27 15,0-2-48-15,0 2 0 16,6-6 17-16,36-6-4 16,22-5-13-16,31-4 2 15,12-6 4-15,15-2 10 16,-3 1-16-16,-10 0 0 0,-12 8-6 15,-14 3 7-15,-17 2-1 16,-10 7 0-16,-19 1-16 16,-13 7 16-16,-18 0-157 15,-9 7-149-15,-32 16 69 16,-9 2-153-16</inkml:trace>
        <inkml:trace contextRef="#ctx0" brushRef="#br0" timeOffset="269.8997">4229 2306 436 0,'0'0'379'16,"0"0"-244"-16,0 0-14 15,0 0-56-15,0 0-27 16,0 0 47-16,0 0-15 15,125 0 33-15,-52-12-38 16,11-3-34-16,9-2 14 16,4-3-45-16,-2 2-19 15,-1-2-1-15,-9 5-105 16,-10-1-25-16,-9 0-39 16,-16 5-63-16,-18-1-480 0</inkml:trace>
      </inkml:traceGroup>
    </inkml:traceGroup>
  </inkml:traceGroup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4-27T10:51:47.508"/>
    </inkml:context>
    <inkml:brush xml:id="br0">
      <inkml:brushProperty name="width" value="0.08167" units="cm"/>
      <inkml:brushProperty name="height" value="0.08167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13C89075-8FB2-47BD-B75F-F1155D92FC00}" emma:medium="tactile" emma:mode="ink">
          <msink:context xmlns:msink="http://schemas.microsoft.com/ink/2010/main" type="writingRegion" rotatedBoundingBox="14621,17015 15174,14252 16149,14447 15596,17210"/>
        </emma:interpretation>
      </emma:emma>
    </inkml:annotationXML>
    <inkml:traceGroup>
      <inkml:annotationXML>
        <emma:emma xmlns:emma="http://www.w3.org/2003/04/emma" version="1.0">
          <emma:interpretation id="{5DFCDA78-8A2F-4A1B-A0A9-3FD99FCDC966}" emma:medium="tactile" emma:mode="ink">
            <msink:context xmlns:msink="http://schemas.microsoft.com/ink/2010/main" type="paragraph" rotatedBoundingBox="14621,17015 15174,14252 16149,14447 15596,1721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8B91E7A-8355-4F4D-922A-72B401C39D48}" emma:medium="tactile" emma:mode="ink">
              <msink:context xmlns:msink="http://schemas.microsoft.com/ink/2010/main" type="line" rotatedBoundingBox="14621,17015 15174,14252 16149,14447 15596,17210"/>
            </emma:interpretation>
          </emma:emma>
        </inkml:annotationXML>
        <inkml:traceGroup>
          <inkml:annotationXML>
            <emma:emma xmlns:emma="http://www.w3.org/2003/04/emma" version="1.0">
              <emma:interpretation id="{330F1553-9FC4-4A9B-B26C-025A55EE6072}" emma:medium="tactile" emma:mode="ink">
                <msink:context xmlns:msink="http://schemas.microsoft.com/ink/2010/main" type="inkWord" rotatedBoundingBox="14770,17045 14838,16703 15421,16820 15353,17161"/>
              </emma:interpretation>
              <emma:one-of disjunction-type="recognition" id="oneOf0">
                <emma:interpretation id="interp0" emma:lang="" emma:confidence="0.5">
                  <emma:literal>\</emma:literal>
                </emma:interpretation>
                <emma:interpretation id="interp1" emma:lang="" emma:confidence="0">
                  <emma:literal>,</emma:literal>
                </emma:interpretation>
                <emma:interpretation id="interp2" emma:lang="" emma:confidence="0">
                  <emma:literal>.</emma:literal>
                </emma:interpretation>
                <emma:interpretation id="interp3" emma:lang="" emma:confidence="0">
                  <emma:literal>)</emma:literal>
                </emma:interpretation>
                <emma:interpretation id="interp4" emma:lang="" emma:confidence="0">
                  <emma:literal>`</emma:literal>
                </emma:interpretation>
              </emma:one-of>
            </emma:emma>
          </inkml:annotationXML>
          <inkml:trace contextRef="#ctx0" brushRef="#br0">0 224 1160 0,'0'0'245'0,"0"0"-63"16,0 0-80-16,0 0-41 15,191-80-8-15,-120 48-31 16,1 4 36-16,-2 0-39 16,-6 8-10-16,-9 3 20 15,-9 6-29-15,-12 6-6 16,-9 1-23-16,-11 4-57 16,-8 0-25-16,-3 0-138 15,-3 0 0-15,0 0 53 0,0 4-80 0</inkml:trace>
        </inkml:traceGroup>
        <inkml:traceGroup>
          <inkml:annotationXML>
            <emma:emma xmlns:emma="http://www.w3.org/2003/04/emma" version="1.0">
              <emma:interpretation id="{C3C61F43-5528-4216-BB1D-CE8979C11DB3}" emma:medium="tactile" emma:mode="ink">
                <msink:context xmlns:msink="http://schemas.microsoft.com/ink/2010/main" type="inkWord" rotatedBoundingBox="14660,16785 15303,16608 15315,16649 14672,16826"/>
              </emma:interpretation>
              <emma:one-of disjunction-type="recognition" id="oneOf1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-298.3123">-105-21 1162 0,'0'0'281'0,"0"0"-144"15,0 0-87-15,0 0-24 16,0 0 39-16,0 0-43 16,0 0 35-16,74-12 0 15,-32 1-20-15,1-6 24 16,9 0-46-16,2-1-14 16,1-2 28-16,1 0-26 0,-4 3-3 15,0 1 0 1,-7 8 10-16,-9-1-7 0,-8 6-3 15,-6-1-38-15,-5 4 29 16,-10 0-54-16,2 0 9 16,-9 0-38-16,-9 4-150 15,-18 16-99-15,-8-1-631 0</inkml:trace>
        </inkml:traceGroup>
        <inkml:traceGroup>
          <inkml:annotationXML>
            <emma:emma xmlns:emma="http://www.w3.org/2003/04/emma" version="1.0">
              <emma:interpretation id="{E92C3EA8-D945-4213-AAFA-8C708D18D637}" emma:medium="tactile" emma:mode="ink">
                <msink:context xmlns:msink="http://schemas.microsoft.com/ink/2010/main" type="inkWord" rotatedBoundingBox="15223,14709 15309,14279 16149,14447 16063,14877"/>
              </emma:interpretation>
              <emma:one-of disjunction-type="recognition" id="oneOf2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-2003.2513">597-2299 59 0,'0'0'0'16,"0"0"-10"-16,0 0-1 15,0 0 11-15,0 0-2 0,0 0 1 16,-33 0-6-16,30 0 5 15,-3 0-4-15,2 0 6 16,1 0 94-16,0 0 22 16,0 0 55-16,0 0-78 15,3 0-34-15,-3 0 71 16,3 0-34-16,0-3-18 16,-6 3-20-16,6 0-16 15,-1-2 19-15,-2 2-6 16,3 0-8-16,-3 0 46 15,3 0-37-15,-3 0 36 16,0 0-33-16,0 0-34 16,3 0 16-16,-5 0-41 0,5 0 8 15,-3 0 27-15,3 0-25 16,0 0 2-16,-3 0 19 16,3 0-10-16,0 0 33 15,0 0-37-15,0 0-16 16,0 0 54-16,0 0-39 15,0 0-2-15,0 0 1 16,0 0-15-16,0 0 38 16,0 0-36-16,14 0-1 15,5 0 62-15,3 0-44 16,10-3-2-16,6-4 11 16,11 2-20-16,-1-3 34 15,7-1-42-15,-3-2 0 16,-6 2 35-16,-2-3-35 15,-6 1 2-15,-1 2 9 0,-8-2-10 16,-5 2 25-16,-5-2-26 16,-7 6 0-16,-2 2-2 15,-4 0 2-15,-6 3-13 16,0 0-17-16,0 0-35 16,0 0 2-16,-3 0-86 15,-19 0-251-15,-5 3-105 0</inkml:trace>
          <inkml:trace contextRef="#ctx0" brushRef="#br0" timeOffset="-1426.5753">456-2122 586 0,'0'0'174'0,"0"0"-101"15,0 0-6-15,0 0-28 16,0 0 7-16,0 0 70 16,0 0-22-16,0 8 4 15,0-8-21-15,0 3-7 16,3-3 33-16,6 2-4 16,7 1-22-16,6 1 16 15,2-4-49-15,15 0 21 16,8 0-30-16,10 0-16 15,7-9 44-15,3-6-63 16,7 0 0-16,-2 2 18 16,-5 0-5-16,-3 2-8 15,-3 2-5-15,-9 1 0 0,-7 1 15 16,-7 2-15 0,-12-2 0-16,-4 6-8 0,-9 1 22 15,-10 0-23-15,0 0 9 16,-3 0-6-16,0 0-13 15,3 0 0-15,-3 0-21 16,0 0 17-16,0 0-62 16,0 0 13-16,0 0-129 15,0 0-197-15,0 5-337 0</inkml:trace>
        </inkml:traceGroup>
      </inkml:traceGroup>
    </inkml:traceGroup>
  </inkml:traceGroup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4-27T10:58:52.977"/>
    </inkml:context>
    <inkml:brush xml:id="br0">
      <inkml:brushProperty name="width" value="0.08167" units="cm"/>
      <inkml:brushProperty name="height" value="0.08167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1DFEFB4F-238E-4667-B25A-D72CF9F29B81}" emma:medium="tactile" emma:mode="ink">
          <msink:context xmlns:msink="http://schemas.microsoft.com/ink/2010/main" type="writingRegion" rotatedBoundingBox="10515,6501 15013,5733 16054,11831 11556,12599"/>
        </emma:interpretation>
      </emma:emma>
    </inkml:annotationXML>
    <inkml:traceGroup>
      <inkml:annotationXML>
        <emma:emma xmlns:emma="http://www.w3.org/2003/04/emma" version="1.0">
          <emma:interpretation id="{D4960A2C-FCBE-42D7-92AA-E8D5AC654915}" emma:medium="tactile" emma:mode="ink">
            <msink:context xmlns:msink="http://schemas.microsoft.com/ink/2010/main" type="paragraph" rotatedBoundingBox="10540,6496 15013,5733 15368,7811 10895,857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B2EA111-C8D0-47B7-9A0B-AF2E2EE69C88}" emma:medium="tactile" emma:mode="ink">
              <msink:context xmlns:msink="http://schemas.microsoft.com/ink/2010/main" type="line" rotatedBoundingBox="10540,6496 15013,5733 15368,7811 10895,8575"/>
            </emma:interpretation>
          </emma:emma>
        </inkml:annotationXML>
        <inkml:traceGroup>
          <inkml:annotationXML>
            <emma:emma xmlns:emma="http://www.w3.org/2003/04/emma" version="1.0">
              <emma:interpretation id="{83D50FE8-1BD3-41B0-9536-0F8512771918}" emma:medium="tactile" emma:mode="ink">
                <msink:context xmlns:msink="http://schemas.microsoft.com/ink/2010/main" type="inkWord" rotatedBoundingBox="10540,6496 15013,5733 15368,7811 10895,8575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544 1258 1013 0,'0'0'223'16,"0"0"-128"-16,0 0 37 16,0 0-106-16,0 0-15 15,0 0-22-15,0 0 29 16,0 128 20-16,7-60-5 15,5 2-32-15,-1-7 51 0,2-2-52 16,-4-9 2 0,0-9 4-16,-3-2 11 0,4-6-34 15,-4-3-5-15,6 5-105 16,-4-12-50-16,2-7-353 0</inkml:trace>
          <inkml:trace contextRef="#ctx0" brushRef="#br0" timeOffset="-293.1556">220 1530 818 0,'0'0'235'0,"0"0"-73"16,0 0-62-1,0 0-4-15,0 0-36 0,0 0-30 16,0 0 57-16,0 0-78 16,19 0 7-16,27 0 24 15,21-6-39-15,16-4 45 16,10 0-44-16,0-3 12 16,-3 5 9-16,-10 3-23 15,-13-2 0-15,-12 7 1 16,-13-2-1-16,-12 2-14 15,-16 0-59-15,-11 0-52 16,-3 0-6-16,-17 2-385 16,-18 5 135-16</inkml:trace>
          <inkml:trace contextRef="#ctx0" brushRef="#br0" timeOffset="-1053.3292">910 0 628 0,'0'0'91'16,"0"0"-35"-16,0 0-40 15,0 0 10-15,0 0-2 16,0 0 15-16,-6 0 34 16,6 0-21-16,0 0-38 15,0 0 22-15,0 0-34 16,0 0 6-16,0 0 0 16,0 0-8-16,0 0 18 0,0 0-18 15,-3 0 0 1,-10 0 5-16,-7 0 5 0,-8 0-10 15,-8 5 0-15,-5 7 1 16,-8 0 7-16,1-1-8 16,-7 4 0-16,1-1 0 15,2 1 11-15,8-2-8 16,0-3 10-16,3-1-11 16,7-1 36-16,5-6-38 15,1 1 0-15,-2 0 35 16,5-3-35-16,0 0 20 15,-2 0-4-15,3 0 0 16,3 0 30-16,2 0-46 16,-1 2 0-16,6 1 1 15,-3 1 7-15,1 1-9 0,2 1 1 16,7 3 0-16,-3 6-11 16,5 7 1-16,2 8-14 15,3 11 12-15,0 4 11 16,0 7 1-16,0 0 0 15,0 0 7-15,3 0 7 16,8 0-14-16,0 0 0 16,3-3 34-16,-1 3-33 15,-1-3 11-15,5-2-11 16,-7-2 0-16,2-5 25 16,-2-4-26-16,-1-5 0 15,-3-1 6-15,2-7-4 0,-2-3-2 16,-3-5 1-16,4-1 0 15,-4-6 13-15,0-1-14 16,-3-2 0-16,0 2 3 16,1-7-2-16,-1 1-1 15,5-1 1-15,-2 0-1 16,0 0 35-16,7 0-35 16,4 0 1-16,8 0 25 15,3 0-25-15,11 0 13 16,1 0-14-16,2 0 7 15,7-8-7-15,2 3 0 16,2-4 0-16,4 3 4 16,5-3 4-16,2 1-8 0,6-4 0 15,3 1 1 1,2-1 17-16,-5 0-18 0,-5 4 0 16,-16 3-7-16,-7-3 15 15,-9 5-8-15,-11 3 0 16,-4-2 0-16,-4 2-5 15,-6-3 5-15,3 3 0 16,-2-4 11-16,-2 1-5 16,1 1 27-16,1-4-25 15,1-3 12-15,-1-4 35 16,5-9-55-16,-5-10 2 16,2-6 12-16,0-9 0 15,1-8-14-15,-6 0 0 16,1 3 0-16,-4 4 39 15,0 8-25-15,0 1 0 0,-4 5 18 16,-8-1-17-16,-2 6-15 16,3-3 0-16,-3 4 6 15,4-1-2-15,4-1-4 16,0-1 0-16,3-4-3 16,0-3 12-16,0 1-12 15,3 0 3-15,-5 2-29 16,2 6 27-16,-4 4-81 15,1 10-26-15,-22 12-13 16,0 3-143-16,-2 0-349 0</inkml:trace>
          <inkml:trace contextRef="#ctx0" brushRef="#br0" timeOffset="1147.1159">2659-462 674 0,'0'0'188'0,"0"0"-109"0,0 0-60 15,0 0-5-15,0 0 67 16,0 0-50-16,-174 12-5 15,110-4 30-15,0 0-36 16,0 1 31-16,3-3-26 16,6 0-24-16,4-3 52 15,6 0-40-15,7-3-13 16,2 2 16-16,8-2 3 16,2 0-23-16,7 3 4 15,0 1 0-15,2 1 0 16,1 3 0-16,-3 9 0 15,-1 13-13-15,-5 10 7 16,-3 13 4-16,-1 12 2 16,0 12 0-16,-1 10 25 15,2 6-10-15,5 6-1 0,4 2 15 16,10-4-29-16,2-5 30 16,7-4-30-16,0-14 1 15,0-7 26-15,14-6-26 16,4-9 14-16,2-12 29 15,-4-5-44-15,2-13 34 16,-2-3-34-16,-1-6 0 16,0-3 11-16,0-2-5 15,1-6-1-15,5 1-3 16,7-3 10-16,10 0 11 16,8 0-23-16,7-13 0 15,5-5-5-15,3-3 12 0,0-2-7 16,3 1 0-16,0-6 7 15,0 1-14-15,-3-1 0 16,-3-1 7-16,-2 1-12 16,-6 0 12-16,-1-4 0 15,-4 0-12-15,-3-8 27 16,-4 0-24-16,-6-5 9 16,-3-6 0-16,-3-1-4 15,-7-5 4-15,-3-3-6 16,-7-5 6-16,-6 1 0 15,-3-1 15-15,0-2-15 16,0 3 7-16,-6 0 41 16,-10 9-48-16,0 5 8 15,4 5-8-15,1 13 8 0,2 12-9 16,2 9 1-16,5 9-64 16,-8 2-12-16,0 12-284 15,1 9-148-15</inkml:trace>
          <inkml:trace contextRef="#ctx0" brushRef="#br0" timeOffset="1592.6707">1866 1362 1041 0,'0'0'254'0,"0"0"-178"16,0 0 3-16,0 0-39 15,0 0-34-15,0 0 22 16,0 0-28-16,186-1 0 15,-128-10 0-15,-6 1 0 16,-2 0-27-16,25-10-53 16,-17 4-245-16,-5-1-592 0</inkml:trace>
          <inkml:trace contextRef="#ctx0" brushRef="#br0" timeOffset="2806.3455">4253-810 546 0,'0'0'162'0,"0"0"-35"15,0 0-91-15,0 0-21 16,0 0 14-16,0 0-9 0,-192 21 45 16,120-4-45-16,-3 0-20 15,-6 4 48-15,1-1-32 16,2 3 11-16,5 1-5 15,7-1-22-15,7-1 30 16,7 2-30-16,14-8 0 16,9 3 2-16,9-9-1 15,6 5-2-15,10 2 0 16,1 5 1-16,3 7 3 16,0 11-3-16,0 8 0 15,12 13 22-15,1 15-22 16,0 11 22-16,-13 7 17 15,0 5-39-15,0-5 28 16,-17-2-28-16,-4-11 0 16,-2-9 17-16,7-11-17 0,6-10 0 15,4-11 0-15,6-12 0 16,0-3 20-16,0-6-20 16,0-6 0-16,10-1 64 15,15-4-39-15,11-3 2 16,12-5-6-16,16 0-20 15,13-5 39-15,6-15-40 16,4-2 0-16,-4-4-3 16,-3 1 3-16,-5 1-9 15,-5-4 8-15,-6 7 2 16,-6-3 4-16,-7 4-5 16,-10 0 0-16,-2 0-2 15,-9 0 2-15,-5-4 0 0,-6-1 18 16,4-6-17-16,-3-9 34 15,-2-5-35-15,3-10 6 16,-3-9 51-16,-6-8-57 16,-2-6 29-16,-4-5 10 15,-6-5-28-15,0 2 34 16,0 3-45-16,-19 7 0 16,3 12 28-16,-4 12-28 15,1 17-1-15,4 11-23 16,-4 12-57-16,-20 12-29 15,3 26-268-15,1 9-266 0</inkml:trace>
          <inkml:trace contextRef="#ctx0" brushRef="#br0" timeOffset="3318.065">3405 715 709 0,'0'0'141'0,"0"0"-122"15,0 0 24-15,0 0-36 16,0 0 25-16,0 0 4 0,171 128-20 16,-119-91 23-1,-2 0 26-15,-3-5-17 0,-10-4 21 16,-3 0-68-16,-7-5 13 16,0 1-14-16,-5-4 2 15,-3-7 17-15,-4 2-19 16,-2-6-43-16,-2-3-15 15,4-6-68-15,-2 0-70 16,1 0-138-16</inkml:trace>
          <inkml:trace contextRef="#ctx0" brushRef="#br0" timeOffset="3613.4638">4047 738 424 0,'0'0'155'0,"0"0"-73"16,0 0 51-16,0 0 4 16,-194 177-29-16,141-132 27 15,3 3-66-15,1-8-19 16,4-3 26-16,6-2-51 15,2-6-3-15,3-1-5 16,7 1-16-16,-3-3 31 16,8-1-32-16,3-5-26 0,16-3-6 15,3-6-194-15,0-6-131 16</inkml:trace>
          <inkml:trace contextRef="#ctx0" brushRef="#br0" timeOffset="3917.0063">3473 1005 914 0,'0'0'185'0,"0"0"-87"15,0 0 16-15,0 0-64 0,0 0 5 16,0 0-55-16,171-41 0 16,-90 26 43-16,8 1-42 15,-3-4 11-15,-5 4-1 16,-7-1-10-16,-7 4-1 16,-12 1 0-16,-10 1-83 15,-7-1-54-15,-12 8-106 16,-10-1-59-16</inkml:trace>
        </inkml:traceGroup>
      </inkml:traceGroup>
    </inkml:traceGroup>
    <inkml:traceGroup>
      <inkml:annotationXML>
        <emma:emma xmlns:emma="http://www.w3.org/2003/04/emma" version="1.0">
          <emma:interpretation id="{DAF59F68-1E28-498F-A205-4A73259CF8CE}" emma:medium="tactile" emma:mode="ink">
            <msink:context xmlns:msink="http://schemas.microsoft.com/ink/2010/main" type="paragraph" rotatedBoundingBox="11465,12605 10950,8992 12962,8705 13478,1231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6C16145D-E70A-488C-9A1F-9C9F6B24FB48}" emma:medium="tactile" emma:mode="ink">
              <msink:context xmlns:msink="http://schemas.microsoft.com/ink/2010/main" type="line" rotatedBoundingBox="11465,12605 10950,8992 12962,8705 13478,12318"/>
            </emma:interpretation>
          </emma:emma>
        </inkml:annotationXML>
        <inkml:traceGroup>
          <inkml:annotationXML>
            <emma:emma xmlns:emma="http://www.w3.org/2003/04/emma" version="1.0">
              <emma:interpretation id="{16B81D96-157C-4FAF-BF21-CCBCDD2755D0}" emma:medium="tactile" emma:mode="ink">
                <msink:context xmlns:msink="http://schemas.microsoft.com/ink/2010/main" type="inkWord" rotatedBoundingBox="11783,12560 11639,11553 13205,11329 13349,12337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9151.2232">1391 5177 608 0,'0'0'160'0,"0"0"-53"15,0 0-33-15,0 0-19 16,0 0 40-16,-112 190 56 15,65-114-44-15,5-7-46 16,3-10 14-16,17-19-66 16,6-15 7-16,8-12-3 15,8-6-11-15,0-7 30 16,0 0-32-16,10-8 0 0,23-24 26 16,6-13-24-16,9-17-3 15,-1-3 1-15,-2 0-4 16,-2 10-11-16,-12 10 15 15,-8 16 0-15,-4 13 16 16,-1 16-14-16,-5 0-2 16,7 16 0-16,-4 24 0 15,3 5 37-15,-5 7-37 16,-7 4 0-16,-2-4-4 16,-5-6 4-16,0 0-50 15,0-12-223-15,0-11-229 0</inkml:trace>
          <inkml:trace contextRef="#ctx0" brushRef="#br0" timeOffset="9519.7201">1824 5134 776 0,'0'0'164'0,"0"0"-88"0,0 0 91 16,0 0 11-16,58 180-56 15,-45-115-21-15,-1-1-63 16,2-7-17-16,-4-5 30 15,-4-5-41-15,-6-8 6 16,0-4-7-16,0-3-8 16,-16-4 19-16,-13 3-20 15,-3-6-16-15,-4-5 7 16,2-1-64-16,5-6 0 16,0-6-148-16,6-2-104 15,7-5-228-15</inkml:trace>
          <inkml:trace contextRef="#ctx0" brushRef="#br0" timeOffset="10014.8342">1809 5099 783 0,'0'0'123'16,"0"0"-78"-16,0 0 46 16,0 0 27-16,-33 191 40 0,1-109-56 15,-3 0-43-15,6-12 2 16,3-18-60-16,10-17 12 15,8-17-4-15,4-9-8 16,4-9 32-16,0 0-32 16,0 0 5-16,0-20 24 15,22-14-22-15,1-11-16 16,5-15 3-16,-1-7 2 16,-2-3-19-16,-6-5 22 15,-4 5 0-15,0 8-13 16,-6 21 33-16,0 17-18 15,-3 19 9-15,4 5-2 16,8 0-3-16,0 25-6 16,7 4 0-16,-2 2-3 0,1 1 20 15,-1-7-15-15,0-3-2 16,-1-4-15-16,14-18 2 16,-7 0-189-16,-3 0-331 0</inkml:trace>
          <inkml:trace contextRef="#ctx0" brushRef="#br0" timeOffset="8692.3344">1418 5073 798 0,'0'0'223'16,"0"0"-72"-16,0 0-16 15,0 0 9-15,0 0-93 16,0 0-1-16,0 0-18 15,9 21-32-15,-9 39 60 16,0 20-22-16,0 20-12 16,-9 5 43-16,-21-3-69 0,-1-10 18 15,-2-12-9-15,5-9-8 16,-2-17 18-16,3-7-19 16,3-11 0-16,5-10 9 15,0-5-9-15,8-11-16 16,8-6-32-16,-1-4-33 15,4-9 23-15,0-19-315 16,13-11-491-16</inkml:trace>
          <inkml:trace contextRef="#ctx0" brushRef="#br0" timeOffset="10376.6487">2235 4801 1041 0,'0'0'230'15,"0"0"-167"-15,0 0-62 16,0 0 78-16,0 0-29 16,0 0-2-16,150 156 33 15,-107-112-59-15,-4 0 16 16,-3-4-5-16,2-3-25 15,-3-9 33-15,-10-1-41 16,-6-5 0-16,-4-2 5 16,-7-1-5-16,-8-2-1 0,0 0-28 15,0-2-38-15,-26 0-20 16,-4-7-244-16,5-3-239 0</inkml:trace>
        </inkml:traceGroup>
        <inkml:traceGroup>
          <inkml:annotationXML>
            <emma:emma xmlns:emma="http://www.w3.org/2003/04/emma" version="1.0">
              <emma:interpretation id="{9A8DF526-7C23-4616-85F8-7E56074141AD}" emma:medium="tactile" emma:mode="ink">
                <msink:context xmlns:msink="http://schemas.microsoft.com/ink/2010/main" type="inkWord" rotatedBoundingBox="12852,11744 12797,11364 13331,11288 13385,11667"/>
              </emma:interpretation>
              <emma:one-of disjunction-type="recognition" id="oneOf2">
                <emma:interpretation id="interp2" emma:lang="" emma:confidence="0.5">
                  <emma:literal>.</emma:literal>
                </emma:interpretation>
                <emma:interpretation id="interp3" emma:lang="" emma:confidence="0">
                  <emma:literal>,</emma:literal>
                </emma:interpretation>
                <emma:interpretation id="interp4" emma:lang="" emma:confidence="0">
                  <emma:literal>)</emma:literal>
                </emma:interpretation>
                <emma:interpretation id="interp5" emma:lang="" emma:confidence="0">
                  <emma:literal>n</emma:literal>
                </emma:interpretation>
                <emma:interpretation id="interp6" emma:lang="" emma:confidence="0">
                  <emma:literal>I</emma:literal>
                </emma:interpretation>
              </emma:one-of>
            </emma:emma>
          </inkml:annotationXML>
          <inkml:trace contextRef="#ctx0" brushRef="#br0" timeOffset="10944.3724">2306 4768 489 0,'0'0'313'16,"0"0"-157"-16,0 0-77 15,0 0-55-15,0 0 32 16,0 0 74-16,-27 169-65 15,12-105 2-15,-4-7 33 16,6-10-79-16,4-17-4 16,6-10-11-16,3-9 3 15,0-10 24-15,0-1-24 0,0 0 23 16,0 0 44-16,0-5-56 16,0-15 0-16,0-8-20 15,0-4 6-15,0-5 6 16,0-2-12-16,0-2 0 15,0 1 0-15,0 5 13 16,3 10 0-16,-3 5 1 16,3 8-13-16,9 7 42 15,7 2-43-15,17-6 0 16,8 4 3-16,14-6-2 16,6 1-1-16,0 0 0 15,-4 3 10-15,-8 2-8 16,-16 2-2-16,-9 3-66 0,-18 0-4 15,-9 25-124-15,-20 6-142 16,-11 5-499-16</inkml:trace>
        </inkml:traceGroup>
        <inkml:traceGroup>
          <inkml:annotationXML>
            <emma:emma xmlns:emma="http://www.w3.org/2003/04/emma" version="1.0">
              <emma:interpretation id="{53E7D156-EED0-4E68-A039-F03835F952E9}" emma:medium="tactile" emma:mode="ink">
                <msink:context xmlns:msink="http://schemas.microsoft.com/ink/2010/main" type="inkWord" rotatedBoundingBox="11315,11552 10950,8992 12732,8738 13098,11298"/>
              </emma:interpretation>
              <emma:one-of disjunction-type="recognition" id="oneOf3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6877.1807">1626 2229 393 0,'0'0'113'0,"0"0"-30"16,0 0-50-16,0 0 8 15,0 0-14-15,0 0-5 16,0 0 33-16,-76 24-47 0,55-19 10 16,-1-2 61-16,-3-1-48 15,-2 1-5-15,2-3 2 16,-7 4-17-16,-6 1 20 16,-12 1-31-16,-3 3 0 15,-8 3 15-15,-6 1-14 16,1 2 4-16,2 0-2 15,2-2 3-15,7 4 10 16,-8 2-16-16,4 1 0 16,-2 0 39-16,3 0-25 15,4 3 8-15,5-2-9 16,7-1-12-16,10 0 27 16,3 1-28-16,4-5 0 0,9 3 20 15,2-9-13-15,5 1-4 16,6 1-3-16,0 0 2 15,3 0 37-15,0 1-23 16,0 7 7-16,0 0 46 16,0 7-37-16,3 6-3 15,5 3 12-15,10 5-28 16,5 7 32-16,-2 1-45 16,8 6 13-16,0 1 9 15,3-4-21-15,-1 0-1 16,6-4 8-16,-6-3-7 15,2-2 27-15,-5 1-28 16,2-9 0-16,-5 7 0 16,-1-5 1-16,0-2-1 15,-5 3 0-15,1-7 1 0,-4 5 16 16,-4-3-17-16,-2 2 0 16,4-1-7-16,-8 4 17 15,0 0-10-15,-3 0 0 16,1 3 1-16,-4 0 16 15,0 3-17-15,0 0 0 16,0 2 3-16,0 4 3 16,0 0-6-16,3 9 6 15,3 1 31-15,3 1 38 16,1-6-75-16,-2-3 1 16,5-3 18-16,-2 0-19 15,2 1 0-15,-2-8 0 16,-3-2 6-16,-2-4-3 0,2-11-3 15,-2-2 0-15,-2-3 7 16,-2-4-7-16,1-4-6 16,-3 0 5-16,0-2 2 15,0 1 12-15,0 4-13 16,0-3 0-16,0 0-6 16,0 0 12-16,0-4-7 15,0-1 1-15,0 3 0 16,0-5-6-16,0 1 6 15,0-4-12-15,0 1-13 16,4 1 17-16,2-3 8 16,0 3-9-16,5-4 18 0,0 3-8 15,9-3-1-15,5 0-1 16,8 0-17-16,6 0 19 16,5-7-2-16,8-3-10 15,3-8-8-15,8 0 9 16,7-9-9-16,1 2 1 15,4-7-2-15,-2-1 17 16,-2 1 3-16,-1 2 0 16,-3 5 0-16,-2-2 12 15,-8 9-12-15,-5 0 0 16,-10 4-15-16,-4 2 17 16,-6 1-2-16,0-1 1 15,-6 0 6-15,-1 1-7 0,-6 2 0 16,1-3 0-1,-1 0 0-15,-3 3 1 0,1-2-1 16,-4-1 0-16,1 2 1 16,-7-2 9-16,0 1-10 15,-1-5 0-15,-3 5 3 16,-3-6 11-16,0-3-14 16,0 0 13-16,0-5-12 15,0-5 37-15,0-2-38 16,-13-3 0-16,3-5 3 15,-4-3 6-15,1-2-9 16,-2-6 3-16,5-1 9 16,-1-5-6-16,5 0-6 15,-1-4 0-15,1-3-3 16,0 2 4-16,-2 0-1 16,5 5 0-16,-3-1 1 0,0 0 12 15,-1 6-13-15,-2 0 0 16,5 5-6-16,-8 2 7 15,0-3-1-15,1 5 0 16,-2 1 9-16,1-2 4 16,-1 1-13-16,1 5 0 15,1-2-8-15,5 1 17 16,3-1-9-16,-1 0 0 16,4-2 6-16,0 0-3 15,0 1-3-15,0 4 0 16,0 2-16-16,-3 5 16 0,-6 0 0 15,-3 5 3 1,2 5 7-16,-1 3 15 0,2 5-25 16,3 1 0-16,-1 3-2 15,1 3 2-15,0-3 0 16,2-2 0-16,-2 0 2 16,0-6 7-16,3 1-9 15,-5 2 0-15,2 1-8 16,0 1 9-16,-4-3-1 15,4 2 0-15,-7-3-7 16,1-1-5-16,-5-1-17 16,0-3-41-16,2 5 54 15,0 0-67-15,1 2 2 0,-2-4-131 16,4 6-124 0,2-4-403-16</inkml:trace>
        </inkml:traceGroup>
      </inkml:traceGroup>
    </inkml:traceGroup>
  </inkml:traceGroup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4-27T10:55:00.641"/>
    </inkml:context>
    <inkml:brush xml:id="br0">
      <inkml:brushProperty name="width" value="0.08167" units="cm"/>
      <inkml:brushProperty name="height" value="0.081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133CB2F-3270-4948-9816-CC7A76E5FB9A}" emma:medium="tactile" emma:mode="ink">
          <msink:context xmlns:msink="http://schemas.microsoft.com/ink/2010/main" type="inkDrawing" rotatedBoundingBox="4304,5653 9791,5752 9751,7995 4263,7895" hotPoints="10192,6854 7130,7943 4053,6898 7115,5809" semanticType="enclosure" shapeName="Ellipse"/>
        </emma:interpretation>
      </emma:emma>
    </inkml:annotationXML>
    <inkml:trace contextRef="#ctx0" brushRef="#br0">-2838-514 631 0,'0'0'136'0,"0"0"-119"16,0 0-7-16,0 0 109 15,0 0-82-15,0 0 1 16,-22-42 4-16,19 32 21 16,-2-2 8-16,0 2-55 15,-1 2-7-15,-8-1 13 0,-5 4-9 16,-7-3-14 0,-12-2 1-16,-10 3 0 15,-13-1 5-15,-3-2-5 0,-11 1 0 16,-5 4-5-1,-7-3 16-15,-2 1-11 0,-5 4 8 16,-6-2-7-16,5-2 30 16,-5 2-31-16,7 0 0 15,5-2-5-15,8 2 13 16,7-1-8-16,-2 2 0 16,5 4 7-16,-1 0 10 15,-2 0-17-15,-2 0 0 16,0 0-8-16,-1 4 24 15,-1 4-16-15,-1 4 0 16,7 0 0-16,5-4 12 0,5 4-12 16,9-4 0-16,7 2-8 15,3-1 27-15,-2 2 0 16,-8 6-19-16,-10 3 2 16,-2 5 8-16,-6 11-10 15,-4 1 0-15,4 2-3 16,-2 4 16-16,8-6-22 15,3 4 9-15,9-5 0 16,-3 1 7-16,8 6-7 16,-2-1 0-16,1 2-14 15,4-1 28-15,2 2-24 16,0 3 10-16,6-2 0 16,7 4-6-16,0-2 6 15,10 6 0-15,7 6-11 16,9 3 28-16,3 6-23 0,0 3 6 15,19 6 0-15,19-2 12 16,14 1 0-16,9-4-2 16,9-6 4-16,8-10 4 15,2-10-17-15,1-10-1 16,-1-1 0-16,-4-5 7 16,-4 1-7-16,-2 0 0 15,-3 2-8-15,4-6 21 16,4 4-7-16,4-5-6 15,1-4 0-15,1-3 13 16,-1 1-13-16,1-4 1 16,-1 0-1-16,1-5 1 15,5-4 37-15,1-1-38 0,7-6 0 16,-2 3 25-16,7-4-23 16,-1 0-2-16,-3 0 0 15,-1 0 10-15,-3 0-3 16,-6 0-7-16,-4 0 0 15,-4 0-4-15,1 0 4 16,-1 0 0-16,2 0-1 16,9 0 1-16,2 0 9 15,7-12-9-15,2 0 0 16,0 1 4-16,1-3-4 16,-2 2 0-16,-2 1 0 15,-4-1 1-15,-3 4 6 0,-1-4-7 16,-1 3 0-16,-7-3-7 15,-4-3 7-15,-1 5 0 16,-1-5 0-16,0 0 12 16,-1-2-9-16,-5 0-3 15,-1-1 0-15,-3-1-15 16,-4 1 15-16,0-2 0 16,-2 3-4-16,-3-3 11 15,-6-4 5-15,8 3-12 16,-7-6 0-16,3 2-16 15,-9-3 16-15,3-7 0 16,-7-6-1-16,2-2 3 16,-1-7 8-16,-2-5-10 0,-8 1 0 15,2-3 0-15,-8-1 14 16,-1-7-9-16,-6 0 6 16,-4-4-9-16,-4-7 55 15,-7-3-57-15,-3-2 0 16,0 0 63-16,0 1-50 15,-16-1 12-15,-7 9-12 16,-10-1 3-16,-5 4 22 16,-10 2-38-16,-13 3 0 15,-9 0-16-15,-11 5 22 16,1 7-6-16,-4 5 0 16,4 10-25-16,-5 5 16 15,-11 8-121-15,-26 13-153 0,19 6-31 16,23 5-189-16</inkml:trace>
  </inkml:traceGroup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4-27T10:55:02.015"/>
    </inkml:context>
    <inkml:brush xml:id="br0">
      <inkml:brushProperty name="width" value="0.08167" units="cm"/>
      <inkml:brushProperty name="height" value="0.081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7FEF82A-655C-420F-A8E0-9621E1A48703}" emma:medium="tactile" emma:mode="ink">
          <msink:context xmlns:msink="http://schemas.microsoft.com/ink/2010/main" type="inkDrawing" rotatedBoundingBox="15727,5713 21048,5972 20931,8378 15609,8118" hotPoints="21251,7190 18388,8218 15622,6955 18484,5928" semanticType="enclosure" shapeName="Ellipse"/>
        </emma:interpretation>
      </emma:emma>
    </inkml:annotationXML>
    <inkml:trace contextRef="#ctx0" brushRef="#br0">7759-676 810 0,'0'0'73'0,"-180"-40"-37"16,57 22-28-16,-22 1 49 15,-3 5-57-15,-6 8 0 16,4 4 28-16,-2 0-22 15,2 12-5-15,-1 17 7 16,-3 13-7-16,-3 12 29 16,0 14-30-16,3 17 0 15,10 14 11-15,6 6 34 16,13 15-10-16,14 0-9 0,19 9 3 16,22-4 1-16,21 0-30 15,24-1-4-15,22-3-8 16,3 0 24-16,25-5 4 15,33-9-16-15,45 0 10 16,72 0 32-16,83 1-41 16,43-15 7-16,11-9 93 15,-28-19-88-15,-42-17 16 16,-24-4-29-16,-23-11 9 16,-40-9 11-16,-37-13-20 15,-22-2 0-15,-8-9-29 16,49 0 28-16,49 0 1 15,55-37 0-15,9-15 0 16,-44-3-2-16,-53 5-6 16,-53 15-1-16,-14-2-1 0,14-3 18 15,7-8-8-15,13-4 0 16,-6-4 2-16,-7 0-11 16,-9-1 8-16,-6 1-12 15,-5-4 0-15,-7-2 21 16,-6-7-8-16,-4-6 6 15,-6-6-5-15,0-3 48 16,-6 0-48-16,-9-5 15 16,-7 0 48-16,-17-1-52 15,-11 0 13-15,-14-2-19 16,0 3 4-16,-34-2-20 16,-26 2-12-16,-23 8-15 15,-53-3 36-15,-78 7-221 0,18 22-85 16,6 17-24-16</inkml:trace>
  </inkml:traceGroup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4-27T11:16:48.585"/>
    </inkml:context>
    <inkml:brush xml:id="br0">
      <inkml:brushProperty name="width" value="0.08167" units="cm"/>
      <inkml:brushProperty name="height" value="0.081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FBF051BF-A99B-4DCC-B579-F232C3271AFF}" emma:medium="tactile" emma:mode="ink">
          <msink:context xmlns:msink="http://schemas.microsoft.com/ink/2010/main" type="writingRegion" rotatedBoundingBox="15476,13437 15492,13437 15492,13445 15476,13445"/>
        </emma:interpretation>
      </emma:emma>
    </inkml:annotationXML>
    <inkml:traceGroup>
      <inkml:annotationXML>
        <emma:emma xmlns:emma="http://www.w3.org/2003/04/emma" version="1.0">
          <emma:interpretation id="{3B3F9244-CA01-4424-84BF-5209BC748B9E}" emma:medium="tactile" emma:mode="ink">
            <msink:context xmlns:msink="http://schemas.microsoft.com/ink/2010/main" type="paragraph" rotatedBoundingBox="15476,13437 15492,13437 15492,13445 15476,1344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559ACFD-F53D-40FB-831B-65135878E71D}" emma:medium="tactile" emma:mode="ink">
              <msink:context xmlns:msink="http://schemas.microsoft.com/ink/2010/main" type="line" rotatedBoundingBox="15476,13437 15492,13437 15492,13445 15476,13445"/>
            </emma:interpretation>
          </emma:emma>
        </inkml:annotationXML>
        <inkml:traceGroup>
          <inkml:annotationXML>
            <emma:emma xmlns:emma="http://www.w3.org/2003/04/emma" version="1.0">
              <emma:interpretation id="{D1CBC598-614E-4BA6-8FDB-8C453694B985}" emma:medium="tactile" emma:mode="ink">
                <msink:context xmlns:msink="http://schemas.microsoft.com/ink/2010/main" type="inkWord" rotatedBoundingBox="15476,13437 15492,13437 15492,13445 15476,13445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3356 806 1249 0,'0'0'177'0,"0"0"-71"0,0 0-35 15,0 0-17-15,0 0-19 16,0 0-13-16,0 0 42 15,0 0-51-15,0 0-13 16,0 0 23-16,0 0-23 16,-3 0 0-16,-4 0-69 15,4 3-252-15,0 2-219 0</inkml:trace>
        </inkml:traceGroup>
      </inkml:traceGroup>
    </inkml:traceGroup>
  </inkml:traceGroup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4-27T11:20:26.146"/>
    </inkml:context>
    <inkml:brush xml:id="br0">
      <inkml:brushProperty name="width" value="0.08167" units="cm"/>
      <inkml:brushProperty name="height" value="0.081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7AC805BE-9B5C-4273-9EA2-8DF9A0B81AF2}" emma:medium="tactile" emma:mode="ink">
          <msink:context xmlns:msink="http://schemas.microsoft.com/ink/2010/main" type="writingRegion" rotatedBoundingBox="485,12270 18628,9940 18984,12714 842,15045"/>
        </emma:interpretation>
      </emma:emma>
    </inkml:annotationXML>
    <inkml:traceGroup>
      <inkml:annotationXML>
        <emma:emma xmlns:emma="http://www.w3.org/2003/04/emma" version="1.0">
          <emma:interpretation id="{09F39C59-54E3-491C-B1B4-43B8CC530EDE}" emma:medium="tactile" emma:mode="ink">
            <msink:context xmlns:msink="http://schemas.microsoft.com/ink/2010/main" type="paragraph" rotatedBoundingBox="485,12270 18628,9940 18984,12714 842,1504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CEF44D7-2B36-4123-A587-148C5C4CED2A}" emma:medium="tactile" emma:mode="ink">
              <msink:context xmlns:msink="http://schemas.microsoft.com/ink/2010/main" type="line" rotatedBoundingBox="485,12270 18628,9940 18984,12714 842,15045"/>
            </emma:interpretation>
          </emma:emma>
        </inkml:annotationXML>
        <inkml:traceGroup>
          <inkml:annotationXML>
            <emma:emma xmlns:emma="http://www.w3.org/2003/04/emma" version="1.0">
              <emma:interpretation id="{00DD4B37-41A6-4016-B378-47B80430FACC}" emma:medium="tactile" emma:mode="ink">
                <msink:context xmlns:msink="http://schemas.microsoft.com/ink/2010/main" type="inkWord" rotatedBoundingBox="485,12270 7447,11376 7804,14151 842,15045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1161 334 1020 0,'0'0'189'0,"0"0"-51"15,0 0 48 1,0 205-109-16,0-118-44 0,3 6 65 16,8-3-84-16,-8 2 4 15,2-12-5-15,-5-5-12 16,5-9 31-16,-5-7-32 16,0-14-26-16,0-10 16 15,0-13-62-15,0-22-43 16,6 0-61-16,3-33-356 0</inkml:trace>
          <inkml:trace contextRef="#ctx0" brushRef="#br0" timeOffset="276.3846">1512 751 901 0,'0'0'203'0,"0"0"-71"15,0 0 3-15,32 146-39 16,-10-111-60-16,6-11 34 15,8-16-59-15,12-8 10 16,4-12 66-16,6-31-75 16,-5-22 16-16,-14-7-27 15,-20-1 9-15,-19 0-1 16,-3 11-9-16,-38 17 0 16,-14 13 6-16,-9 20 4 15,0 12-7-15,0 0-3 16,9 35-6-16,16 7-6 15,24 9-67-15,21 10-23 16,36-14-88-16,13-22-992 0</inkml:trace>
          <inkml:trace contextRef="#ctx0" brushRef="#br0" timeOffset="-291.2023">-86 1333 365 0,'0'0'234'16,"0"0"-51"-16,0 0-7 15,0 0-54-15,0 0-63 16,0 0 5-16,0 0-21 16,-113 93 15-16,177-93 76 15,52 0-101-15,48-18-13 16,38-35-20-16,-26 8-111 0,-44 1-293 0</inkml:trace>
          <inkml:trace contextRef="#ctx0" brushRef="#br0" timeOffset="-700.3842">-1 258 1104 0,'0'0'227'0,"0"0"-147"16,0 0 7-16,0 0-33 15,0 0-26-15,0 0 50 16,0-25-44-16,34 9-33 16,17-11 30-16,19-2-25 15,13-3-6-15,11 3 4 16,-5-1 5-16,-1 8 1 15,-12 2-10-15,-5 2-22 16,-13 11 13-16,-13 4-59 16,-11 3-30-16,-15 22-93 15,-14 1-365-15</inkml:trace>
          <inkml:trace contextRef="#ctx0" brushRef="#br0" timeOffset="11559.836">289 1675 51 0,'0'0'553'16,"0"0"-407"-16,0 0-51 15,0 0 60-15,0 0-68 16,0 0 23-16,0 0 21 15,-61 0-38-15,61 0 10 16,0 0-79-16,0 0-14 0,6 0 49 16,36-3-59-1,26-17 0-15,50-13 8 0,53-14 3 16,43-10 21 0,14 0-32-16,-41 7 0 0,-41 17 5 15,-49 11-5-15,-14 4 0 16,7-2-9-16,6-3 24 15,4 1-31-15,-23 5-38 16,-20 5-70-16,-20 6-2 16,-16 6-97-16,-21 0-6 15,-9 6 30-15,-21 11-327 0</inkml:trace>
          <inkml:trace contextRef="#ctx0" brushRef="#br0" timeOffset="-441.7107">140 392 899 0,'0'0'151'0,"0"0"-77"15,0 0 117-15,21 219-111 16,7-130-25-16,5 4 32 16,6-2-79-16,-1-6 37 15,1-9-45-15,-2-8 7 0,-4-7 16 16,-5-10-23-1,-2-13 0-15,-13-6-14 0,-8-5-8 16,-5-11-38-16,-2-4-41 16,-56-12-175-16,0 0-4 15,4 0-283-15</inkml:trace>
          <inkml:trace contextRef="#ctx0" brushRef="#br0" timeOffset="11995.4584">936 1717 570 0,'0'0'141'0,"0"0"21"16,0 0-33-16,0 0-54 16,0 0 29-16,0 0-52 15,0 0 61-15,117-20-14 16,-43 3-28-16,18-6 27 15,14-7-78-15,10 2-10 16,3-4 66-16,-4 0-70 16,-4 4 16-16,-17 4-9 15,-11 4-4-15,-14 7 5 16,-19 3-14-16,-11 5 0 16,-17 1-9-16,-8 4 11 0,-11 0-2 15,1 0 0-15,-4 0 7 16,0 0 2-16,0 0-9 15,0 0 0-15,0 0-16 16,0 0 16-16,0 0 0 16,0 0 0-16,0 0-2 15,0 0-22-15,0 0 12 16,0 0-25-16,0 0 23 16,0 0-36-16,0 0-17 15,0 0-117-15,-4 0-54 16,-10 7 13-16,8 1-139 0</inkml:trace>
          <inkml:trace contextRef="#ctx0" brushRef="#br0" timeOffset="19976.6614">1636-481 367 0,'0'0'151'15,"0"0"-116"-15,0 0 11 16,0 0 23-16,0 0-41 15,0 0 35-15,-45-5-25 16,36 2-8-16,-4 1 39 16,-3-5-57-16,-4 2-1 15,1-1 49-15,-6 1-46 16,-4-4 50-16,0-2-22 16,-6-4 65-16,0 1 20 15,-1 2-114-15,5 1-13 16,-2 2 19-16,2 3 3 15,-2 1-23-15,0-2 1 0,-1 5 0 16,-5-2-2-16,1 4 2 16,-10 0 0-16,-1 0-10 15,-5 0 29-15,-4 9-26 16,0 3 7-16,-3 1 0 16,0 2-2-16,0 1 2 15,-6-3 0-15,0 5-2 16,3-1 15-16,-1-2-14 15,11-1 1-15,9-1 0 16,7-1 0-16,5-1 0 16,3 1-2-16,2 3-4 15,-3 2 12-15,-5 3-19 0,-3 8 13 16,1-3 0-16,-4 7-10 16,-6 3 10-16,1 2 0 15,-7-1 11-15,-3 5-10 16,7-5 47-16,2-1-48 15,10-7 1-15,5-1 34 16,7-7-35-16,7 2 11 16,-3 3 2-16,2 7-12 15,1 3 45-15,-3 9-46 16,2 5 0-16,1 3 22 16,3-4-12-16,1 1-5 15,1 2 18-15,4-2-22 16,0-1 59-16,5 4-60 15,1 3 0-15,-1 6 22 0,5 0-14 16,0 4-2-16,0 7 23 16,0 4-29-16,5-1 49 15,11 6-49-15,0-3 0 16,4 0 8-16,5-1-2 16,0-4-6-16,5-2 0 15,1-9 0-15,5-4 16 16,-5-5-16-16,5-8 0 15,-3-5 1-15,3-6 5 16,-5-2-6-16,2-2 0 16,2-2 13-16,-2-4 2 15,1 0-15-15,-2-2 0 16,3-4-5-16,-5-5 14 16,1 3-9-16,0-8 0 15,2-1 8-15,3-2 3 0,3-2-11 16,-1-3 0-16,7 0-9 15,-3 2 15-15,-1-2-6 16,-2 3 0-16,0-1 6 16,-5 1 6-16,5 4-12 15,-1-6 0-15,4 3-18 16,4-4 29-16,2 0-11 16,5 0 0-16,8-4 1 15,3-14 10-15,11-2-11 16,-5-7 0-16,4 4-16 15,-1 1 25-15,-4-2-9 16,1 4 0-16,-3-1 1 16,1 1 10-16,-4-1-11 0,3-1 0 15,1-5-11-15,-1 2 20 16,0-7-9-16,0 0 0 16,0-5 1-16,-1 1 7 15,-8 5-8-15,-11 5 0 16,-8 0-16-16,-5 4 30 15,-8 2-15-15,0-4 1 16,0 1 0-16,-1-9 4 16,0-4-4-16,1-1 0 15,-5-6-12-15,-2-6 31 16,-7-3-35-16,-2-5 16 16,-1-4 0-16,-9-2 12 0,0-6-12 15,0-2 0-15,0 2-13 16,-3-3 27-16,-13-3-14 15,-4 0 0-15,4 3 8 16,-6-6 3-16,-1 0-10 16,0-3-1-16,-7 1 22 15,-3-8-14-15,-3 8 12 16,-1-1-20-16,-2 5 0 16,-2 4 8-16,-7 4-8 15,8 4 0-15,-5 3-9 16,4 4 25-16,-3 2-22 15,1 6 6-15,-1 1 0 16,-8 8-4-16,4 3 4 0,-7 9-24 16,4 3 23-16,-4 6-5 15,5 6-26-15,-5 1 28 16,-1 6-2-16,-5 1-13 16,-3 5 19-16,-3 0-11 15,-2 0 10-15,-3 0 2 16,-5 1-15-16,1 11 14 15,-5 3 0-15,-3 2-7 16,-1 3 7-16,-6 3 0 16,-1 1-1-16,1 1 2 15,11 2 7-15,7-6-8 16,9 4 0-16,12-2-8 16,13-3 8-16,8 4-15 15,1-1 14-15,12 4 1 16,-6 11-7-16,6 8 7 0,2 10 0 15,-3 14-12-15,-1 12 12 16,4 14 0-16,-1 10-7 16,9 4 19-16,-3 7-6 15,8-5-6-15,3 1 0 16,0-8-3-16,3 7 4 16,24-7-1-16,4 3 0 15,14-4 10-15,7-4 1 16,12-3-11-16,6-12 0 15,13-1-3-15,8-8 3 16,4-7 0-16,12-9-1 16,2-5 10-16,3-9-5 0,10-7-4 15,3-14-5-15,7-10-28 16,5-7 28-16,7-8-33 16,56 0-44-16,-39 0-266 15,-27-15-159-15</inkml:trace>
          <inkml:trace contextRef="#ctx0" brushRef="#br0" timeOffset="1020.5692">2513-385 1030 0,'0'0'249'0,"0"0"-122"0,0 0-53 16,0 0-56-16,14 230 15 15,7-102 79-15,0 16-64 16,3 6-11-16,-2-30-4 15,7 0-31-15,6-19 39 16,1-25-41-16,-5-18 0 16,0-23 17-16,-10-13-15 15,-4-17-2-15,-2-5 27 16,7-28-19-16,11-36 9 16,8-25-17-16,7-22-61 15,1-11 54-15,-1-3-43 0,-2 15 37 16,-6 28 7-16,5 37 12 15,-4 35-5-15,2 22-1 16,-2 55-3-16,-6 22-11 16,-9 19 24-16,-19 0-10 15,-7-8 8-15,-13-11-7 16,-30-13 16-16,-17-16-17 16,-1-18 0-16,-3-12-13 15,6-16 26-15,13-11-26 16,10-3 10-16,12-3-59 15,23-59 33-15,8 1-128 16,23-6-463-16</inkml:trace>
          <inkml:trace contextRef="#ctx0" brushRef="#br0" timeOffset="1630.1022">3709 410 848 0,'0'0'166'16,"0"0"-43"-16,0 0 45 15,0 0-102-15,0 0-28 16,183 112 35-16,-141-112-47 16,-3-15 48-16,-8-22-17 15,-9-10-50-15,-7-5 38 16,-10-5-45-16,-5 5 0 16,0 7 0-16,0 13 19 0,0 12-4 15,0 13-15 1,0 7 13-16,0 0-29 0,0 18 16 15,3 4 0-15,10-2-2 16,-3-5 14-16,-2-3-12 16,-1-4 0-16,-1-4 1 15,-6-4 31-15,5 0-32 16,-5 0 0-16,0-7 3 16,0-10 10-16,0 1-15 15,0 1 2-15,0-1 0 16,0 8-6-16,0 3 6 15,0 2 0-15,0 3-7 16,0-4 20-16,0 3-24 16,0-6 11-16,0 2 0 15,0-3-6-15,0 1 6 0,0 1 0 16,0-1-9-16,0 6 31 16,0-3-34-16,0 4 12 15,0-3 0-15,0 3-1 16,0 0 1-16,0 0-13 15,0 0 12-15,0 0-7 16,0 21-8-16,6 11 16 16,4 6 0-16,2 2-8 15,1-3 8-15,-1-5 0 16,5-10-1-16,-1-2 2 16,0-5-8-16,-5-7 7 15,4 0-32-15,-2-3 14 16,6-5-39-16,-4 0-52 0,8 0-298 15</inkml:trace>
          <inkml:trace contextRef="#ctx0" brushRef="#br0" timeOffset="2123.9406">4678 50 978 0,'0'0'198'16,"0"0"-76"-16,0 0-26 16,-19 183 5-16,14-131-69 0,5-10 0 15,0-12-2 1,0-10-29-16,0-10 39 0,0-5-40 16,0-5 0-16,0 0 80 15,0 0-42-15,0-23-12 16,5-9-14-16,-5 0-10 15,3-6 15-15,-3 4-17 16,0-1 0-16,0 10 12 16,3 2-5-16,-3 5-7 15,4 0 10-15,-4 6-2 16,3-2 17-16,3 3-25 16,0-4 0-16,1 1 1 15,-1-4 11-15,3-2-12 16,-1 1 0-16,1-4 0 15,3-4 11-15,-5 2-11 0,3-2 0 16,2 1-16-16,2 3 24 16,5-1-8-16,0 4 0 15,1 0 0-15,5 5-3 16,-3 8 3-16,4 7-33 16,4 0 32-16,4 0-84 15,1 14 17-15,18 18-49 16,-9-7-224-16,-5-7-343 0</inkml:trace>
          <inkml:trace contextRef="#ctx0" brushRef="#br0" timeOffset="2408.014">5284-200 791 0,'0'0'263'0,"0"0"-104"16,0 0 18-16,0 0-113 15,-95 180-39-15,95-142 8 16,0-3-18-16,28-3-1 16,17-3-14-16,4-2 0 15,-2-2 63-15,-5 7-53 16,-14 7 9-16,-17 6 16 16,-11 3-34-16,-20 4 40 15,-24-1-41-15,-14-5 1 16,3-13 15-16,7-6-16 15,12-15-42-15,17-12-9 16,19-7-36-16,0-25-173 0,13-6-269 0</inkml:trace>
          <inkml:trace contextRef="#ctx0" brushRef="#br0" timeOffset="2649.2734">5733-570 1020 0,'0'0'285'0,"0"0"-232"16,0 0 27-16,0 0 60 15,11 193-75-15,-5-105 7 16,0 4-21-16,4 4-38 16,2-4 31-16,12-6-44 0,7-13 0 15,14-13 4-15,13-17-4 16,9-17-38-16,6-18-38 15,8-21-64-15,-22-28-231 16,-22-11-767-16</inkml:trace>
          <inkml:trace contextRef="#ctx0" brushRef="#br0" timeOffset="2779.5883">5759-169 942 0,'0'0'320'0,"0"0"-151"16,0 0-54-16,0 0-60 15,0 0-54-15,180-40-1 16,-39 29-144-16,3-10-562 0</inkml:trace>
        </inkml:traceGroup>
        <inkml:traceGroup>
          <inkml:annotationXML>
            <emma:emma xmlns:emma="http://www.w3.org/2003/04/emma" version="1.0">
              <emma:interpretation id="{38FC0CB4-E0AD-4F1C-A093-226F76629232}" emma:medium="tactile" emma:mode="ink">
                <msink:context xmlns:msink="http://schemas.microsoft.com/ink/2010/main" type="inkWord" rotatedBoundingBox="8604,12023 13492,11395 13629,12461 8741,13089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4286.5382">9372-1012 1137 0,'0'0'220'0,"0"0"-159"15,0 0-3-15,0 0 66 16,-61 194-88-16,61-132-17 16,0-9 10-16,45-9-17 15,25-16 14-15,52-16-26 16,0-12 18-16,19 0 21 15,-2-23-39-15,-37-9 0 0,-9-5 22 16,-35 0-10-16,-34-1 29 16,-24 1-41-16,-24 2-34 15,-34 5 24-15,-15 15 10 16,-5 15 0-16,4 0-4 16,4 27 26-16,13 14-34 15,25 6 12-15,15 2 0 16,17-1-13-16,20-4 13 15,44-7-21-15,22-12 4 16,64-15-109-16,-17-10-156 16,-19 0-314-16</inkml:trace>
          <inkml:trace contextRef="#ctx0" brushRef="#br0" timeOffset="4599.7882">10774-978 385 0,'0'0'927'0,"0"0"-786"16,-163 107 16-16,99-54-109 16,14-1-37-16,28-9 5 15,19-9-16-15,3-11 0 16,49-8 6-16,15-6 0 16,9-6 22-16,-1-1-28 15,-19 4 0-15,-20 10-25 16,-27 6 28-16,-6 13-3 15,-39 9 36-15,-22 1-17 0,-9 2 35 16,0-10-54-16,9-8 0 16,15-9 19-16,21-8-19 15,10-9-2-15,10-3-17 16,5 0-27-16,0-3 27 16,50-42-144-16,0 5-335 15,5-5 164-15</inkml:trace>
          <inkml:trace contextRef="#ctx0" brushRef="#br0" timeOffset="4894.4069">11108-1025 725 0,'0'0'230'0,"0"0"-134"0,0 0 75 15,0 0-87-15,0 0-23 16,0 0-13-16,-51 154-35 15,51-118 41-15,19-1-43 16,16-1-9-16,6 1 66 16,1 2-52-16,-9 0 31 15,-11 1-14-15,-13 0-20 16,-9-3 40-16,0 0-53 16,-22-5 0-16,-17-1 25 15,-12 1-16-15,-10-5-9 16,3-2 0-16,8-2-59 15,14-9 6-15,17-7-213 0,19-5-225 16</inkml:trace>
          <inkml:trace contextRef="#ctx0" brushRef="#br0" timeOffset="5434.5096">11623-679 814 0,'0'0'223'16,"0"0"-23"-16,0 0-55 15,0 0-74-15,84-156-44 16,-84 115 42-16,0 3-61 16,-8 6 33-16,-22 7-41 15,1 13 20-15,-2 12-21 16,-5 0 1-16,4 27 0 16,3 18 7-16,9 14 3 0,8-2 9 15,12 4-19-15,0-10 2 16,22-5 27-16,17-10-29 15,8-10 0-15,8-12 20 16,6-11-3-16,3-3-8 16,3-3-9-16,2-22 1 15,-2-4 11-15,-9-2-12 16,-13 8 0-16,-10 3-5 16,-15 10 23-16,-8 3-3 15,-5 7-15-15,-1 0 0 16,0 0-9-16,0 7 9 15,4 9-2-15,-1 1-5 16,-1 3 14-16,1-1 11 0,-2-2-18 16,-4-5 0-1,3-4 3-15,-2-3-3 0,-4-5 0 16,0 4-1-16,0-1 9 16,0 2-13-16,-7 5 5 15,-18 0 0-15,-5 5-3 16,-1 0 4-16,4-6-1 15,5-1 0-15,10-1-12 16,-2-6 5-16,8-1-36 16,-3 0-41-16,-9 0 46 15,8 0-239-15,3-5-376 0</inkml:trace>
          <inkml:trace contextRef="#ctx0" brushRef="#br0" timeOffset="3445.0244">7306-554 773 0,'0'0'163'0,"0"0"48"16,-4 152-38-16,4-59-11 16,0 7-63-16,16 5-63 15,7-10 64-15,-4-16-73 16,0-14-11-16,-5-19 15 16,-5-19-21-16,-6-18 15 15,-3-9 22-15,0-7-13 16,0-38 66-16,0-20-100 15,0-22 0-15,0-18-1 16,0-12-35-16,0-10 34 16,10-3-46-16,9 6 1 15,13 11 29-15,9 21 18 16,14 29 0-16,3 27 0 16,1 34 6-16,-6 4-12 15,-11 49-1-15,-20 17 7 0,-22 13-19 16,-3 0 19-1,-50-2 0-15,-16-14-7 0,-4-8-17 16,5-9-9-16,17-17-59 16,23-11-35-16,20-11-34 15,19-9-153-15,28-5 100 16,11-19-310-16</inkml:trace>
          <inkml:trace contextRef="#ctx0" brushRef="#br0" timeOffset="3677.5469">7999-358 780 0,'0'0'231'0,"0"0"-66"15,0 0 14-15,0 0-78 16,157 154 2-16,-145-130-100 16,-7-9 7-16,-5-15 63 0,0 0-3 15,-5-7 48 1,-23-28-55-16,-8-10-48 0,-5-9 20 16,2-14-35-16,8-4 0 15,8-5-6-15,13-5 6 16,10 1 0-16,0 7-1 15,42 7-9-15,19 15-2 16,13 15-59-16,15 10-54 16,33 22 39-16,-18 5-288 15,-22 0-122-15</inkml:trace>
          <inkml:trace contextRef="#ctx0" brushRef="#br0" timeOffset="3926.4371">8714-755 178 0,'0'0'593'16,"0"0"-356"-16,0 149-18 0,0-96-84 15,0-9-20-15,0-16-83 16,26-16-10-16,12-12 100 16,10-5-65-16,9-30-3 15,-11-14-15-15,-11-6-27 16,-21-1 39-16,-14-1-51 16,-30 5-26-16,-34 7 14 15,-13 10-19-15,-7 14 23 16,4 17 0-16,7 4 8 15,15 15-20-15,19 21-36 16,27 8-49-16,12 1-8 16,64-1-194-16,9-16 35 15,11-11-283-15</inkml:trace>
        </inkml:traceGroup>
        <inkml:traceGroup>
          <inkml:annotationXML>
            <emma:emma xmlns:emma="http://www.w3.org/2003/04/emma" version="1.0">
              <emma:interpretation id="{8A8CEA52-E499-4C8F-8561-3B1938FEE82D}" emma:medium="tactile" emma:mode="ink">
                <msink:context xmlns:msink="http://schemas.microsoft.com/ink/2010/main" type="inkWord" rotatedBoundingBox="14963,11474 15544,11399 15651,12229 15070,12303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6658.4977">13973-1442 616 0,'0'0'199'15,"0"0"-37"-15,0 0 28 16,0 0-135-16,0 0-38 16,0 0 95-16,-164 105-49 15,110-33 25-15,5 5-26 16,15 2-31-16,15-7 11 16,14-6-42-16,5-9 0 15,0-5 9-15,30-1 4 16,6-8-13-16,11-6 0 0,11 0 13 15,15-9-32 1,66-9-32-16,-20-9-245 0,-2-10-306 0</inkml:trace>
        </inkml:traceGroup>
        <inkml:traceGroup>
          <inkml:annotationXML>
            <emma:emma xmlns:emma="http://www.w3.org/2003/04/emma" version="1.0">
              <emma:interpretation id="{8B5033A2-6F8F-4396-BE60-EB7B27250E14}" emma:medium="tactile" emma:mode="ink">
                <msink:context xmlns:msink="http://schemas.microsoft.com/ink/2010/main" type="inkWord" rotatedBoundingBox="18263,10967 18752,10904 18889,11976 18400,12039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7483.5348">16879-1899 814 0,'0'0'284'0,"0"0"-151"16,0 0 20-16,0 0-99 15,0 0-20-15,0 0 50 16,197 30-75-16,-130 4 53 16,0 13-32-16,-3 7-29 15,-6 6 73-15,-14 11-67 16,-11-2-6-16,-10 0 30 0,-17-2-16 16,-6-3 2-16,0-7-17 15,0 0 12-15,-20-5 34 16,-5-4-45-16,-8 0-1 15,5-11 22-15,-3-2-6 16,1-6-6-16,2-4-10 16,5-5 0-16,8-5 12 15,0-3-12-15,9-4 0 16,-1-5-2-16,7-3 11 16,0 4 3-16,0-4-12 15,0 0 0-15,0 0 6 16,0 0-6-16,0 0 0 15,0 0 3-15,0 0 4 16,0 0 18-16,0 0-25 16,0 0 0-16,0 0 13 0,0 0-13 15,0 0 0-15,0 0-7 16,0 0-23-16,0 0-6 16,-6 0-90-16,-12 16-78 15,-6 0-294-15,-1-2-347 0</inkml:trace>
        </inkml:traceGroup>
      </inkml:traceGroup>
    </inkml:traceGroup>
  </inkml:traceGroup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4-27T11:20:47.128"/>
    </inkml:context>
    <inkml:brush xml:id="br0">
      <inkml:brushProperty name="width" value="0.08167" units="cm"/>
      <inkml:brushProperty name="height" value="0.081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0C4E4BB7-9722-4CCD-BC70-A3E604D412DC}" emma:medium="tactile" emma:mode="ink">
          <msink:context xmlns:msink="http://schemas.microsoft.com/ink/2010/main" type="writingRegion" rotatedBoundingBox="6940,13345 8319,16468 6293,17362 4915,14239"/>
        </emma:interpretation>
      </emma:emma>
    </inkml:annotationXML>
    <inkml:traceGroup>
      <inkml:annotationXML>
        <emma:emma xmlns:emma="http://www.w3.org/2003/04/emma" version="1.0">
          <emma:interpretation id="{45F46435-8FA2-407E-A640-EBDB5643F1BB}" emma:medium="tactile" emma:mode="ink">
            <msink:context xmlns:msink="http://schemas.microsoft.com/ink/2010/main" type="paragraph" rotatedBoundingBox="6940,13345 8319,16468 6293,17362 4915,1423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7D0A104-B9C7-4F54-BD9B-C62375F48F8F}" emma:medium="tactile" emma:mode="ink">
              <msink:context xmlns:msink="http://schemas.microsoft.com/ink/2010/main" type="line" rotatedBoundingBox="6940,13345 8319,16468 6293,17362 4915,14239"/>
            </emma:interpretation>
          </emma:emma>
        </inkml:annotationXML>
        <inkml:traceGroup>
          <inkml:annotationXML>
            <emma:emma xmlns:emma="http://www.w3.org/2003/04/emma" version="1.0">
              <emma:interpretation id="{03F1BE92-D9D4-47BD-A468-F17C014812B7}" emma:medium="tactile" emma:mode="ink">
                <msink:context xmlns:msink="http://schemas.microsoft.com/ink/2010/main" type="inkWord" rotatedBoundingBox="6940,13345 8319,16468 6293,17362 4915,14239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3648 1322 605 0,'0'0'137'16,"0"0"49"-16,0 0-76 16,0 0-39-16,0 0-10 15,0 0 4-15,0 0 59 16,219-92-60-16,-121 56-19 0,15-4 51 15,9-4-84-15,0-1 12 16,0-2-6-16,-4 7-17 16,-11 6 15-16,-15 7-16 15,-22 11 0-15,-18 9-30 16,-20 7-43-16,-22 0-108 16,-10 12 4-16,-34 39-18 15,-21-4 13-15,-8-5-474 0</inkml:trace>
          <inkml:trace contextRef="#ctx0" brushRef="#br0" timeOffset="235.49">4004 1361 573 0,'0'0'102'0,"0"0"-44"0,0 0 13 15,0 0-28-15,0 0 28 16,0 0 39-16,0 0-51 15,245-61 12-15,-130 19 16 16,6-10-54-16,11-4 23 16,3 0-56-16,4 4-46 15,-11 10 8-15,-11 3-47 16,-20 15 41-16,-27 19-109 16,-28 5-46-16,-26 0-332 0</inkml:trace>
          <inkml:trace contextRef="#ctx0" brushRef="#br0" timeOffset="3561.125">5284 1777 456 0,'0'0'118'16,"0"0"-25"-16,0 0 12 0,0 0-50 15,0 0-10 1,0 0 20-16,0 0-51 0,-22-20 25 15,-13 20-39-15,-11 17 12 16,-7 6 30-16,-11 9-32 16,-5 3 4-16,-7 3 69 15,-4 4-54-15,-1-5 39 16,6-1-60-16,-4 0 5 16,12-5 32-16,1-6-33 15,7 0-5-15,8-5 34 16,2-3-40-16,7-2 33 15,8-4-34-15,7-6 11 16,8 2 37-16,7-5-47 16,2-2-1-16,7 3 12 0,3-3 5 15,0 0-12-15,0 0-5 16,0 3 0-16,0 1-3 16,0-3 3-16,0 11-2 15,16 7-7-15,6 6 18 16,7 12 13-16,0 11-22 15,3 12 0-15,0 5 60 16,0 7-51-16,-3 1 4 16,0 2 10-16,3-3-21 15,0 0 51-15,3 1-53 16,4 2 0-16,3 2 18 16,-1 1-10-16,-2 6-8 15,-8 3 2-15,-2-1 9 0,-12 5-2 16,-5-3-9-16,2-2 0 15,-5-5-14-15,-2-2 14 16,2-10 0-16,2-5-1 16,0-11 9-16,3-6 1 15,-1-7-9-15,-4 0 0 16,5-12-3-16,-6 1 3 16,1-6 0-16,-1 0 0 15,1-1 7-15,-6-5-7 16,4-2 0-16,-4-3 0 15,-3-7-4-15,3-2 4 16,-3 1 0-16,0-4-1 16,3 0 11-16,-3 0 1 0,0 0-11 15,0 0 0 1,0 0-3-16,0 0 4 0,0 0-1 16,3 0 4-16,-3 0 3 15,0 0 2-15,0 0-9 16,0 0 0-16,8 0-7 15,3 0 7-15,15 0 0 16,12-12 0-16,22-8 1 16,5-7 12-16,10-2-13 15,7 1 0-15,-6-4-20 16,4 7 20-16,-4-3 0 16,4-3 0-16,1 5 8 15,2-5-5-15,3 2-3 16,4 1 0-16,-9-1-6 15,-2 2 6-15,-1 1 0 0,-14 6 0 16,-9 2 1-16,-14 3 7 16,-12 10-8-16,-16 0 0 15,-4 5-8-15,-9-3 10 16,5 3-2-16,-5 0 13 16,0 0-13-16,0 0 39 15,0 0-39-15,0-4 0 16,0-4 40-16,0-4-31 15,-8-3-2-15,-4-5-7 16,-4-2 7-16,-4-3 15 16,1-7-22-16,-3-6 0 15,-3-7 2-15,-10-3 14 0,1-4-12 16,0-2-4-16,-8-8 6 16,-7-2 15-16,0-5-21 15,0 1 0-15,-5-9 0 16,-2 4 19-16,2-11-20 15,2 0 1-15,6-4 0 16,-5-2 8-16,8-5-8 16,7 0 0-16,1 1-11 15,2 1 26-15,5 10-22 16,-2 6 7-16,5 5 0 16,-1 9 0-16,4 6 0 15,6 3 0-15,-1 2-17 16,8 1 37-16,-1 6-28 15,4 0 8-15,1 1 0 0,1 1-17 16,4 7 17-16,-5 4 0 16,3 9-11-16,2 2 35 15,-3 8-34-15,3 0 10 16,0 3 0-16,0 5-2 16,0 0 2-16,0 5 0 15,0 0-7-15,0 0 23 16,0 0-25-16,0 0 9 15,0 0-12-15,0 0-29 16,0 8 41-16,5 19-10 16,19 15 10-16,5 9 0 15,6 11-4-15,7 6 4 16,7 9 0-16,8 8-3 16,7 2 3-16,9 8-5 0,4 10 4 15,6 4 2-15,1 7 7 16,-4 1-8-16,-3-4 0 15,1-2-2-15,-5-14 2 16,-2-7-1-16,2-7 0 16,-4-7 1-16,-2-7 8 15,-6-5-8-15,-3-7 0 16,-8-5-5-16,-2-3 5 16,-9-9-1-16,-5-5 1 15,-4-6 0-15,-8-9 6 16,-6-3-6-16,-2-6 0 15,-8-2-11-15,-3-6 12 0,1-3-1 16,-4 3 0-16,0-3 7 16,0 0-4-16,0 2-3 15,0 1 0-15,-15 6-13 16,-19 6 14-16,-8 2-1 16,-8 6 0-16,-5 6 6 15,-6 3 1-15,-6 3-7 16,-8 2 0-16,-13 3-13 15,-1 7 13-15,-20-1 0 16,-2 6 0-16,-2-2 6 16,-2 1 3-16,6-4-9 15,2-3 0-15,12-4-13 16,12-11 13-16,10-6 0 0,13-6 0 16,13-9 1-1,8-4 11-15,11-3-12 0,5-1 0 16,4 0-6-16,3 0 6 15,-1 0 0-15,1-5 0 16,1-7 10-16,-1-1-8 16,-4-7-2-16,1-3 0 15,-6-9-12-15,-2-6 13 16,-4-6-1-16,-2-11 0 16,-6-7 10-16,2-13-7 15,-5-16-3-15,-4-11 0 16,4-13-15-16,-4-6 28 15,0-5-13-15,-6-5 0 0,1 5 6 16,-1 5-6 0,3 2 0-16,6 3 0 0,1 6-3 15,7 5 9-15,6 3-6 16,0 9 0-16,3 12 7 16,7 16-4-16,3 9-3 15,4 13 0-15,1 11-17 16,8 7 29-16,0 5-23 15,3 3 11-15,0 5-3 16,0 0-19-16,0 4 22 16,0-2 0-16,3 0-20 15,17-2 23-15,8-3-15 16,5-2 9-16,11-4 3 16,7-2-12-16,7-4 12 0,10-5 0 15,16 2-13-15,8-5 24 16,14 0-17-16,8-3 6 15,-7 6 0-15,-4 1-15 16,-12 5 15-16,-14 5-13 16,-14 2 11-16,-11 8-25 15,-13 2 11-15,-14 1 14 16,-10 4-1-16,-5 4-33 16,-5 0 36-16,-5 0-29 15,0 0 11-15,0 0-68 16,0 0 15-16,0 9-25 15,0 18-36-15,0 3 103 16,-5 8-82-16,5 28-51 0,0-7-65 16,0-7-278-16</inkml:trace>
          <inkml:trace contextRef="#ctx0" brushRef="#br0" timeOffset="5024.9326">4104 2671 527 0,'0'0'150'16,"0"0"-74"-16,0 0-5 15,0 0 40-15,0 0-46 16,0 0-1-16,221-59 37 15,-148 30-21-15,12-11 23 16,4-5-42-16,8-7-32 0,9-10 36 16,5-2-65-16,9-2 0 15,0 1-6-15,-7 1 15 16,-3 5-16-16,-17 10 7 16,-18 16-35-16,-22 9-12 15,-21 13-95-15,-23 11-26 16,-9 3 37-16,-19 22-76 15,-15 2-126-15</inkml:trace>
          <inkml:trace contextRef="#ctx0" brushRef="#br0" timeOffset="5318.9158">4517 2788 568 0,'0'0'139'16,"0"0"-31"-16,167-85-49 16,-70 35 26-16,8-6-56 15,15-6-28-15,0-2 30 16,-5 4-14-16,-4 4-8 15,-18 16-9-15,-19 16-13 0,-20 12-9 16,-19 12-43-16,-35 20-88 16,0 19 105-16,-12-2-70 15</inkml:trace>
        </inkml:traceGroup>
        <inkml:traceGroup>
          <inkml:annotationXML>
            <emma:emma xmlns:emma="http://www.w3.org/2003/04/emma" version="1.0">
              <emma:interpretation id="{C7C251B3-CAFA-40B3-9191-75E5CCF13696}" emma:medium="tactile" emma:mode="ink">
                <msink:context xmlns:msink="http://schemas.microsoft.com/ink/2010/main" type="inkWord" rotatedBoundingBox="6867,15502 7240,16348 6303,16761 5930,15916"/>
              </emma:interpretation>
              <emma:one-of disjunction-type="recognition" id="oneOf1">
                <emma:interpretation id="interp1" emma:lang="" emma:confidence="0.5">
                  <emma:literal>"r</emma:literal>
                </emma:interpretation>
                <emma:interpretation id="interp2" emma:lang="" emma:confidence="0">
                  <emma:literal>1/11</emma:literal>
                </emma:interpretation>
                <emma:interpretation id="interp3" emma:lang="" emma:confidence="0">
                  <emma:literal>1/111</emma:literal>
                </emma:interpretation>
                <emma:interpretation id="interp4" emma:lang="" emma:confidence="0">
                  <emma:literal>"'r</emma:literal>
                </emma:interpretation>
                <emma:interpretation id="interp5" emma:lang="" emma:confidence="0">
                  <emma:literal>"re</emma:literal>
                </emma:interpretation>
              </emma:one-of>
            </emma:emma>
          </inkml:annotationXML>
          <inkml:trace contextRef="#ctx0" brushRef="#br0" timeOffset="5506.8698">4828 2930 371 0,'0'0'129'0,"0"0"-37"0,178-81-44 16,-92 41-47-1,42-14-1-15,-18 7-8 0,-21 7-93 0</inkml:trace>
          <inkml:trace contextRef="#ctx0" brushRef="#br0" timeOffset="5785.2264">4659 3306 722 0,'0'0'77'0,"0"0"-15"16,0 0-54-16,199-104-8 16,-110 57-8-16,8 1 8 15,-2 3-13-15,-1 2-2 16,-4 8-51-16,23-9 30 15,-24 14-26-15,-15 4-474 0</inkml:trace>
          <inkml:trace contextRef="#ctx0" brushRef="#br0" timeOffset="6002.8514">5067 3400 697 0,'0'0'72'16,"0"0"-72"-16,0 0-11 16,180-93-73-16,-82 53-33 15,-19 3 15-15,-3 9-185 0</inkml:trace>
          <inkml:trace contextRef="#ctx0" brushRef="#br0" timeOffset="6223.1014">5150 3516 750 0,'0'0'87'16,"0"0"-56"-16,0 0-31 16,0 0-11-16,0 0-5 15,175-52-17-15,-116 27 18 16,33-14-18-16,-12 7-100 16,-14 3-118-16</inkml:trace>
          <inkml:trace contextRef="#ctx0" brushRef="#br0" timeOffset="6424.2916">5028 3848 841 0,'0'0'133'0,"0"0"-110"16,0 0-23-16,0 0-3 15,199-92-69-15,-71 29 8 16,-16 11-125-16,-12-1-189 0</inkml:trace>
        </inkml:traceGroup>
      </inkml:traceGroup>
    </inkml:traceGroup>
  </inkml:traceGroup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5-01T11:34:03.433"/>
    </inkml:context>
    <inkml:brush xml:id="br0">
      <inkml:brushProperty name="width" value="0.08167" units="cm"/>
      <inkml:brushProperty name="height" value="0.081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D9BC627-FC1B-4104-BF92-76E10A4705D6}" emma:medium="tactile" emma:mode="ink">
          <msink:context xmlns:msink="http://schemas.microsoft.com/ink/2010/main" type="writingRegion" rotatedBoundingBox="4661,12422 23890,12422 23890,13124 4661,13124"/>
        </emma:interpretation>
      </emma:emma>
    </inkml:annotationXML>
    <inkml:traceGroup>
      <inkml:annotationXML>
        <emma:emma xmlns:emma="http://www.w3.org/2003/04/emma" version="1.0">
          <emma:interpretation id="{375AD906-5A3E-4B02-8B42-8D26CA662630}" emma:medium="tactile" emma:mode="ink">
            <msink:context xmlns:msink="http://schemas.microsoft.com/ink/2010/main" type="paragraph" rotatedBoundingBox="4661,12422 23890,12422 23890,13124 4661,1312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0A19FD1-D763-4D50-95EA-329BF81BD089}" emma:medium="tactile" emma:mode="ink">
              <msink:context xmlns:msink="http://schemas.microsoft.com/ink/2010/main" type="line" rotatedBoundingBox="4661,12422 23890,12422 23890,13124 4661,13124"/>
            </emma:interpretation>
          </emma:emma>
        </inkml:annotationXML>
        <inkml:traceGroup>
          <inkml:annotationXML>
            <emma:emma xmlns:emma="http://www.w3.org/2003/04/emma" version="1.0">
              <emma:interpretation id="{C1C228D9-68C6-479E-911C-37690E36E0E9}" emma:medium="tactile" emma:mode="ink">
                <msink:context xmlns:msink="http://schemas.microsoft.com/ink/2010/main" type="inkWord" rotatedBoundingBox="4661,12422 4676,12422 4676,12437 4661,12437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3328 164 1257 0,'0'0'242'0,"0"0"-174"16,0 0-68-16,0 0-106 16,0 0-463-16</inkml:trace>
        </inkml:traceGroup>
        <inkml:traceGroup>
          <inkml:annotationXML>
            <emma:emma xmlns:emma="http://www.w3.org/2003/04/emma" version="1.0">
              <emma:interpretation id="{C29A02E9-1A71-434F-AD79-D7230F01BBD6}" emma:medium="tactile" emma:mode="ink">
                <msink:context xmlns:msink="http://schemas.microsoft.com/ink/2010/main" type="inkWord" rotatedBoundingBox="23875,13109 23890,13109 23890,13124 23875,13124"/>
              </emma:interpretation>
              <emma:one-of disjunction-type="recognition" id="oneOf1">
                <emma:interpretation id="interp1" emma:lang="" emma:confidence="0.5">
                  <emma:literal>.</emma:literal>
                </emma:interpretation>
                <emma:interpretation id="interp2" emma:lang="" emma:confidence="0">
                  <emma:literal>,</emma:literal>
                </emma:interpretation>
                <emma:interpretation id="interp3" emma:lang="" emma:confidence="0">
                  <emma:literal>\</emma:literal>
                </emma:interpretation>
                <emma:interpretation id="interp4" emma:lang="" emma:confidence="0">
                  <emma:literal>`</emma:literal>
                </emma:interpretation>
                <emma:interpretation id="interp5" emma:lang="" emma:confidence="0">
                  <emma:literal>'</emma:literal>
                </emma:interpretation>
              </emma:one-of>
            </emma:emma>
          </inkml:annotationXML>
          <inkml:trace contextRef="#ctx0" brushRef="#br0" timeOffset="55720.6523">22542 851 186 0,'0'0'165'0,"0"0"-63"15,0 0-24-15,0 0-21 16,0 0-57-16,0 0-83 0,0 0-148 15</inkml:trace>
        </inkml:traceGroup>
      </inkml:traceGroup>
    </inkml:traceGroup>
  </inkml:traceGroup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5-01T11:37:47.683"/>
    </inkml:context>
    <inkml:brush xml:id="br0">
      <inkml:brushProperty name="width" value="0.08167" units="cm"/>
      <inkml:brushProperty name="height" value="0.081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C1E5995-FFDF-41A2-8CCC-31CA0636DEFF}" emma:medium="tactile" emma:mode="ink">
          <msink:context xmlns:msink="http://schemas.microsoft.com/ink/2010/main" type="writingRegion" rotatedBoundingBox="15473,5267 16238,5267 16238,5592 15473,5592"/>
        </emma:interpretation>
      </emma:emma>
    </inkml:annotationXML>
    <inkml:traceGroup>
      <inkml:annotationXML>
        <emma:emma xmlns:emma="http://www.w3.org/2003/04/emma" version="1.0">
          <emma:interpretation id="{7057C980-1F7F-4AA0-AC1B-E114DEF715B2}" emma:medium="tactile" emma:mode="ink">
            <msink:context xmlns:msink="http://schemas.microsoft.com/ink/2010/main" type="paragraph" rotatedBoundingBox="15473,5267 16238,5267 16238,5592 15473,559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2DF15C4-A06A-4D48-B9FE-3CE0FDC068B1}" emma:medium="tactile" emma:mode="ink">
              <msink:context xmlns:msink="http://schemas.microsoft.com/ink/2010/main" type="line" rotatedBoundingBox="15473,5267 16238,5267 16238,5592 15473,5592"/>
            </emma:interpretation>
          </emma:emma>
        </inkml:annotationXML>
        <inkml:traceGroup>
          <inkml:annotationXML>
            <emma:emma xmlns:emma="http://www.w3.org/2003/04/emma" version="1.0">
              <emma:interpretation id="{D7574F0C-7766-4FA9-8C08-52B63FFF3989}" emma:medium="tactile" emma:mode="ink">
                <msink:context xmlns:msink="http://schemas.microsoft.com/ink/2010/main" type="inkWord" rotatedBoundingBox="15473,5267 16238,5267 16238,5592 15473,5592"/>
              </emma:interpretation>
              <emma:one-of disjunction-type="recognition" id="oneOf0">
                <emma:interpretation id="interp0" emma:lang="" emma:confidence="0.5">
                  <emma:literal>=</emma:literal>
                </emma:interpretation>
                <emma:interpretation id="interp1" emma:lang="" emma:confidence="0">
                  <emma:literal>_</emma:literal>
                </emma:interpretation>
                <emma:interpretation id="interp2" emma:lang="" emma:confidence="0">
                  <emma:literal>a</emma:literal>
                </emma:interpretation>
                <emma:interpretation id="interp3" emma:lang="" emma:confidence="0">
                  <emma:literal>I</emma:literal>
                </emma:interpretation>
                <emma:interpretation id="interp4" emma:lang="" emma:confidence="0">
                  <emma:literal>.</emma:literal>
                </emma:interpretation>
              </emma:one-of>
            </emma:emma>
          </inkml:annotationXML>
          <inkml:trace contextRef="#ctx0" brushRef="#br0">0 37 664 0,'0'0'208'16,"0"0"-142"-16,0 0-24 16,0 0 19-16,0 0-61 15,0 0 38-15,0 0-29 16,65 0 2-16,-34 0 90 16,4 0-54-16,4 0 3 0,11-6 1 15,1-4-49-15,10-1 33 16,-1 4-35-16,-5 4-45 15,-8 3-19-15,-14 13-170 16,-14 12-3-16,-10 1-386 0</inkml:trace>
          <inkml:trace contextRef="#ctx0" brushRef="#br0" timeOffset="-320.2699">283-169 51 0,'0'0'342'16,"0"0"-162"-16,0 0-88 15,0 0 28-15,0 0-74 16,0 0 29-16,-3-68-43 16,-1 64-13-16,2-2 68 15,-1 2-86-15,1 0-1 16,-1 1 21-16,3 0-20 15,0 3 33-15,0 0-34 16,0 0 11-16,0 0-2 16,0 0-9-16,0 0 0 15,0 0-9-15,19 0 28 16,8 0-18-16,1 0-1 16,3 3 2-16,2 4 22 15,-4 0-24-15,6 3 0 0,-1-3-7 16,1 3 23-16,1-2-22 15,-3-3 6-15,0-3 0 16,-3-2 19-16,-3 0-18 16,-3 0-1-16,-6 0 10 15,-5 0-9-15,-4 0-2 16,-4 0-66-16,-5 10-105 16,0 6-24-16,0-4-350 0</inkml:trace>
        </inkml:traceGroup>
      </inkml:traceGroup>
    </inkml:traceGroup>
  </inkml:traceGroup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5-01T11:37:04.328"/>
    </inkml:context>
    <inkml:brush xml:id="br0">
      <inkml:brushProperty name="width" value="0.08167" units="cm"/>
      <inkml:brushProperty name="height" value="0.081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432B6F6-8F28-4CAF-80A0-6441E266D5E5}" emma:medium="tactile" emma:mode="ink">
          <msink:context xmlns:msink="http://schemas.microsoft.com/ink/2010/main" type="writingRegion" rotatedBoundingBox="10790,15038 13049,15038 13049,16075 10790,16075"/>
        </emma:interpretation>
      </emma:emma>
    </inkml:annotationXML>
    <inkml:traceGroup>
      <inkml:annotationXML>
        <emma:emma xmlns:emma="http://www.w3.org/2003/04/emma" version="1.0">
          <emma:interpretation id="{7EC533E9-3C42-4636-B097-888471A70E22}" emma:medium="tactile" emma:mode="ink">
            <msink:context xmlns:msink="http://schemas.microsoft.com/ink/2010/main" type="paragraph" rotatedBoundingBox="10790,15038 13049,15038 13049,16075 10790,1607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21B61E3-24AB-4CF5-BCAF-4A8C1BB8DC67}" emma:medium="tactile" emma:mode="ink">
              <msink:context xmlns:msink="http://schemas.microsoft.com/ink/2010/main" type="line" rotatedBoundingBox="10790,15038 13049,15038 13049,16075 10790,16075"/>
            </emma:interpretation>
          </emma:emma>
        </inkml:annotationXML>
        <inkml:traceGroup>
          <inkml:annotationXML>
            <emma:emma xmlns:emma="http://www.w3.org/2003/04/emma" version="1.0">
              <emma:interpretation id="{F27FCAD4-91C8-4375-80BB-DD39DB26B876}" emma:medium="tactile" emma:mode="ink">
                <msink:context xmlns:msink="http://schemas.microsoft.com/ink/2010/main" type="inkWord" rotatedBoundingBox="10790,16027 10949,16027 10949,16075 10790,16075"/>
              </emma:interpretation>
            </emma:emma>
          </inkml:annotationXML>
          <inkml:trace contextRef="#ctx0" brushRef="#br0">7712-1459 1443 0,'0'0'247'15,"0"0"-130"-15,0 0-31 16,0 0-49-16,0 0-30 15,0 0 30-15,0 0-35 16,40-4-4-16,-18-2-5 0,3-1-56 16,5-6-8-16,-7 2-149 15,-4 4-584-15</inkml:trace>
        </inkml:traceGroup>
        <inkml:traceGroup>
          <inkml:annotationXML>
            <emma:emma xmlns:emma="http://www.w3.org/2003/04/emma" version="1.0">
              <emma:interpretation id="{E9339140-9B3F-49F6-8FE1-E7A779156DCD}" emma:medium="tactile" emma:mode="ink">
                <msink:context xmlns:msink="http://schemas.microsoft.com/ink/2010/main" type="inkWord" rotatedBoundingBox="13027,15038 13049,15038 13049,15285 13027,15285"/>
              </emma:interpretation>
            </emma:emma>
          </inkml:annotationXML>
          <inkml:trace contextRef="#ctx0" brushRef="#br0" timeOffset="56153.6612">9949-2496 506 0,'0'0'0'0,"10"173"-148"16,2-99-133-16</inkml:trace>
        </inkml:traceGroup>
      </inkml:traceGroup>
    </inkml:traceGroup>
  </inkml:traceGroup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</inkml:context>
    <inkml:brush xml:id="br0">
      <inkml:brushProperty name="width" value="0.08167" units="cm"/>
      <inkml:brushProperty name="height" value="0.081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A1206CF8-4133-47EF-B7BB-0EA09F82C1B5}" emma:medium="tactile" emma:mode="ink">
          <msink:context xmlns:msink="http://schemas.microsoft.com/ink/2010/main" type="writingRegion" rotatedBoundingBox="3799,16933 3814,16933 3814,16948 3799,16948"/>
        </emma:interpretation>
      </emma:emma>
    </inkml:annotationXML>
    <inkml:traceGroup>
      <inkml:annotationXML>
        <emma:emma xmlns:emma="http://www.w3.org/2003/04/emma" version="1.0">
          <emma:interpretation id="{47A8F30A-6D95-4AD0-B0B3-892659F584B1}" emma:medium="tactile" emma:mode="ink">
            <msink:context xmlns:msink="http://schemas.microsoft.com/ink/2010/main" type="paragraph" rotatedBoundingBox="3799,16933 3814,16933 3814,16948 3799,1694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9156928-6ABF-46A8-BAC4-1A3BA2E99BFA}" emma:medium="tactile" emma:mode="ink">
              <msink:context xmlns:msink="http://schemas.microsoft.com/ink/2010/main" type="line" rotatedBoundingBox="3799,16933 3814,16933 3814,16948 3799,16948"/>
            </emma:interpretation>
          </emma:emma>
        </inkml:annotationXML>
        <inkml:traceGroup>
          <inkml:annotationXML>
            <emma:emma xmlns:emma="http://www.w3.org/2003/04/emma" version="1.0">
              <emma:interpretation id="{A3C633F7-FFE8-4DC5-8AD4-F73D8D2D02A3}" emma:medium="tactile" emma:mode="ink">
                <msink:context xmlns:msink="http://schemas.microsoft.com/ink/2010/main" type="inkWord" rotatedBoundingBox="3799,16933 3814,16933 3814,16948 3799,16948"/>
              </emma:interpretation>
            </emma:emma>
          </inkml:annotationXML>
          <inkml:trace contextRef="#ctx0" brushRef="#br0">277 9193 0</inkml:trace>
        </inkml:traceGroup>
      </inkml:traceGroup>
    </inkml:traceGroup>
  </inkml:traceGroup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5-01T11:46:36.225"/>
    </inkml:context>
    <inkml:brush xml:id="br0">
      <inkml:brushProperty name="width" value="0.08167" units="cm"/>
      <inkml:brushProperty name="height" value="0.081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B677EA20-E8EF-4ECE-8915-E3AF7D5D1E45}" emma:medium="tactile" emma:mode="ink">
          <msink:context xmlns:msink="http://schemas.microsoft.com/ink/2010/main" type="writingRegion" rotatedBoundingBox="19372,10760 19074,13541 17073,13326 17372,10545"/>
        </emma:interpretation>
      </emma:emma>
    </inkml:annotationXML>
    <inkml:traceGroup>
      <inkml:annotationXML>
        <emma:emma xmlns:emma="http://www.w3.org/2003/04/emma" version="1.0">
          <emma:interpretation id="{A8EB2FAB-80DD-4666-AA16-E152588E6A55}" emma:medium="tactile" emma:mode="ink">
            <msink:context xmlns:msink="http://schemas.microsoft.com/ink/2010/main" type="paragraph" rotatedBoundingBox="19372,10760 19074,13541 17073,13326 17372,1054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D6A776A-A393-4CB4-A12E-6BC4297CA2F0}" emma:medium="tactile" emma:mode="ink">
              <msink:context xmlns:msink="http://schemas.microsoft.com/ink/2010/main" type="line" rotatedBoundingBox="19372,10760 19074,13541 17073,13326 17372,10545"/>
            </emma:interpretation>
          </emma:emma>
        </inkml:annotationXML>
        <inkml:traceGroup>
          <inkml:annotationXML>
            <emma:emma xmlns:emma="http://www.w3.org/2003/04/emma" version="1.0">
              <emma:interpretation id="{28FEDE41-40B7-4894-98DD-76786D1FA948}" emma:medium="tactile" emma:mode="ink">
                <msink:context xmlns:msink="http://schemas.microsoft.com/ink/2010/main" type="inkWord" rotatedBoundingBox="18857,10705 18667,12477 17182,12318 17372,10545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407 67 709 0,'0'0'186'0,"0"0"-56"15,0 0-22-15,0 0 23 16,0 0 31-16,0 0-43 16,0 0 24-16,27-34-67 15,10 6-5-15,11-12 45 16,13-6-62-16,15-11-6 16,10-3 1-16,4-4-31 15,0 2 27-15,-2 1-45 16,-12 9 0-16,-13 4 9 15,-16 10-9-15,-12 6 0 0,-12 9-1 16,-10 9 0 0,-7 3-11-16,-6 11-43 0,0 0-57 15,-19 4 27-15,-47 40-133 16,3 1-266-16,3-4-221 0</inkml:trace>
          <inkml:trace contextRef="#ctx0" brushRef="#br0" timeOffset="676.5944">538-242 783 0,'0'0'210'0,"0"0"-12"15,0 0-87-15,0 0-16 16,0 0-49-16,0 0 11 15,0 0 7-15,33-49-28 16,-33 46 31-16,0 0-53 0,0-1-13 16,0 1 54-16,0-1-46 15,0 1 19-15,0 0 2 16,0 2-29-16,0-2 22 16,0 0-23-16,0 3 0 15,0 0 8-15,0 0-8 16,-2 0-4-16,-5 3 1 15,0 18 6-15,2 11-6 16,-4 8 3-16,4 4 0 16,2 1 3-16,1-4-3 15,2-11 0-15,0-5-7 16,0-7 17-16,0-8-10 16,0-6 0-16,0-1 0 0,0-3 13 15,0 0-11-15,10 0 20 16,4 0 7-16,5 0-17 15,5 0 33-15,3-3-45 16,4-4 1-16,-4 0 15 16,1 1-16-16,-6-1 0 15,-3 2 0-15,-5 0 11 16,-6 3-6-16,-1-1-5 16,-3 3-34-16,-1 0 25 15,3 0-60-15,-1 0-24 16,1 0-171-16,-2 0-126 15,0 0-506-15</inkml:trace>
          <inkml:trace contextRef="#ctx0" brushRef="#br0" timeOffset="-4601.4016">322 74 753 0,'0'0'200'15,"0"0"-70"-15,0 0-16 16,0 0-65-16,0 0 14 15,0-3 6-15,0 3-34 16,0 0 26-16,0-1-39 16,0 1-9-16,0 0 51 15,0 0-45-15,0 0 13 16,0 0-2-16,-3 0-21 0,3 0 48 16,-5-3-56-16,-4 0-1 15,0 0 22-15,-1 2-22 16,-4 1 0-16,3 0-1 15,-6 0 2-15,5 0 5 16,-11 0-6-16,1 14 0 16,-6 9-22-16,1 6 22 15,-1 8-1-15,4 7 0 16,3 6 1-16,4 4-6 16,3 5 8-16,6 2-2 15,0-1 42-15,5 3-36 16,3-6-6-16,0 3 6 0,-3-1-5 15,3 0 17-15,0-5-18 16,0-1 0-16,0-10-7 16,0-8 7-16,6-8 0 15,6-5 0-15,-3-6 7 16,5-5 2-16,-2-2-9 16,2-8 0-16,1 2 2 15,5-3-1-15,2 0-1 16,-1 0 0-16,4 0 1 15,0-3 17-15,2-8-18 16,1 1 0-16,0-3 4 16,2-2-1-16,2-2 7 15,-1 0 15-15,-1-3-15 0,-2 3 33 16,1 0-43-16,-2 0 0 16,1-4 22-16,-6 4-13 15,-1-5-9-15,-3-1 10 16,0-4-4-16,0-2 19 15,-3-2-25-15,-3-3 0 16,-1-4 25-16,-3 1-10 16,-3-4-15-16,4 6 19 15,-7-3-18-15,1 4 45 16,-1-4-46-16,-2-2 0 16,0 2 15-16,0-1-5 15,0-1-10-15,-7 2 13 16,-5 1-13-16,-3 5 35 15,-3 1-35-15,-4 1 0 16,-7 2-1-16,1 4 1 0,-7 3-1 16,-7 3-8-16,-2 5-30 15,-8 6 38-15,0 7-80 16,-3 0-15-16,1 10 30 16,-13 42-115-16,13-5-199 15,13 3-178-15</inkml:trace>
          <inkml:trace contextRef="#ctx0" brushRef="#br0" timeOffset="2718.4264">1089 770 525 0,'0'0'227'0,"0"0"-57"15,0 0-76-15,0 0-16 0,0 0 42 16,0 0-23 0,0 0 18-16,0-3-10 0,0 3-36 15,0 0 28-15,0 0-59 16,0 0-27-16,0 0 56 16,0 0-59-16,0 0 9 15,0 0 3-15,0 0-19 16,0 0 35-16,0 0-36 15,0 0 0-15,0 0-3 16,11 0 9-16,17 11-3 16,4 0 3-16,10 3-5 15,4 2 15-15,0-5-16 0,-2-1 0 16,-2-4 0-16,-9-1 0 16,-7-3 0-1,-8-2 0-15,-7 3 10 0,-7-3-5 16,-4 2-5-16,0 1-29 15,0 2 23-15,0 2-38 16,0 3-9-16,-15 8-109 16,1-3-214-16,1-3-146 0</inkml:trace>
          <inkml:trace contextRef="#ctx0" brushRef="#br0" timeOffset="1884.4057">766 750 538 0,'0'0'142'16,"0"0"-17"-16,0 0-34 0,0 0-1 15,0 0 1-15,0 0-16 16,0 0-2-16,0-7-52 16,-3 7-15-16,1 0 45 15,-5 0-40-15,0 0-5 16,-5 0 10-16,-2 4-15 16,2 14 33-16,-7 3-34 15,-2 9 8-15,1 7 34 16,0 1-26-16,-2 1 53 15,5-3 1-15,3-9-32 16,7-9 3-16,4-6-41 16,3-6 0-16,0-3 21 15,0-3-20-15,0 0-2 0,5 0-28 16,14 0-147 0,-2-10-54-16,-3-1-75 0</inkml:trace>
        </inkml:traceGroup>
        <inkml:traceGroup>
          <inkml:annotationXML>
            <emma:emma xmlns:emma="http://www.w3.org/2003/04/emma" version="1.0">
              <emma:interpretation id="{0D4A45A3-A1FC-4C9E-B865-82DCCA22EB4C}" emma:medium="tactile" emma:mode="ink">
                <msink:context xmlns:msink="http://schemas.microsoft.com/ink/2010/main" type="inkWord" rotatedBoundingBox="19136,12962 19114,13171 18426,13098 18449,12889"/>
              </emma:interpretation>
              <emma:one-of disjunction-type="recognition" id="oneOf1">
                <emma:interpretation id="interp1" emma:lang="" emma:confidence="0.5">
                  <emma:literal>.</emma:literal>
                </emma:interpretation>
                <emma:interpretation id="interp2" emma:lang="" emma:confidence="0">
                  <emma:literal>/</emma:literal>
                </emma:interpretation>
                <emma:interpretation id="interp3" emma:lang="" emma:confidence="0">
                  <emma:literal>)</emma:literal>
                </emma:interpretation>
                <emma:interpretation id="interp4" emma:lang="" emma:confidence="0">
                  <emma:literal>,</emma:literal>
                </emma:interpretation>
                <emma:interpretation id="interp5" emma:lang="" emma:confidence="0">
                  <emma:literal>$</emma:literal>
                </emma:interpretation>
              </emma:one-of>
            </emma:emma>
          </inkml:annotationXML>
          <inkml:trace contextRef="#ctx0" brushRef="#br0" timeOffset="8486.1493">1219 1619 1144 0,'0'0'351'0,"0"0"-238"16,0 0-100-16,0 0 94 15,0 0-58-15,0 0-24 16,0 0 26-16,188 126-50 0,-132-94 33 15,4-8-34-15,-3 1 1 16,0-5 6-16,-1-3-7 16,-7-6-67-16,12 5-90 15,-16-9-371-15,-9-2-426 0</inkml:trace>
        </inkml:traceGroup>
        <inkml:traceGroup>
          <inkml:annotationXML>
            <emma:emma xmlns:emma="http://www.w3.org/2003/04/emma" version="1.0">
              <emma:interpretation id="{D95F123C-CA73-4017-A11F-3DB78E93CA7F}" emma:medium="tactile" emma:mode="ink">
                <msink:context xmlns:msink="http://schemas.microsoft.com/ink/2010/main" type="inkWord" rotatedBoundingBox="18181,13005 18134,13440 17146,13334 17192,12899"/>
              </emma:interpretation>
              <emma:one-of disjunction-type="recognition" id="oneOf2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3934.1921">319 1726 872 0,'0'0'253'0,"0"0"-31"16,0 0-44-16,0 0-54 15,0 0-18-15,0 0-68 16,0 0-38-16,0-11 54 16,0 11-39-16,0 0 8 15,0 0 15-15,-9 0-30 16,-5 0 21-16,-5 10-29 16,-5 10 0-16,-6 9 16 15,-8 8-16-15,-3 5 0 0,-4-1 33 16,5 0-27-16,5-9 37 15,3-5-43-15,7-11 0 16,10-5 11-16,3-5-11 16,5-2 0-16,0-4 7 15,4 3 2-15,1-3 10 16,2 0-19-16,0 0-25 16,0 0 14-16,0 3-37 15,0-3-33-15,0 0 13 16,0 1-28-16,0 6-127 15,-2 3-127-15,-1-1-262 0</inkml:trace>
          <inkml:trace contextRef="#ctx0" brushRef="#br0" timeOffset="5405.6308">45 1691 639 0,'0'0'208'0,"0"0"-108"16,0 0 17-16,0 0-43 15,0 0-16-15,0 0-9 16,0 0-22-16,-3 0 20 16,3 0-47-16,0 0 1 15,0 0 63-15,0 0-9 16,0 0-8-16,0 0-11 15,0 0-26-15,3 4 35 16,11 2-30-16,2-5-14 16,6 2 66-16,6-3-32 15,4 0 3-15,3 0 9 16,7 0-24-16,-1 0 36 0,-2-7-39 16,-4 0-20-1,-7 1 52-15,-9 2-52 0,-8 1 0 16,-3 3 0-16,-8 0 9 15,0 0 0-15,0 0-9 16,0 0 0-16,0 0 4 16,0 0-4-16,0 0 0 15,0 0-1-15,0 0 2 16,0 10 1-16,-3 4-2 16,-2 3 0-16,-1 3-3 15,1 5 3-15,2-2 0 16,1-1-7-16,2-5 14 15,0 1-6-15,0-6-1 16,-4-2 0-16,4-6-4 0,0-1 4 16,-3-2 0-16,3-1-1 15,0 3 1-15,-2 0-6 16,2 0-32-16,-3 1-40 16,1 2 27-16,2 1-207 15,-3 0-41-15,3-2-45 0</inkml:trace>
          <inkml:trace contextRef="#ctx0" brushRef="#br0" timeOffset="7894.9883">948 1767 872 0,'0'0'265'15,"0"0"-15"-15,0 0-91 16,0 0-36-16,0 0-13 16,0 0-65-16,0 0 30 15,0-10-44-15,0 10-30 16,0 0 70-16,0 0-71 0,-1 3 1 15,-19 17-2 1,-6 7 16-16,-5 2-13 0,-1 1-2 16,1-2 0-16,4 0-12 15,4-5 12-15,8-3-43 16,6-5-2-16,9-5-66 16,0-3-198-16,9-7-215 0</inkml:trace>
        </inkml:traceGroup>
      </inkml:traceGroup>
    </inkml:traceGroup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118C455-DCBE-41F6-9A52-324D6BC54AEC}" type="datetimeFigureOut">
              <a:rPr lang="en-US"/>
              <a:pPr>
                <a:defRPr/>
              </a:pPr>
              <a:t>01-May-22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1F781F4-099F-4112-9B1E-8A4E4163911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5335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latin typeface="Times New Roman" pitchFamily="-106" charset="0"/>
                <a:ea typeface="ＭＳ Ｐゴシック" pitchFamily="-106" charset="-128"/>
                <a:cs typeface="ＭＳ Ｐゴシック" pitchFamily="-106" charset="-128"/>
              </a:rPr>
              <a:t>“</a:t>
            </a:r>
            <a:r>
              <a:rPr kumimoji="1" lang="en-US" dirty="0" smtClean="0">
                <a:latin typeface="Times New Roman" pitchFamily="-106" charset="0"/>
                <a:ea typeface="ＭＳ Ｐゴシック" pitchFamily="-106" charset="-128"/>
                <a:cs typeface="ＭＳ Ｐゴシック" pitchFamily="-106" charset="-128"/>
              </a:rPr>
              <a:t>Operating</a:t>
            </a:r>
            <a:r>
              <a:rPr kumimoji="1" lang="en-US" baseline="0" dirty="0" smtClean="0">
                <a:latin typeface="Times New Roman" pitchFamily="-106" charset="0"/>
                <a:ea typeface="ＭＳ Ｐゴシック" pitchFamily="-106" charset="-128"/>
                <a:cs typeface="ＭＳ Ｐゴシック" pitchFamily="-106" charset="-128"/>
              </a:rPr>
              <a:t> Systems: Internal and Design Principles</a:t>
            </a:r>
            <a:r>
              <a:rPr lang="en-US" dirty="0" smtClean="0">
                <a:latin typeface="Times New Roman" pitchFamily="-106" charset="0"/>
                <a:ea typeface="ＭＳ Ｐゴシック" pitchFamily="-106" charset="-128"/>
                <a:cs typeface="ＭＳ Ｐゴシック" pitchFamily="-106" charset="-128"/>
              </a:rPr>
              <a:t>”, 8/e, by William Stallings, Chapter 11 “</a:t>
            </a:r>
            <a:r>
              <a:rPr kumimoji="1" lang="en-GB" dirty="0" smtClean="0">
                <a:latin typeface="Times New Roman" pitchFamily="-106" charset="0"/>
                <a:ea typeface="ＭＳ Ｐゴシック" pitchFamily="-106" charset="-128"/>
                <a:cs typeface="ＭＳ Ｐゴシック" pitchFamily="-106" charset="-128"/>
              </a:rPr>
              <a:t>I/O</a:t>
            </a:r>
            <a:r>
              <a:rPr kumimoji="1" lang="en-GB" baseline="0" dirty="0" smtClean="0">
                <a:latin typeface="Times New Roman" pitchFamily="-106" charset="0"/>
                <a:ea typeface="ＭＳ Ｐゴシック" pitchFamily="-106" charset="-128"/>
                <a:cs typeface="ＭＳ Ｐゴシック" pitchFamily="-106" charset="-128"/>
              </a:rPr>
              <a:t> Management and Disk Scheduling</a:t>
            </a:r>
            <a:r>
              <a:rPr lang="en-US" dirty="0" smtClean="0">
                <a:latin typeface="Times New Roman" pitchFamily="-106" charset="0"/>
                <a:ea typeface="ＭＳ Ｐゴシック" pitchFamily="-106" charset="-128"/>
                <a:cs typeface="ＭＳ Ｐゴシック" pitchFamily="-106" charset="-128"/>
              </a:rPr>
              <a:t>”.</a:t>
            </a:r>
            <a:endParaRPr lang="en-AU" dirty="0" smtClean="0">
              <a:latin typeface="Times New Roman" pitchFamily="-106" charset="0"/>
              <a:ea typeface="ＭＳ Ｐゴシック" pitchFamily="-106" charset="-128"/>
              <a:cs typeface="ＭＳ Ｐゴシック" pitchFamily="-106" charset="-128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external devices that engage in I/O with computer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systems can be roughly grouped into three categories: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Human readable: Suitable for communicating with the computer user.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Examples include printers and terminals, the latter consisting of video display,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keyboard, and perhaps other devices such as a mouse.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Machine readable: Suitable for communicating with electronic equipment.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Examples are disk drives, USB keys, sensors, controllers, and actuators.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Communication: Suitable for communicating with remote devices. Examples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digital line drivers and modems.</a:t>
            </a:r>
          </a:p>
          <a:p>
            <a:endParaRPr lang="en-NZ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are great differences across classes and even substantial differences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within each class. Among the key differences are the following: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Data rate: There may be differences of several orders of magnitude between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data transfer rates. Figure 11.1 gives some examples.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Application: The use to which a device is put has an influence on the software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policies in the operating system and supporting utilities. For example, a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disk used for files requires the support of file management software. A disk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used as a backing store for pages in a virtual memory scheme depends on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 of virtual memory hardware and software. Furthermore, these applications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have an impact on disk scheduling algorithms (discussed later in this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chapter). As another example, a terminal may be used by an ordinary user or a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administrator. These uses imply different privilege levels and perhaps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different priorities in the operating system.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Complexity of control: A printer requires a relatively simple control interface.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disk is much more complex. The effect of these differences on the operating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is filtered to some extent by the complexity of the I/O module that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controls the device, as discussed in the next section.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Unit of transfer: Data may be transferred as a stream of bytes or characters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(e.g., terminal I/O) or in larger blocks (e.g., disk I/O).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Data representation: Different data encoding schemes are used by different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devices, including differences in character code and parity conventions.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Error conditions: The nature of errors, the way in which they are reported,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their consequences, and the available range of responses differ widely from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 device to another.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diversity makes a uniform and consistent approach to I/O, both from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 of view of the operating system and from the point of view of user processes,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difficult to achieve.</a:t>
            </a:r>
            <a:endParaRPr lang="en-NZ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NZ" dirty="0" smtClean="0"/>
              <a:t>There may be differences of several orders of magnitude between the data transfer rates. 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11.1 gives some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Programmed I/O : The processor issues an I/O command, on behalf of a process,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an I/O module; that process then busy waits for the operation to be completed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before proceeding.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(the processor is busy with the process)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Interrupt-driven I/O : interrupts allow devices to notify the CPU when they have data to transfer or when an operation is complete, allowing the CPU to perform other duties when no I/O transfer need its immediate attention.</a:t>
            </a:r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Direct memory access (DMA) : A DMA module controls the exchange of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between main memory and an I/O module. The processor sends a request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transfer of a block of data to the DMA module and is interrupted only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after the entire block has been transferred.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r>
              <a:rPr lang="en-US" altLang="en-US" smtClean="0">
                <a:latin typeface="Times New Roman" panose="02020603050405020304" pitchFamily="18" charset="0"/>
              </a:rPr>
              <a:t>CPU is executing a user program at the same time an I/O device is transferring data, when the data is ready, I/O device interrupt the CPU, CPU process the interrupt then continue its work, </a:t>
            </a:r>
          </a:p>
        </p:txBody>
      </p:sp>
    </p:spTree>
    <p:extLst>
      <p:ext uri="{BB962C8B-B14F-4D97-AF65-F5344CB8AC3E}">
        <p14:creationId xmlns:p14="http://schemas.microsoft.com/office/powerpoint/2010/main" val="4188152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11.2 indicates, in general terms, the DMA logic. The DMA unit is capable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mimicking the processor and, indeed, of taking over control of the system bus just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 a processor. It needs to do this to transfer data to and from memory over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bus.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DMA technique works as follows. When the processor wishes to read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write a block of data, it issues a command to the DMA module by sending to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DMA module the following information: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Whether a read or write is requested, using the read or write control line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between the processor and the DMA module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The address of the I/O device involved, communicated on the data lines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The starting location in memory to read from or write to, communicated 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data lines and stored by the DMA module in its address register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The number of words to be read or written, again communicated via the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lines and stored in the data count register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processor then continues with other work. It has delegated this I/O operation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DMA module. The DMA module transfers the entire block of data, one word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a time, directly to or from memory, without going through the processor. When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transfer is complete, the DMA module sends an interrupt signal to the processor. Thus,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processor is involved only at the beginning and end of the transfer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 11.1 indicates the relationship among these three techniques. In most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computer systems, DMA is the dominant form of transfer that must be supported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 the operating system.</a:t>
            </a:r>
            <a:endParaRPr lang="en-NZ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computer systems have evolved, there has been a pattern of increasing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complexity and sophistication of individual components. Nowhere is this more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evident than in the I/O function. The evolutionary steps can be summarized as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Follows: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The processor directly controls a peripheral device. This is seen in simple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microprocessor-controlled devices.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A controller or I/O module is added. The processor uses programmed I/O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without interrupts. With this step, the processor becomes somewhat divorced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specific details of external device interfaces.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The same configuration as step 2 is used, but now interrupts are employed.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processor need not spend time waiting for an I/O operation to be performed,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thus increasing efficiency.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 The I/O module is given direct control of memory via DMA. It can now move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block of data to or from memory without involving the processor, except at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beginning and end of the transfer.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5. The I/O module is enhanced to become a separate processor, with a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specialized instruction set tailored for I/O. The central processing unit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(CPU) directs the I/O processor to execute an I/O program in main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memory. The I/O processor fetches and executes these instructions without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processor intervention. This allows the processor to specify a sequence of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I/O activities and to be interrupted only when the entire sequence has been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performed.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6. The I/O module has a local memory of its own and is, in fact, a computer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its own right. With this architecture, a large set of I/O devices can be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controlled, with minimal processor involvement. A common use for such an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architecture has been to control communications with interactive terminals.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I/O processor takes care of most of the tasks involved in controlling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terminals.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one proceeds along this evolutionary path, more and more of the I/O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 is performed without processor involvement. The central processor is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increasingly relieved of I/O-related tasks, improving performance. With the last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two steps (5 and 6), a major change occurs with the introduction of the concept of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I/O module capable of executing a program.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note about terminology: For all of the modules described in steps 4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through 6, the term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direct memory access is appropriate, because all of these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involve direct control of main memory by the I/O module. Also, the I/O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module in step 5 is often referred to as an I/O channel , and that in step 6 as an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I/O processor ; however, each term is, on occasion, applied to both situations. In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latter part of this section, we will use the term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I/O channel to refer to both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of I/O modules.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DMA mechanism can be configured in a variety of ways. Some possibilities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shown in Figure 11.3 . In the first example, all modules share the same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bus. The DMA module, acting as a surrogate processor, uses programmed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I/O to exchange data between memory and an I/O module through the DMA module.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configuration, while it may be inexpensive, is clearly inefficient: As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processor-controlled programmed I/O, each transfer of a word consumes two bus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cycles (transfer request followed by transfer).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number of required bus cycles can be cut substantially by integrating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DMA and I/O functions. As Figure 11.3b indicates, this means that there is a path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between the DMA module and one or more I/O modules that does not include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bus. The DMA logic may actually be a part of an I/O module, or it may be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separate module that controls one or more I/O modules. This concept can be taken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 step further by connecting I/O modules to the DMA module using an I/O bus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 Figure 11.3c ). This reduces the number of I/O interfaces in the DMA module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one and provides for an easily expandable configuration. In all of these cases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 Figure 11.3b and 11.3c ), the system bus that the DMA module shares with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processor and main memory is used by the DMA module only to exchange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memory and to exchange control signals with the processor. The exchange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between the DMA and I/O modules takes place off the system bus.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Two objectives are paramount in designing the I/O facility: efficiency and generality.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Efficiency is important because I/O operations often form a bottleneck in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computing system. Looking again at Figure 11.1 , we see that most I/O devices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extremely slow compared with main memory and the processor. 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 way to tackle this problem is </a:t>
            </a:r>
            <a:r>
              <a:rPr lang="en-US" sz="1200" b="1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multiprogramming,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which, as we have seen, allows some processes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waiting on I/O operations while another process is executing. However, even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the vast size of main memory in today’s machines, it will still often be the case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I/O is not keeping up with the activities of the processor. 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Swapping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is used to bring in additional ready processes to keep the processor busy, but this in itself is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I/O operation. Thus, a major effort in I/O design has been schemes for improving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efficiency of the I/O.  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other major objective is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generality . In the interests of simplicity and freedom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error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it is desirable to handle all devices in a uniform manner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statement applies both to the way in which processes view I/O devices and the way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which the operating system manages I/O devices and operations.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Because of the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diversity of device characteristics, it is difficult in practice to achieve true generality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Solution: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can be done is to use a hierarchical, modular approach to the design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I/O function. This approach hides most of the details of device I/O in lower level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routines so that user processes and upper levels of the operating system see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devices in terms of general functions, such as read, write, open, close, lock,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unlock. We turn now to a discussion of this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hierarchical philosophy is that the functions of the operating system should be separated according to their complexity,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their characteristic time scale, and their level of abstraction. Following this approach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leads to an organization of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operating system into a series of layers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 layer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performs a related subset of the functions required of the operating system.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It relies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 the next lower layer to perform more primitive functions and to conceal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details of those functions. It provides services to the next higher layer. Ideally,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layers should be defined so that changes in one layer do not require changes in other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layers. Thus we have decomposed one problem into a number of more manageable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subproblems.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en-NZ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Applying this philosophy specifically to the I/O facility leads to the type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organization suggested by Figure 11.4 . The details of the organization will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depend on the type of device and the application. The three most important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logical structures are presented in the figure. Of course, a particular operating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may not conform exactly to these structures. However, the general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principles are valid, and most operating systems approach I/O in approximately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way.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us consider the simplest case first, that of a local peripheral device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communicates in a simple fashion, such as a stream of bytes or records ( Figure 11.4a 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following layers are involved: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Logical I/O : The logical I/O module deals with the device as a logical resource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is not concerned with the details of actually controlling the device.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logical I/O module is concerned with managing general I/O functions on behalf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user processes, allowing them to deal with the device in terms of a device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identifier and simple commands such as open, close, read, and write.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Device I/O : The requested operations and data (buffered characters, records,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etc.)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converted into appropriate sequences of I/O instructions,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channel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commands, and controller orders. Buffering techniques may be used to improve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utilization.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Scheduling and control: The actual queuing and scheduling of I/O operations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occurs at this layer, as well as the control of the operations. Thus, interrupts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handled at this layer and I/O status is collected and reported.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 of software that actually interacts with the I/O module and hence the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device hardware.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a communications device, the I/O structure ( Figure 11.4b ) looks much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 as that just described. The principal difference is that the logical I/O module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replaced by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communications architecture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which may itself consist of a number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layers. An example is TCP/IP, 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11.4c shows a representative structure for managing I/O on a secondary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storage device that supports a file system. The three layers not previously discussed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as follows: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Directory management: At this layer, symbolic file names are converted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identifiers that either reference the file directly or indirectly through a file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descriptor or index table. This layer is also concerned with user operations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affect the directory of files, such as add, delete, and reorganize.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system: This layer deals with the logical structure of files and with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operations that can be specified by users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such as open, close,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read, and write.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 rights are also managed at this layer.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Physical organization: Just as virtual memory addresses must be converted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into physical main memory addresses, taking into account the segmentation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paging structure, logical references to files and records must be converted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physical secondary storage addresses, taking into account the physical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track and sector structure of the secondary storage device. Allocation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secondary storage space and main storage buffers is generally treated at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 as well.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avoid these overheads and inefficiencies, it is sometimes convenient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perform input transfers in advance of requests being made and to perform output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transfers some time after the request is made.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technique is known as buffering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discussing the various approaches to buffering, it is sometimes important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make a distinction between two types of I/O devices: block oriented and stream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oriented.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block-oriented device stores information in blocks that are usually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fixed size, and transfers are made one block at a time. Generally, it is possible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reference data by its block number. Disks and USB keys are examples of block oriented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devices.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stream-oriented device transfers data in and out as a stream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bytes, with no block structure. Terminals, printers, communications ports, mouse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other pointing devices, and most other devices that are not secondary storage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stream oriented.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Without a buffer, the OS directly</a:t>
            </a:r>
            <a:r>
              <a:rPr lang="en-US" baseline="0" dirty="0" smtClean="0"/>
              <a:t> accesses the device when it needs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simplest type of support that the operating system can provide is single buffering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 Figure 11.5b ). When a user process issues an I/O request, the OS assigns a buffer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system portion of main memory to the operation.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case of line-at-a-time I/O, the buffer can be used to hold a single line.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user process is suspended during input, awaiting the arrival of the entire line.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output, the user process can place a line of output in the buffer and continue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processing. It need not be suspended unless it has a second line of output to send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before the buffer is emptied from the first output operation. In the case of byte-at-a-time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I/O, the interaction between the OS and the user process follows the producer/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consumer model discussed in Chapter 5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block-oriented devices, the single buffering scheme can be described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follows: Input transfers are made to the system buffer. When the transfer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complete, the process moves the block into user space and immediately requests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another block. This is called reading ahead, or anticipated input; it is done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expectation that the block will eventually be needed. For many types of computation,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a reasonable assumption most of the time because data are usually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accessed sequentially. Only at the end of a sequence of processing will a block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 in unnecessarily.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approach will generally provide a speedup compared to the lack of system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buffering. The user process can be processing one block of data while the next block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being read in. The OS is able to swap the process out because the input operation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taking place in system memory rather than user process memory. This technique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does, however, complicate the logic in the operating system. The OS must keep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track of the assignment of system buffers to user processes. The swapping logic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also affected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If the I/O operation involves the same disk that is used for swapping,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hardly makes sense to queue disk writes to the same device for swapping the process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 This attempt to swap the process and release main memory will itself not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begin until after the I/O operation finishes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at which time swapping the process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disk may no longer be appropriate.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Similar considerations apply to block-oriented output. When data are being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transmitted to a device, they are first copied from the user space into the system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buffer, from which they will ultimately be written. The requesting process is now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 to continue or to be swapped as necessary.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improvement over single buffering can be had by assigning two system buffers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operation ( Figure 11.5c ). A process now transfers data to (or from) one buffer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 the operating system empties (or fills) the other. This technique is known as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 buffering or buffer swapping 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double-buffer scheme should smooth out the flow of data between an I/O device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a process. If the performance of a particular process is the focus of our concern,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then we would like for the I/O operation to be able to keep up with the process.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 buffering may be inadequate if the process performs rapid bursts of I/O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case, the problem can often be alleviated by using more than two buffers.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more than two buffers are used, the collection of buffers is itself referred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as a circular buffer ( Figure 11.5d ), with each individual buffer being one unit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circular buffer.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Buffering is a technique that smoothes out peaks in I/O demand. However, no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amount of buffering will allow an I/O device to keep pace with a process indefinitely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the average demand of the process is greater than the I/O device can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service.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with multiple buffers, all of the buffers will eventually fill up and the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will have to wait after processing each chunk of data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However, in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multiprogramming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environment, when there is a variety of I/O activity and a variety of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activity to service, buffering is one tool that can increase the efficiency of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operating system and the performance of individual processes.</a:t>
            </a:r>
            <a:endParaRPr lang="en-NZ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actual details of disk I/O operation depend on the computer system, the operating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system, and the nature of the I/O channel and disk controller hardware.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general timing diagram of disk I/O transfer is shown in Figure 11.6 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90C2758-4B2A-491D-B134-268019E173D5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2382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the disk drive is operating, the disk is rotating at constant speed.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 or write, the head must be positioned at the desired track and at the beginning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the desired sector on that track. Track selection involves moving the head in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movable-head system or electronically selecting one head on a fixed-head system.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 a movable-head system, the time it takes to position the head at the track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known as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seek time . In either case, once the track is selected, the disk controller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waits until the appropriate sector rotates to line up with the head. The time it takes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beginning of the sector to reach the head is known as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rotational delay ,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rotational latency. The sum of the seek time, if any, and the rotational delay equals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 time , which is the time it takes to get into position to read or write. Once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head is in position, the read or write operation is then performed as the sector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moves under the head; this is the data transfer portion of the operation; the time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required for the transfer is the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transfer time .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addition to the access time and transfer time, there are several queuing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delays normally associated with a disk I/O operation. When a process issues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I/O request, it must first wait in a queue for the device to be available. At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time, the device is assigned to the process. If the device shares a single I/O channel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a set of I/O channels with other disk drives, then there may be an additional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 for the channel to be available. At that point, the seek is performed to begin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disk access.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some high-end systems for servers, a technique known as rotational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positional sensing (RPS) is used. This works as follows: When the seek command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 been issued, the channel is released to handle other I/O operations. When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seek is completed, the device determines when the data will rotate under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head. As that sector approaches the head, the device tries to reestablish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communication path back to the host. If either the control unit or the channel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busy with another I/O, then the reconnection attempt fails and the device must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rotate one whole revolution before it can attempt to reconnect, which is called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RPS miss. This is an extra delay element that must be added to the time line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Figure 11.6 .</a:t>
            </a:r>
            <a:endParaRPr lang="en-NZ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Table 11.3   Disk Scheduling Algorithms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simplest form of scheduling is first-in-first-out (FIFO)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scheduling, which processes items from the queue in sequential order. This strategy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 the advantage of being fair, because every request is honored and the requests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honored in the order received. Figure 11.7a illustrates the disk arm movement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FIFO. This graph is generated directly from the data in Table 11.2a . As can be seen,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disk accesses are in the same order as the requests were originally received.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FIFO, if there are only a few processes that require access and if many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the requests are to clustered file sectors, then we can hope for good performance.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However, this technique will often approximate random scheduling in performance,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there are many processes competing for the disk. Thus, it may be profitable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consider a more sophisticated scheduling policy. A number of these are listed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 11.3 and will now be considered.</a:t>
            </a:r>
            <a:endParaRPr lang="en-NZ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 11.2   Comparison of Disk Scheduling Algorithms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5892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a system based on priority (PRI), the control of the scheduling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outside the control of disk management software. Such an approach is not intended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optimize disk utilization but to meet other objectives within the operating system.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Often short batch jobs and interactive jobs are given higher priority than longer jobs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require longer computation. This allows a lot of short jobs to be flushed through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system quickly and may provide good interactive response time. However, longer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jobs may have to wait excessively long times. Furthermore, such a policy could lead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countermeasures on the part of users, who split their jobs into smaller pieces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beat the system. This type of policy tends to be poor for database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shortest-service-time-first (SSTF) policy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to select the disk I/O request that requires the least movement of the disk arm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its current position. Thus, we always choose to incur the minimum seek time.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course, always choosing the minimum seek time does not guarantee that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average seek time over a number of arm movements will be minimum. However,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should provide better performance than FIFO. Because the arm can move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two directions, a random tie-breaking algorithm may be used to resolve cases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equal distances.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11.7b and Table 11.2b show the performance of SSTF on the same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example as was used for FIFO. The first track accessed is 90, because this is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closest requested track to the starting position. The next track accessed is 58 because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closest of the remaining requested tracks to the current position of 90.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Subsequent tracks are selected accordingly.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 11.2   Comparison of Disk Scheduling Algorithms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616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the exception of FIFO, all of the policies described so far can leave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 request unfulfilled until the entire queue is emptied. That is, there may always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 new requests arriving that will be chosen before an existing request. A simple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alternative that prevents this sort of starvation is the SCAN algorithm, also known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the elevator algorithm because it operates much the way an elevator does.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SCAN, the arm is required to move in one direction only, satisfying all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outstanding requests en route, until it reaches the last track in that direction or until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are no more requests in that direction. This latter refinement is sometimes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referred to as the LOOK policy. The service direction is then reversed and the scan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proceeds in the opposite direction, again picking up all requests in order.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11.7c and Table 11.2c illustrate the SCAN policy. Assuming that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initial direction is of increasing track number, then the first track selected is 150,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since this is the closest track to the starting track of 100 in the increasing direction.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can be seen, the SCAN policy behaves almost identically with the SSTF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policy. Indeed, if we had assumed that the arm was moving in the direction of lower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track numbers at the beginning of the example, then the scheduling pattern would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have been identical for SSTF and SCAN. However, this is a static example in which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new items are added to the queue. Even when the queue is dynamically changing,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SCAN will be similar to SSTF unless the request pattern is unusual.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Note that the SCAN policy is biased against the area most recently traversed.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Thus it does not exploit locality as well as SSTF.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is not difficult to see that the SCAN policy favors jobs whose requests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tracks nearest to both innermost and outermost tracks and favors the latest arriving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jobs. The first problem can be avoided via the C-SCAN policy, while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second problem is addressed by the N-step-SCAN policy.</a:t>
            </a:r>
            <a:endParaRPr lang="en-NZ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 11.2   Comparison of Disk Scheduling Algorithms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5465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C-SCAN (circular SCAN) policy restricts scanning to one direction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only. Thus, when the last track has been visited in one direction, the arm is returned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opposite end of the disk and the scan begins again. This reduces the maximum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delay experienced by new requests. </a:t>
            </a:r>
            <a:endParaRPr lang="en-US" sz="1200" i="1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11.7d and Table 11.2d illustrate C-SCAN behavior. In this case the first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three requested tracks encountered are 150, 160, and 184. Then the scan begins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starting at the lowest track number, and the next requested track encountered is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 11.2   Comparison of Disk Scheduling Algorithms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0890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SSTF, SCAN, and C-SCAN, it is possible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arm may not move for a considerable period of time. For example, if one or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few processes have high access rates to one track, they can monopolize the entire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device by repeated requests to that track. High-density multisurface disks are more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likely to be affected by this characteristic than lower-density disks and/or disks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only one or two surfaces. To avoid this “arm stickiness,” the disk request queue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 be segmented, with one segment at a time being processed completely. Two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examples of this approach are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 -step-SCAN and FSCAN.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 -step-SCAN policy segments the disk request queue into subqueues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length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N. Subqueues are processed one at a time, using SCAN. While a queue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being processed, new requests must be added to some other queue. If fewer than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requests are available at the end of a scan, then all of them are processed with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 scan. With large values of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 , the performance of N -step-SCAN approaches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of SCAN; with a value of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 = 1 , the FIFO policy is adopted.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FSCAN is a policy that uses two subqueues. When a scan begins, all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requests are in one of the queues, with the other empty. During the scan, all new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requests are put into the other queue. Thus, service of new requests is deferred until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of the old requests have been processed.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Consider the typical situation in a multiprogramming environment, in which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OS maintains a queue of requests for each I/O device. So, for a single disk, there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 be a number of I/O requests (reads and writes) from various processes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queue. If we selected items from the queue in random order, then we can expect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tracks to be visited will occur randomly, giving poor performance. This random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scheduling  is useful as a benchmark against which to evaluate other techniques.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11.7 compares the performance of various scheduling algorithms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example sequence of I/O requests. The vertical axis corresponds to the tracks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 the disk. The horizontal axis corresponds to time or, equivalently, the number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tracks traversed. For this figure, we assume that the disk head is initially located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track 100. In this example, we assume a disk with 200 tracks and that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disk request queue has random requests in it. The requested tracks, in the order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received by the disk scheduler, are 55, 58, 39, 18, 90, 160, 150, 38, 184.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98515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the use of multiple disks, there is a wide variety of ways in which the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 be organized and in which redundancy can be added to improve reliability.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could make it difficult to develop database schemes that are usable on a number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platforms and operating systems. Fortunately, industry has agreed on a standardized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scheme for multiple-disk database design, known as RAID (redundant array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independent disks). The RAID scheme consists of seven levels, zero through six.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These levels do not imply a hierarchical relationship but designate different design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architectures that share three common characteristics: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RAID is a set of physical disk drives viewed by the operating system as a single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logical drive.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Data are distributed across the physical drives of an array in a scheme known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striping, described subsequently.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Redundant disk capacity is used to store parity information, which guarantees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recoverability in case of a disk failure.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details of the second and third characteristics differ for the different RAID levels.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RAID 0 and RAID 1 do not support the third characteristic.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term RAID  was originally coined in a paper by a group of researchers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the University of California at Berkeley [PATT88].  The paper outlined various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RAID configurations and applications and introduced the definitions of the RAID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levels that are still used. The RAID strategy employs multiple disk drives and distributes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in such a way as to enable simultaneous access to data from multiple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drives, thereby improving I/O performance and allowing easier incremental increases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capacity.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unique contribution of the RAID proposal is to address effectively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need for redundancy. Although allowing multiple heads and actuators to operate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simultaneously achieves higher I/O and transfer rates, the use of multiple devices increases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probability of failure. To compensate for this decreased reliability, RAID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makes use of stored parity information that enables the recovery of data lost due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disk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RAID level 0 is not a true member of the RAID family, because it does not include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redundancy to improve performance or provide data protection. However, there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a few applications, such as some on supercomputers in which performance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capacity are primary concerns and low cost is more important than improved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reliability.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RAID 0, the user and system data are distributed across all of the disks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array. This has a notable advantage over the use of a single large disk: If two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different I/O requests are pending for two different blocks of data, then there is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good chance that the requested blocks are on different disks. Thus, the two requests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 be issued in parallel, reducing the I/O queuing time.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 RAID 0, as with all of the RAID levels, goes further than simply distributing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data across a disk array: The data are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striped across the available disks.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best understood by considering Figure 11.8 . All user and system data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viewed as being stored on a logical disk. The logical disk is divided into strips; these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strips may be physical blocks, sectors, or some other unit. The strips are mapped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round robin to consecutive physical disks in the RAID array. A set of logically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consecutive strips that maps exactly one strip to each array member is referred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as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stripe . In an </a:t>
            </a:r>
            <a:r>
              <a:rPr lang="en-US" sz="1200" b="1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 -disk array, the first n logical strips are physically stored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first strip on each of the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 disks, forming the first stripe; the second n strips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distributed as the second strips on each disk; and so on. The advantage of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layout is that if a single I/O request consists of multiple logically contiguous strips,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then up to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 strips for that request can be handled in parallel, greatly reducing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I/O transfer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RAID 1 differs from RAID levels 2 through 6 in the way in which redundancy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achieved. In these other RAID schemes, some form of parity calculation is used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introduce redundancy, whereas in RAID 1, redundancy is achieved by the simple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expedient of duplicating all the data. Figure 11.8b shows data striping being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used, as in RAID 0. But in this case, each logical strip is mapped to two separate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physical disks so that every disk in the array has a mirror disk that contains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 data. RAID 1 can also be implemented without data striping, though this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less common.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are a number of positive aspects to the RAID 1 organization: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A read request can be serviced by either of the two disks that contains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requested data, whichever one involves the minimum seek time plus rotational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latency.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A write request requires that both corresponding strips be updated, but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 be done in parallel. Thus, the write performance is dictated by the slower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the two writes (i.e., the one that involves the larger seek time plus rotational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latency). However, there is no “write penalty” with RAID 1. RAID levels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 through 6 involve the use of parity bits. Therefore, when a single strip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updated, the array management software must first compute and update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parity bits as well as updating the actual strip in question.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Recovery from a failure is simple. When a drive fails, the data may still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accessed from the second drive.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principal disadvantage of RAID 1 is the cost; it requires twice the disk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space of the logical disk that it supports. Because of that, a RAID 1 configuration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likely to be limited to drives that store system software and data and other highly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critical files. In these cases, RAID 1 provides real-time backup of all data so that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event of a disk failure, all of the critical data is still immediately available.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a transaction-oriented environment, RAID 1 can achieve high I/O request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rates if the bulk of the requests are reads. In this situation, the performance of RAID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 can approach double of that of RAID 0. However, if a substantial fraction of the I/O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requests are write requests, then there may be no significant performance gain over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RAID 0. RAID 1 may also provide improved performance over RAID 0 for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transfer intensive applications with a high percentage of reads. Improvement occurs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the application can split each read request so that both disk members participate.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RAID levels 2 and 3 make use of a parallel access technique. In a parallel access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array, all member disks participate in the execution of every I/O request. Typically,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spindles of the individual drives are synchronized so that each disk head is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 position on each disk at any given time.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in the other RAID schemes, data striping is used. In the case of RAID 2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3, the strips are very small, often as small as a single byte or word. With RAID 2,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error-correcting code is calculated across corresponding bits on each data disk,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the bits of the code are stored in the corresponding bit positions on multiple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parity disks. Typically, a Hamming code is used, which is able to correct single-bit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errors and detect double-bit errors.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Although RAID 2 requires fewer disks than RAID 1, it is still rather costly.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number of redundant disks is proportional to the log of the number of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disks. On a single read, all disks are simultaneously accessed. The requested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the associated error-correcting code are delivered to the array controller. If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is a single-bit error, the controller can recognize and correct the error instantly,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that the read access time is not slowed. On a single write, all data disks and parity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disks must be accessed for the write operation.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RAID 2 would only be an effective choice in an environment in which many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disk errors occur. Given the high reliability of individual disks and disk drives,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RAID 2 is overkill and is not implemented.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RAID 3 is organized in a similar fashion to RAID 2. The difference is that RAID 3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requires only a single redundant disk, no matter how large the disk array. RAID 3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employs parallel access, with data distributed in small strips. Instead of an error correcting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code, a simple parity bit is computed for the set of individual bits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 position on all of the data disks.</a:t>
            </a:r>
          </a:p>
          <a:p>
            <a:endParaRPr lang="en-US" sz="1200" b="1" i="1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the event of a drive failure, the parity drive is accessed and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reconstructed from the remaining devices. Once the failed drive is replaced,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missing data can be restored on the new drive and operation resumed.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event of a disk failure, all of the data are still available in what is referred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as reduced mode. In this mode, for reads, the missing data are regenerated on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fly using the exclusive-OR calculation. When data are written to a reduced RAID 3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array, consistency of the parity must be maintained for later regeneration. Return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 operation requires that the failed disk be replaced and the entire contents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failed disk be regenerated on the new disk.</a:t>
            </a:r>
          </a:p>
          <a:p>
            <a:endParaRPr lang="en-US" sz="1200" b="1" i="1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PERFORMANCE Because data are striped in very small strips, RAID 3 can achieve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very high data transfer rates. Any I/O request will involve the parallel transfer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from all of the data disks. For large transfers, the performance improvement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especially noticeable. On the other hand, only one I/O request can be executed at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time. Thus, in a transaction-oriented environment, performance suffers.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RAID levels 4 through 6 make use of an independent access technique. In an independent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 array, each member disk operates independently, so that separate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I/O requests can be satisfied in parallel. Because of this, independent access arrays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more suitable for applications that require high I/O request rates and are relatively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less suited for applications that require high data transfer rates.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in the other RAID schemes, data striping is used. In the case of RAID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 through 6, the strips are relatively large. With RAID 4, a bit-by-bit parity strip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calculated across corresponding strips on each data disk, and the parity bits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stored in the corresponding strip on the parity disk.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RAID 4 involves a write penalty when an I/O write request of small size is performed.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 time that a write occurs, the array management software must update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 only the user data but also the corresponding parity bits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calculate the new parity, the array management software must read the old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strip and the old parity strip. Then it can update these two strips with the new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and the newly calculated parity. Thus, each strip write involves two reads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two writes.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case of a larger size I/O write that involves strips on all disk drives, parity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easily computed by calculation using only the new data bits. Thus, the parity drive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 be updated in parallel with the data drives and there are no extra reads or writes.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any case, every write operation must involve the parity disk, which therefore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 become a bottleneck.</a:t>
            </a:r>
            <a:endParaRPr lang="en-NZ" dirty="0" smtClean="0"/>
          </a:p>
          <a:p>
            <a:pPr lvl="0">
              <a:buFont typeface="Arial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RAID 5 is organized in a similar fashion to RAID 4. The difference is that RAID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 distributes the parity strips across all disks. A typical allocation is a round-robin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scheme, as illustrated in Figure 11.8f . For an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 -disk array, the parity strip is on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different disk for the first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 stripes, and the pattern then repeats.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distribution of parity strips across all drives avoids the potential I/O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bottleneck of the single parity disk found in RAID 4. Further, RAID 5 has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characteristic that the loss of any one disk does not result in data loss.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RAID 6 was introduced in a subsequent paper by the Berkeley researchers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[KATZ89]. In the RAID 6 scheme, two different parity calculations are carried out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stored in separate blocks on different disks. Thus, a RAID 6 array whose user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require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 disks consists of N + 2 disks.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11.8g illustrates the scheme. P and Q are two different data check algorithms.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 of the two is the exclusive-OR calculation used in RAID 4 and 5. But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other is an independent data check algorithm. This makes it possible to regenerate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even if two disks containing user data fail.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advantage of RAID 6 is that it provides extremely high data availability.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Three disks would have to fail within the MTTR (mean time to repair) interval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cause data to be lost. On the other hand, RAID 6 incurs a substantial write penalty,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because each write affects two parity blocks. Performance benchmarks [EISC07]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show a RAID 6 controller can suffer more than a 30% drop in overall write performance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compared with a RAID 5 implementation. RAID 5 and RAID 6 read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performance is comparable.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the seven RAID levels described, only four are commonly used: RAID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levels 0, 1, 5, and 6.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now examine each of the RAID levels. Table 11.4 provides a rough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guide to the seven levels. In the table, I/O performance is shown both in terms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transfer capacity, or ability to move data, and I/O request rate, or ability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satisfy I/O requests, since these RAID levels inherently perform differently relative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these two metrics. Each RAID level’s strong point is highlighted in color.</a:t>
            </a:r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92433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Figure 11.8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an example that illustrates the use of the seven RAID schemes to support a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capacity requiring four disks with no redundancy. The figure highlights the layout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data and redundant data and indicates the relative storage requirements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various levels. We refer to this figure throughout the following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13569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the seven RAID levels described, only four are commonly used: RAID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levels 0, 1, 5, and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41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6CD45C-81C4-4E27-A18A-8835B7066D8D}" type="datetimeFigureOut">
              <a:rPr lang="en-US"/>
              <a:pPr>
                <a:defRPr/>
              </a:pPr>
              <a:t>01-May-22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F246AB-72DE-4829-A3EE-183283F17E5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F4F1D-9F1B-4CA4-932E-311654E99826}" type="datetimeFigureOut">
              <a:rPr lang="en-US"/>
              <a:pPr>
                <a:defRPr/>
              </a:pPr>
              <a:t>01-May-22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217303-0E5B-4E24-BCA3-62F5881C102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0E4233-E030-4D82-AE1D-06E871FCE686}" type="datetimeFigureOut">
              <a:rPr lang="en-US"/>
              <a:pPr>
                <a:defRPr/>
              </a:pPr>
              <a:t>01-May-22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F17966-739A-4E4E-BEF8-5E9D65CAA6D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5EE9E-C85E-43CC-91D6-50F7B4961BB7}" type="datetimeFigureOut">
              <a:rPr lang="en-US"/>
              <a:pPr>
                <a:defRPr/>
              </a:pPr>
              <a:t>01-May-22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B75778-597E-43D2-A71E-341C60964EE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9F8884-1DEA-4C84-A489-E724713CC95E}" type="datetimeFigureOut">
              <a:rPr lang="en-US"/>
              <a:pPr>
                <a:defRPr/>
              </a:pPr>
              <a:t>01-May-22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D71189-8D0B-455A-87B2-3A89DCBF685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2DFE5A-BFC9-454A-A87C-69BA4FE25A0F}" type="datetimeFigureOut">
              <a:rPr lang="en-US"/>
              <a:pPr>
                <a:defRPr/>
              </a:pPr>
              <a:t>01-May-22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5D2254-A369-4EE7-927D-AE713623071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4A6603-BAC9-4FFA-BE72-57B7C0EDA50D}" type="datetimeFigureOut">
              <a:rPr lang="en-US"/>
              <a:pPr>
                <a:defRPr/>
              </a:pPr>
              <a:t>01-May-22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69E04E-7B9E-40CB-AECA-9BEEF7D4B1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F2E53-C0F0-49CC-8B3F-6BA3D019B99D}" type="datetimeFigureOut">
              <a:rPr lang="en-US"/>
              <a:pPr>
                <a:defRPr/>
              </a:pPr>
              <a:t>01-May-22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75EC1-C65E-447A-8CAE-CC74F724346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4AA9AB-7925-475F-87E4-57F6EF092961}" type="datetimeFigureOut">
              <a:rPr lang="en-US"/>
              <a:pPr>
                <a:defRPr/>
              </a:pPr>
              <a:t>01-May-22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A6BC3C-EF4C-4932-8208-7FBB5701A0A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9C3780-DD3C-46A5-8303-4579155A8DB3}" type="datetimeFigureOut">
              <a:rPr lang="en-US"/>
              <a:pPr>
                <a:defRPr/>
              </a:pPr>
              <a:t>01-May-22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2BAF33-582B-4B0D-B27A-32E91EEEB04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3C4502-BF88-49E9-A189-5718D68C95C9}" type="datetimeFigureOut">
              <a:rPr lang="en-US"/>
              <a:pPr>
                <a:defRPr/>
              </a:pPr>
              <a:t>01-May-22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835F4E-BD93-49E1-84D0-363BA31979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/>
          <p:cNvSpPr/>
          <p:nvPr/>
        </p:nvSpPr>
        <p:spPr>
          <a:xfrm>
            <a:off x="341086" y="928914"/>
            <a:ext cx="8432800" cy="17707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07" y="968189"/>
            <a:ext cx="7799387" cy="1237130"/>
          </a:xfrm>
        </p:spPr>
        <p:txBody>
          <a:bodyPr anchor="b" anchorCtr="0"/>
          <a:lstStyle>
            <a:lvl1pPr algn="r">
              <a:lnSpc>
                <a:spcPts val="5000"/>
              </a:lnSpc>
              <a:defRPr sz="460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07" y="2209799"/>
            <a:ext cx="7799387" cy="466165"/>
          </a:xfr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5D2D3F-B0F1-446B-B7CC-19B90EB0017B}" type="datetimeFigureOut">
              <a:rPr lang="en-US" smtClean="0"/>
              <a:pPr>
                <a:defRPr/>
              </a:pPr>
              <a:t>01-May-22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05300" y="6492875"/>
            <a:ext cx="533400" cy="365125"/>
          </a:xfr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sz="1100" b="1" kern="120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46FA4F69-47FA-46CC-8030-E13D0EF9E85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816802"/>
            <a:ext cx="8229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TitleSlide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356646"/>
          </a:xfrm>
          <a:prstGeom prst="rect">
            <a:avLst/>
          </a:prstGeom>
        </p:spPr>
      </p:pic>
      <p:pic>
        <p:nvPicPr>
          <p:cNvPr id="10" name="Picture 9" descr="TitleSlideBotto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00601"/>
            <a:ext cx="8229600" cy="3700199"/>
          </a:xfrm>
          <a:prstGeom prst="rect">
            <a:avLst/>
          </a:prstGeom>
        </p:spPr>
      </p:pic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247" y="6492875"/>
            <a:ext cx="3415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0D744-A176-4DCB-9147-2AE7B7E87481}" type="datetimeFigureOut">
              <a:rPr lang="en-US"/>
              <a:pPr/>
              <a:t>01-May-22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F1679-83E0-4571-98D7-4BB535B5F505}" type="slidenum">
              <a:rPr/>
              <a:pPr/>
              <a:t>‹#›</a:t>
            </a:fld>
            <a:endParaRPr/>
          </a:p>
        </p:txBody>
      </p:sp>
      <p:pic>
        <p:nvPicPr>
          <p:cNvPr id="7" name="Picture 6" descr="green.gif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429625" y="5562600"/>
            <a:ext cx="714375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hand.gif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115050"/>
            <a:ext cx="1190625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Freeform 8"/>
          <p:cNvSpPr/>
          <p:nvPr userDrawn="1"/>
        </p:nvSpPr>
        <p:spPr>
          <a:xfrm>
            <a:off x="1171575" y="6124575"/>
            <a:ext cx="7286625" cy="219075"/>
          </a:xfrm>
          <a:custGeom>
            <a:avLst/>
            <a:gdLst>
              <a:gd name="connsiteX0" fmla="*/ 0 w 7286625"/>
              <a:gd name="connsiteY0" fmla="*/ 219075 h 219075"/>
              <a:gd name="connsiteX1" fmla="*/ 190500 w 7286625"/>
              <a:gd name="connsiteY1" fmla="*/ 180975 h 219075"/>
              <a:gd name="connsiteX2" fmla="*/ 2790825 w 7286625"/>
              <a:gd name="connsiteY2" fmla="*/ 171450 h 219075"/>
              <a:gd name="connsiteX3" fmla="*/ 2924175 w 7286625"/>
              <a:gd name="connsiteY3" fmla="*/ 152400 h 219075"/>
              <a:gd name="connsiteX4" fmla="*/ 3267075 w 7286625"/>
              <a:gd name="connsiteY4" fmla="*/ 133350 h 219075"/>
              <a:gd name="connsiteX5" fmla="*/ 3390900 w 7286625"/>
              <a:gd name="connsiteY5" fmla="*/ 123825 h 219075"/>
              <a:gd name="connsiteX6" fmla="*/ 3667125 w 7286625"/>
              <a:gd name="connsiteY6" fmla="*/ 85725 h 219075"/>
              <a:gd name="connsiteX7" fmla="*/ 3838575 w 7286625"/>
              <a:gd name="connsiteY7" fmla="*/ 76200 h 219075"/>
              <a:gd name="connsiteX8" fmla="*/ 4381500 w 7286625"/>
              <a:gd name="connsiteY8" fmla="*/ 47625 h 219075"/>
              <a:gd name="connsiteX9" fmla="*/ 4552950 w 7286625"/>
              <a:gd name="connsiteY9" fmla="*/ 38100 h 219075"/>
              <a:gd name="connsiteX10" fmla="*/ 4686300 w 7286625"/>
              <a:gd name="connsiteY10" fmla="*/ 28575 h 219075"/>
              <a:gd name="connsiteX11" fmla="*/ 5562600 w 7286625"/>
              <a:gd name="connsiteY11" fmla="*/ 0 h 219075"/>
              <a:gd name="connsiteX12" fmla="*/ 6486525 w 7286625"/>
              <a:gd name="connsiteY12" fmla="*/ 9525 h 219075"/>
              <a:gd name="connsiteX13" fmla="*/ 6581775 w 7286625"/>
              <a:gd name="connsiteY13" fmla="*/ 19050 h 219075"/>
              <a:gd name="connsiteX14" fmla="*/ 6715125 w 7286625"/>
              <a:gd name="connsiteY14" fmla="*/ 47625 h 219075"/>
              <a:gd name="connsiteX15" fmla="*/ 7210425 w 7286625"/>
              <a:gd name="connsiteY15" fmla="*/ 66675 h 219075"/>
              <a:gd name="connsiteX16" fmla="*/ 7286625 w 7286625"/>
              <a:gd name="connsiteY16" fmla="*/ 76200 h 219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286625" h="219075">
                <a:moveTo>
                  <a:pt x="0" y="219075"/>
                </a:moveTo>
                <a:cubicBezTo>
                  <a:pt x="67827" y="173857"/>
                  <a:pt x="45538" y="182475"/>
                  <a:pt x="190500" y="180975"/>
                </a:cubicBezTo>
                <a:lnTo>
                  <a:pt x="2790825" y="171450"/>
                </a:lnTo>
                <a:cubicBezTo>
                  <a:pt x="2835275" y="165100"/>
                  <a:pt x="2879529" y="157183"/>
                  <a:pt x="2924175" y="152400"/>
                </a:cubicBezTo>
                <a:cubicBezTo>
                  <a:pt x="3020054" y="142127"/>
                  <a:pt x="3181234" y="138255"/>
                  <a:pt x="3267075" y="133350"/>
                </a:cubicBezTo>
                <a:cubicBezTo>
                  <a:pt x="3308405" y="130988"/>
                  <a:pt x="3349625" y="127000"/>
                  <a:pt x="3390900" y="123825"/>
                </a:cubicBezTo>
                <a:cubicBezTo>
                  <a:pt x="3496096" y="104698"/>
                  <a:pt x="3551356" y="92157"/>
                  <a:pt x="3667125" y="85725"/>
                </a:cubicBezTo>
                <a:lnTo>
                  <a:pt x="3838575" y="76200"/>
                </a:lnTo>
                <a:cubicBezTo>
                  <a:pt x="4421283" y="38197"/>
                  <a:pt x="3784538" y="73028"/>
                  <a:pt x="4381500" y="47625"/>
                </a:cubicBezTo>
                <a:cubicBezTo>
                  <a:pt x="4438686" y="45192"/>
                  <a:pt x="4495823" y="41670"/>
                  <a:pt x="4552950" y="38100"/>
                </a:cubicBezTo>
                <a:cubicBezTo>
                  <a:pt x="4597426" y="35320"/>
                  <a:pt x="4641768" y="30255"/>
                  <a:pt x="4686300" y="28575"/>
                </a:cubicBezTo>
                <a:lnTo>
                  <a:pt x="5562600" y="0"/>
                </a:lnTo>
                <a:lnTo>
                  <a:pt x="6486525" y="9525"/>
                </a:lnTo>
                <a:cubicBezTo>
                  <a:pt x="6518428" y="10121"/>
                  <a:pt x="6550352" y="13505"/>
                  <a:pt x="6581775" y="19050"/>
                </a:cubicBezTo>
                <a:cubicBezTo>
                  <a:pt x="6696351" y="39269"/>
                  <a:pt x="6600009" y="39686"/>
                  <a:pt x="6715125" y="47625"/>
                </a:cubicBezTo>
                <a:cubicBezTo>
                  <a:pt x="6818795" y="54775"/>
                  <a:pt x="7128867" y="63956"/>
                  <a:pt x="7210425" y="66675"/>
                </a:cubicBezTo>
                <a:cubicBezTo>
                  <a:pt x="7254060" y="81220"/>
                  <a:pt x="7228960" y="76200"/>
                  <a:pt x="7286625" y="76200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10" name="Picture 9" descr="top.gif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 rot="18850181">
            <a:off x="-155575" y="330200"/>
            <a:ext cx="2000250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/>
        </p:nvSpPr>
        <p:spPr>
          <a:xfrm>
            <a:off x="326571" y="362857"/>
            <a:ext cx="8440058" cy="25182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8041" y="3575712"/>
            <a:ext cx="5396671" cy="1340467"/>
          </a:xfrm>
        </p:spPr>
        <p:txBody>
          <a:bodyPr tIns="0" bIns="0" anchor="b" anchorCtr="0"/>
          <a:lstStyle>
            <a:lvl1pPr algn="r">
              <a:defRPr sz="4600" b="0" cap="none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98041" y="4980297"/>
            <a:ext cx="5396671" cy="810904"/>
          </a:xfrm>
        </p:spPr>
        <p:txBody>
          <a:bodyPr tIns="0" bIns="0" anchor="t" anchorCtr="0">
            <a:normAutofit/>
          </a:bodyPr>
          <a:lstStyle>
            <a:lvl1pPr marL="0" indent="0" algn="r">
              <a:spcBef>
                <a:spcPts val="300"/>
              </a:spcBef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0F29AB0-274B-47BE-985F-46164E2F9B8D}" type="datetimeFigureOut">
              <a:rPr lang="en-US" smtClean="0"/>
              <a:pPr>
                <a:defRPr/>
              </a:pPr>
              <a:t>01-May-22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06824" y="6492240"/>
            <a:ext cx="533400" cy="365125"/>
          </a:xfr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sz="1100" b="1" kern="120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93238FDB-2D8C-4804-B582-7DB90366B95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6" descr="SectionHeader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47" y="457200"/>
            <a:ext cx="2216561" cy="5943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rot="5400000">
            <a:off x="-222366" y="3369564"/>
            <a:ext cx="5943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8904" y="2286000"/>
            <a:ext cx="3657600" cy="38401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1308" y="2286000"/>
            <a:ext cx="3657600" cy="384016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F0B030-1580-4866-BCBB-5B9DCBDFAB68}" type="datetimeFigureOut">
              <a:rPr lang="en-US" smtClean="0"/>
              <a:pPr>
                <a:defRPr/>
              </a:pPr>
              <a:t>01-May-22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7EB8B-B6EB-443D-9CB4-B019CEC8F47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388" y="2040081"/>
            <a:ext cx="3657600" cy="730415"/>
          </a:xfrm>
        </p:spPr>
        <p:txBody>
          <a:bodyPr tIns="0" bIns="0" anchor="ctr" anchorCtr="0">
            <a:noAutofit/>
          </a:bodyPr>
          <a:lstStyle>
            <a:lvl1pPr marL="0" indent="0" algn="ctr">
              <a:lnSpc>
                <a:spcPts val="3000"/>
              </a:lnSpc>
              <a:spcBef>
                <a:spcPts val="300"/>
              </a:spcBef>
              <a:buNone/>
              <a:defRPr sz="2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3388" y="2797175"/>
            <a:ext cx="3657600" cy="332898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8032" y="2040081"/>
            <a:ext cx="3657600" cy="730415"/>
          </a:xfrm>
        </p:spPr>
        <p:txBody>
          <a:bodyPr tIns="0" bIns="0" anchor="ctr" anchorCtr="0">
            <a:noAutofit/>
          </a:bodyPr>
          <a:lstStyle>
            <a:lvl1pPr marL="0" indent="0" algn="ctr">
              <a:lnSpc>
                <a:spcPts val="3000"/>
              </a:lnSpc>
              <a:spcBef>
                <a:spcPts val="300"/>
              </a:spcBef>
              <a:buNone/>
              <a:defRPr sz="2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8032" y="2797175"/>
            <a:ext cx="3657600" cy="332898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0FF0F97-1060-4EBF-B543-874A8397FCDC}" type="datetimeFigureOut">
              <a:rPr lang="en-US" smtClean="0"/>
              <a:pPr>
                <a:defRPr/>
              </a:pPr>
              <a:t>01-May-22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6104A5-FF6A-4891-8FE3-D539A7A66E0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84488" y="4484687"/>
            <a:ext cx="3375025" cy="1588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4050" y="2286001"/>
            <a:ext cx="7848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2B1BE-7229-4612-B077-302E9FB27D58}" type="datetimeFigureOut">
              <a:rPr lang="en-US" smtClean="0"/>
              <a:pPr>
                <a:defRPr/>
              </a:pPr>
              <a:t>01-May-22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367C90-D8D8-4A11-9BC3-E7451ACC5E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54050" y="4302966"/>
            <a:ext cx="7848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8032" y="2286001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2B1BE-7229-4612-B077-302E9FB27D58}" type="datetimeFigureOut">
              <a:rPr lang="en-US" smtClean="0"/>
              <a:pPr>
                <a:defRPr/>
              </a:pPr>
              <a:t>01-May-22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367C90-D8D8-4A11-9BC3-E7451ACC5E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828032" y="4302966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Content Placeholder 2"/>
          <p:cNvSpPr>
            <a:spLocks noGrp="1"/>
          </p:cNvSpPr>
          <p:nvPr>
            <p:ph sz="half" idx="14"/>
          </p:nvPr>
        </p:nvSpPr>
        <p:spPr>
          <a:xfrm>
            <a:off x="654085" y="2286000"/>
            <a:ext cx="3657600" cy="38401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8032" y="2286001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2B1BE-7229-4612-B077-302E9FB27D58}" type="datetimeFigureOut">
              <a:rPr lang="en-US" smtClean="0"/>
              <a:pPr>
                <a:defRPr/>
              </a:pPr>
              <a:t>01-May-22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367C90-D8D8-4A11-9BC3-E7451ACC5E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828032" y="4302966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658906" y="2286001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658906" y="4302966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48A180-20FC-43E6-ACF2-E4D2D7D4238C}" type="datetimeFigureOut">
              <a:rPr lang="en-US" smtClean="0"/>
              <a:pPr>
                <a:defRPr/>
              </a:pPr>
              <a:t>01-May-22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012834-41A2-49E3-8762-B14EE3F5CFB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/>
          <p:cNvSpPr/>
          <p:nvPr/>
        </p:nvSpPr>
        <p:spPr>
          <a:xfrm>
            <a:off x="355600" y="566057"/>
            <a:ext cx="8396514" cy="25980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8229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242E86-E886-49FE-9E81-CBA74FDF21F4}" type="datetimeFigureOut">
              <a:rPr lang="en-US" smtClean="0"/>
              <a:pPr>
                <a:defRPr/>
              </a:pPr>
              <a:t>01-May-22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9A6F0D-A611-4358-861D-7B01E830389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/>
        </p:nvSpPr>
        <p:spPr>
          <a:xfrm>
            <a:off x="333828" y="566057"/>
            <a:ext cx="8454571" cy="21335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457200"/>
            <a:ext cx="8229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644868"/>
            <a:ext cx="3657600" cy="1098332"/>
          </a:xfrm>
        </p:spPr>
        <p:txBody>
          <a:bodyPr anchor="b"/>
          <a:lstStyle>
            <a:lvl1pPr algn="l">
              <a:defRPr sz="36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8032" y="654268"/>
            <a:ext cx="3657600" cy="54864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8368" y="2774731"/>
            <a:ext cx="3657600" cy="316886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E854A5-A6D3-4FF2-A83D-4A92E35723B6}" type="datetimeFigureOut">
              <a:rPr lang="en-US" smtClean="0"/>
              <a:pPr>
                <a:defRPr/>
              </a:pPr>
              <a:t>01-May-22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B79F47-3AF0-4617-BC60-2E592392BB4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/>
        </p:nvSpPr>
        <p:spPr>
          <a:xfrm>
            <a:off x="355600" y="348343"/>
            <a:ext cx="8432800" cy="23513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rot="5400000">
            <a:off x="5598058" y="3310469"/>
            <a:ext cx="5943600" cy="237061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644868"/>
            <a:ext cx="3657600" cy="1098332"/>
          </a:xfrm>
        </p:spPr>
        <p:txBody>
          <a:bodyPr anchor="b"/>
          <a:lstStyle>
            <a:lvl1pPr algn="l">
              <a:defRPr sz="36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8368" y="2774731"/>
            <a:ext cx="3657600" cy="316886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BFCA2E3-A4EC-4D3C-A723-C30C7527518B}" type="datetimeFigureOut">
              <a:rPr lang="en-US" smtClean="0"/>
              <a:pPr>
                <a:defRPr/>
              </a:pPr>
              <a:t>01-May-22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DF8B95-FD24-4BC4-B430-69A3136D11E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828032" y="457200"/>
            <a:ext cx="3621024" cy="594360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0"/>
            <a:ext cx="7874000" cy="38401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2AEB11F-C391-4BDD-82EB-6F3E13A9F9E1}" type="datetimeFigureOut">
              <a:rPr lang="en-US" smtClean="0"/>
              <a:pPr>
                <a:defRPr/>
              </a:pPr>
              <a:t>01-May-22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F0D068-AB96-40B8-9FAA-4228627632C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/>
          <p:cNvSpPr/>
          <p:nvPr/>
        </p:nvSpPr>
        <p:spPr>
          <a:xfrm>
            <a:off x="348342" y="362857"/>
            <a:ext cx="8440057" cy="2336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Vertical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668" y="457200"/>
            <a:ext cx="1546230" cy="59436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4074414" y="3369564"/>
            <a:ext cx="5943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19582" y="693738"/>
            <a:ext cx="1491018" cy="5432425"/>
          </a:xfrm>
        </p:spPr>
        <p:txBody>
          <a:bodyPr vert="eaVert" tIns="45720" bIns="45720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93738"/>
            <a:ext cx="6019800" cy="54324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42669FE-0345-4152-A335-E3D8B60CD5FA}" type="datetimeFigureOut">
              <a:rPr lang="en-US" smtClean="0"/>
              <a:pPr>
                <a:defRPr/>
              </a:pPr>
              <a:t>01-May-22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7040A0-6A5C-4BDA-AED7-03967CF0473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1CF5B1-68BC-4F44-89BE-2F24F67B5729}" type="datetimeFigureOut">
              <a:rPr lang="en-US"/>
              <a:pPr>
                <a:defRPr/>
              </a:pPr>
              <a:t>01-May-22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69DAB5F-4C32-47E8-A254-E438E2D0D3F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transition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RunningTop-R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457200"/>
            <a:ext cx="8229600" cy="138200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8813" y="456252"/>
            <a:ext cx="7824788" cy="1323041"/>
          </a:xfrm>
          <a:prstGeom prst="rect">
            <a:avLst/>
          </a:prstGeom>
          <a:effectLst/>
        </p:spPr>
        <p:txBody>
          <a:bodyPr vert="horz" lIns="91440" tIns="0" rIns="91440" bIns="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2286000"/>
            <a:ext cx="6197600" cy="3840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9036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5E62B1BE-7229-4612-B077-302E9FB27D58}" type="datetimeFigureOut">
              <a:rPr lang="en-US" smtClean="0"/>
              <a:pPr>
                <a:defRPr/>
              </a:pPr>
              <a:t>01-May-22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247" y="6492875"/>
            <a:ext cx="3415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8666" y="6149788"/>
            <a:ext cx="533400" cy="365125"/>
          </a:xfrm>
          <a:prstGeom prst="rect">
            <a:avLst/>
          </a:prstGeom>
        </p:spPr>
        <p:txBody>
          <a:bodyPr vert="horz" lIns="91440" tIns="91440" rIns="91440" bIns="91440" rtlCol="0" anchor="ctr"/>
          <a:lstStyle>
            <a:lvl1pPr algn="l">
              <a:defRPr sz="1800" b="0">
                <a:solidFill>
                  <a:schemeClr val="accent1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E4367C90-D8D8-4A11-9BC3-E7451ACC5E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840960"/>
            <a:ext cx="8229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</p:sldLayoutIdLst>
  <p:transition/>
  <p:txStyles>
    <p:titleStyle>
      <a:lvl1pPr algn="r" defTabSz="914400" rtl="0" eaLnBrk="1" latinLnBrk="0" hangingPunct="1">
        <a:lnSpc>
          <a:spcPts val="5400"/>
        </a:lnSpc>
        <a:spcBef>
          <a:spcPct val="0"/>
        </a:spcBef>
        <a:buNone/>
        <a:defRPr sz="5200" kern="1200"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282575" indent="-282575" algn="l" defTabSz="914400" rtl="0" eaLnBrk="1" latinLnBrk="0" hangingPunct="1">
        <a:spcBef>
          <a:spcPts val="18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77850" indent="-295275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60425" indent="-282575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143000" indent="-282575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425575" indent="-282575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customXml" Target="../ink/ink3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1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1.xml"/><Relationship Id="rId11" Type="http://schemas.openxmlformats.org/officeDocument/2006/relationships/customXml" Target="../ink/ink2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1.emf"/><Relationship Id="rId4" Type="http://schemas.openxmlformats.org/officeDocument/2006/relationships/diagramLayout" Target="../diagrams/layout1.xml"/><Relationship Id="rId9" Type="http://schemas.openxmlformats.org/officeDocument/2006/relationships/customXml" Target="../ink/ink1.xml"/><Relationship Id="rId14" Type="http://schemas.openxmlformats.org/officeDocument/2006/relationships/image" Target="../media/image13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7.emf"/><Relationship Id="rId4" Type="http://schemas.openxmlformats.org/officeDocument/2006/relationships/customXml" Target="../ink/ink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0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image" Target="../media/image53.emf"/><Relationship Id="rId18" Type="http://schemas.openxmlformats.org/officeDocument/2006/relationships/customXml" Target="../ink/ink10.xml"/><Relationship Id="rId3" Type="http://schemas.openxmlformats.org/officeDocument/2006/relationships/diagramData" Target="../diagrams/data3.xml"/><Relationship Id="rId21" Type="http://schemas.openxmlformats.org/officeDocument/2006/relationships/image" Target="../media/image57.emf"/><Relationship Id="rId7" Type="http://schemas.microsoft.com/office/2007/relationships/diagramDrawing" Target="../diagrams/drawing3.xml"/><Relationship Id="rId12" Type="http://schemas.openxmlformats.org/officeDocument/2006/relationships/customXml" Target="../ink/ink7.xml"/><Relationship Id="rId17" Type="http://schemas.openxmlformats.org/officeDocument/2006/relationships/image" Target="../media/image55.emf"/><Relationship Id="rId2" Type="http://schemas.openxmlformats.org/officeDocument/2006/relationships/notesSlide" Target="../notesSlides/notesSlide9.xml"/><Relationship Id="rId16" Type="http://schemas.openxmlformats.org/officeDocument/2006/relationships/customXml" Target="../ink/ink9.xml"/><Relationship Id="rId20" Type="http://schemas.openxmlformats.org/officeDocument/2006/relationships/customXml" Target="../ink/ink11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52.emf"/><Relationship Id="rId5" Type="http://schemas.openxmlformats.org/officeDocument/2006/relationships/diagramQuickStyle" Target="../diagrams/quickStyle3.xml"/><Relationship Id="rId15" Type="http://schemas.openxmlformats.org/officeDocument/2006/relationships/image" Target="../media/image54.emf"/><Relationship Id="rId10" Type="http://schemas.openxmlformats.org/officeDocument/2006/relationships/customXml" Target="../ink/ink6.xml"/><Relationship Id="rId19" Type="http://schemas.openxmlformats.org/officeDocument/2006/relationships/image" Target="../media/image56.emf"/><Relationship Id="rId4" Type="http://schemas.openxmlformats.org/officeDocument/2006/relationships/diagramLayout" Target="../diagrams/layout3.xml"/><Relationship Id="rId9" Type="http://schemas.openxmlformats.org/officeDocument/2006/relationships/image" Target="../media/image51.emf"/><Relationship Id="rId14" Type="http://schemas.openxmlformats.org/officeDocument/2006/relationships/customXml" Target="../ink/ink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emf"/><Relationship Id="rId3" Type="http://schemas.openxmlformats.org/officeDocument/2006/relationships/customXml" Target="../ink/ink12.xml"/><Relationship Id="rId7" Type="http://schemas.openxmlformats.org/officeDocument/2006/relationships/customXml" Target="../ink/ink1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7.emf"/><Relationship Id="rId5" Type="http://schemas.openxmlformats.org/officeDocument/2006/relationships/customXml" Target="../ink/ink13.xml"/><Relationship Id="rId4" Type="http://schemas.openxmlformats.org/officeDocument/2006/relationships/image" Target="../media/image86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07.emf"/><Relationship Id="rId4" Type="http://schemas.openxmlformats.org/officeDocument/2006/relationships/customXml" Target="../ink/ink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emf"/><Relationship Id="rId3" Type="http://schemas.openxmlformats.org/officeDocument/2006/relationships/image" Target="../media/image29.gif"/><Relationship Id="rId7" Type="http://schemas.openxmlformats.org/officeDocument/2006/relationships/customXml" Target="../ink/ink17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12.emf"/><Relationship Id="rId5" Type="http://schemas.openxmlformats.org/officeDocument/2006/relationships/customXml" Target="../ink/ink16.xml"/><Relationship Id="rId4" Type="http://schemas.openxmlformats.org/officeDocument/2006/relationships/image" Target="../media/image30.gi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Relationship Id="rId9" Type="http://schemas.openxmlformats.org/officeDocument/2006/relationships/image" Target="../media/image42.e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7" Type="http://schemas.openxmlformats.org/officeDocument/2006/relationships/image" Target="../media/image46.e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2.xml"/><Relationship Id="rId6" Type="http://schemas.openxmlformats.org/officeDocument/2006/relationships/customXml" Target="../ink/ink20.xml"/><Relationship Id="rId5" Type="http://schemas.openxmlformats.org/officeDocument/2006/relationships/image" Target="../media/image45.emf"/><Relationship Id="rId4" Type="http://schemas.openxmlformats.org/officeDocument/2006/relationships/customXml" Target="../ink/ink1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48.emf"/><Relationship Id="rId4" Type="http://schemas.openxmlformats.org/officeDocument/2006/relationships/customXml" Target="../ink/ink2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60.emf"/><Relationship Id="rId4" Type="http://schemas.openxmlformats.org/officeDocument/2006/relationships/customXml" Target="../ink/ink2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1"/>
          <p:cNvSpPr>
            <a:spLocks noGrp="1"/>
          </p:cNvSpPr>
          <p:nvPr>
            <p:ph type="title"/>
          </p:nvPr>
        </p:nvSpPr>
        <p:spPr>
          <a:xfrm>
            <a:off x="2438400" y="2209800"/>
            <a:ext cx="6284912" cy="2483467"/>
          </a:xfrm>
        </p:spPr>
        <p:txBody>
          <a:bodyPr/>
          <a:lstStyle/>
          <a:p>
            <a:r>
              <a:rPr lang="en-US" dirty="0" smtClean="0"/>
              <a:t>Chapter 11</a:t>
            </a:r>
            <a:br>
              <a:rPr lang="en-US" dirty="0" smtClean="0"/>
            </a:br>
            <a:r>
              <a:rPr lang="en-US" dirty="0" smtClean="0"/>
              <a:t>I/O Management </a:t>
            </a:r>
            <a:br>
              <a:rPr lang="en-US" dirty="0" smtClean="0"/>
            </a:br>
            <a:r>
              <a:rPr lang="en-US" dirty="0" smtClean="0"/>
              <a:t>and Disk Scheduling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3276600" y="4800600"/>
            <a:ext cx="5396671" cy="810904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Eighth Edition</a:t>
            </a:r>
            <a:br>
              <a:rPr lang="en-US" dirty="0" smtClean="0"/>
            </a:br>
            <a:r>
              <a:rPr lang="en-US" dirty="0" smtClean="0"/>
              <a:t>By William Stallings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600200"/>
            <a:ext cx="1905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200" i="1" dirty="0" smtClean="0">
                <a:solidFill>
                  <a:schemeClr val="bg2">
                    <a:lumMod val="25000"/>
                  </a:schemeClr>
                </a:solidFill>
                <a:latin typeface="+mn-lt"/>
              </a:rPr>
              <a:t>Operating Systems:</a:t>
            </a:r>
            <a:br>
              <a:rPr lang="en-US" sz="3200" i="1" dirty="0" smtClean="0">
                <a:solidFill>
                  <a:schemeClr val="bg2">
                    <a:lumMod val="25000"/>
                  </a:schemeClr>
                </a:solidFill>
                <a:latin typeface="+mn-lt"/>
              </a:rPr>
            </a:br>
            <a:r>
              <a:rPr lang="en-US" sz="3200" i="1" dirty="0" smtClean="0">
                <a:solidFill>
                  <a:schemeClr val="bg2">
                    <a:lumMod val="25000"/>
                  </a:schemeClr>
                </a:solidFill>
                <a:latin typeface="+mn-lt"/>
              </a:rPr>
              <a:t>Internals and Design Principles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143948"/>
          </a:xfrm>
        </p:spPr>
        <p:txBody>
          <a:bodyPr/>
          <a:lstStyle/>
          <a:p>
            <a:pPr algn="ctr"/>
            <a:r>
              <a:rPr lang="en-NZ" dirty="0" smtClean="0">
                <a:ln w="12700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rgbClr val="660066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Categories of I/O Devices</a:t>
            </a:r>
            <a:endParaRPr lang="en-NZ" dirty="0">
              <a:ln w="12700">
                <a:solidFill>
                  <a:schemeClr val="accent1">
                    <a:lumMod val="50000"/>
                  </a:schemeClr>
                </a:solidFill>
                <a:prstDash val="solid"/>
              </a:ln>
              <a:solidFill>
                <a:srgbClr val="660066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4"/>
          </p:nvPr>
        </p:nvSpPr>
        <p:spPr>
          <a:xfrm>
            <a:off x="685800" y="2286000"/>
            <a:ext cx="6096000" cy="1828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/>
              <a:t>    External devices that engage in I/O with computer systems can be grouped into three categories:</a:t>
            </a:r>
            <a:endParaRPr lang="en-US" sz="2000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half" idx="15"/>
          </p:nvPr>
        </p:nvGraphicFramePr>
        <p:xfrm>
          <a:off x="685800" y="3048000"/>
          <a:ext cx="6248400" cy="3352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0400" y="2286000"/>
            <a:ext cx="1448055" cy="148559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" name="Ink 3"/>
              <p14:cNvContentPartPr/>
              <p14:nvPr/>
            </p14:nvContentPartPr>
            <p14:xfrm>
              <a:off x="801240" y="3168397"/>
              <a:ext cx="356040" cy="1328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9720" y="3160117"/>
                <a:ext cx="37728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 7"/>
              <p14:cNvContentPartPr/>
              <p14:nvPr/>
            </p14:nvContentPartPr>
            <p14:xfrm>
              <a:off x="594240" y="4364677"/>
              <a:ext cx="467640" cy="15732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1280" y="4353157"/>
                <a:ext cx="48528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/>
              <p14:cNvContentPartPr/>
              <p14:nvPr/>
            </p14:nvContentPartPr>
            <p14:xfrm>
              <a:off x="771000" y="5427757"/>
              <a:ext cx="442800" cy="10188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59120" y="5416957"/>
                <a:ext cx="461160" cy="124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220148"/>
          </a:xfrm>
        </p:spPr>
        <p:txBody>
          <a:bodyPr/>
          <a:lstStyle/>
          <a:p>
            <a:pPr algn="ctr"/>
            <a:r>
              <a:rPr lang="en-NZ" dirty="0" smtClean="0">
                <a:ln w="12700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rgbClr val="660066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Differences in I/O Devices</a:t>
            </a:r>
            <a:endParaRPr lang="en-NZ" dirty="0">
              <a:ln w="12700">
                <a:solidFill>
                  <a:schemeClr val="accent1">
                    <a:lumMod val="50000"/>
                  </a:schemeClr>
                </a:solidFill>
                <a:prstDash val="solid"/>
              </a:ln>
              <a:solidFill>
                <a:srgbClr val="660066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5800" y="1905000"/>
            <a:ext cx="7848600" cy="1600200"/>
          </a:xfrm>
        </p:spPr>
        <p:txBody>
          <a:bodyPr>
            <a:normAutofit/>
          </a:bodyPr>
          <a:lstStyle/>
          <a:p>
            <a:pPr>
              <a:buClr>
                <a:srgbClr val="660066"/>
              </a:buClr>
            </a:pPr>
            <a:r>
              <a:rPr lang="en-NZ" dirty="0" smtClean="0"/>
              <a:t>Devices differ in a number of areas: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065053790"/>
              </p:ext>
            </p:extLst>
          </p:nvPr>
        </p:nvGraphicFramePr>
        <p:xfrm>
          <a:off x="533400" y="2286000"/>
          <a:ext cx="8153400" cy="414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489648">
            <a:off x="6935287" y="2208334"/>
            <a:ext cx="1219200" cy="1645920"/>
          </a:xfrm>
          <a:prstGeom prst="rect">
            <a:avLst/>
          </a:prstGeom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1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52400"/>
            <a:ext cx="8875059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n w="12700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rgbClr val="660066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Organization of the I/O Function</a:t>
            </a:r>
            <a:endParaRPr lang="en-US" dirty="0">
              <a:ln w="12700">
                <a:solidFill>
                  <a:schemeClr val="accent1">
                    <a:lumMod val="50000"/>
                  </a:schemeClr>
                </a:solidFill>
                <a:prstDash val="solid"/>
              </a:ln>
              <a:solidFill>
                <a:srgbClr val="660066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14"/>
          </p:nvPr>
        </p:nvSpPr>
        <p:spPr>
          <a:xfrm>
            <a:off x="457200" y="2057400"/>
            <a:ext cx="8153400" cy="4495800"/>
          </a:xfrm>
        </p:spPr>
        <p:txBody>
          <a:bodyPr>
            <a:normAutofit lnSpcReduction="10000"/>
          </a:bodyPr>
          <a:lstStyle/>
          <a:p>
            <a:pPr>
              <a:buClr>
                <a:srgbClr val="660066"/>
              </a:buClr>
            </a:pPr>
            <a:r>
              <a:rPr lang="en-US" sz="2378" dirty="0" smtClean="0"/>
              <a:t>Three techniques for performing I/O are:</a:t>
            </a:r>
          </a:p>
          <a:p>
            <a:pPr>
              <a:buClr>
                <a:srgbClr val="660066"/>
              </a:buClr>
            </a:pPr>
            <a:r>
              <a:rPr lang="en-US" sz="2162" b="1" dirty="0" smtClean="0"/>
              <a:t>Programmed I/O</a:t>
            </a:r>
          </a:p>
          <a:p>
            <a:pPr lvl="1">
              <a:buClr>
                <a:srgbClr val="660066"/>
              </a:buClr>
            </a:pPr>
            <a:r>
              <a:rPr lang="en-US" dirty="0" smtClean="0"/>
              <a:t>the processor issues an I/O command on behalf of a process to an I/O module; that process then busy waits for the operation to be completed before proceeding</a:t>
            </a:r>
          </a:p>
          <a:p>
            <a:pPr>
              <a:buClr>
                <a:srgbClr val="660066"/>
              </a:buClr>
            </a:pPr>
            <a:r>
              <a:rPr lang="en-US" sz="2162" b="1" dirty="0" smtClean="0"/>
              <a:t>Interrupt-driven I/O</a:t>
            </a:r>
          </a:p>
          <a:p>
            <a:r>
              <a:rPr lang="en-US" dirty="0">
                <a:solidFill>
                  <a:schemeClr val="tx1"/>
                </a:solidFill>
              </a:rPr>
              <a:t>interrupts allow </a:t>
            </a:r>
            <a:r>
              <a:rPr lang="en-US" dirty="0"/>
              <a:t>devices</a:t>
            </a:r>
            <a:r>
              <a:rPr lang="en-US" dirty="0">
                <a:solidFill>
                  <a:schemeClr val="tx1"/>
                </a:solidFill>
              </a:rPr>
              <a:t> to notify the CPU when they have data to transfer or when an operation is complete, allowing the CPU to perform other duties when no I/O transfer need its immediate attention.</a:t>
            </a:r>
          </a:p>
          <a:p>
            <a:pPr>
              <a:buClr>
                <a:srgbClr val="660066"/>
              </a:buClr>
            </a:pPr>
            <a:r>
              <a:rPr lang="en-US" sz="2162" b="1" dirty="0" smtClean="0"/>
              <a:t>Direct Memory Access (DMA)</a:t>
            </a:r>
          </a:p>
          <a:p>
            <a:pPr lvl="2">
              <a:buClr>
                <a:srgbClr val="660066"/>
              </a:buClr>
            </a:pPr>
            <a:r>
              <a:rPr lang="en-US" dirty="0" smtClean="0"/>
              <a:t>a DMA module controls the exchange of data between main memory and an I/O module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990600" y="137160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Interrupt Timeline</a:t>
            </a:r>
          </a:p>
        </p:txBody>
      </p:sp>
      <p:pic>
        <p:nvPicPr>
          <p:cNvPr id="5837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362200"/>
            <a:ext cx="68580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4" name="Ink 23"/>
              <p14:cNvContentPartPr/>
              <p14:nvPr/>
            </p14:nvContentPartPr>
            <p14:xfrm>
              <a:off x="4787208" y="3627000"/>
              <a:ext cx="360" cy="4680"/>
            </p14:xfrm>
          </p:contentPart>
        </mc:Choice>
        <mc:Fallback xmlns="">
          <p:pic>
            <p:nvPicPr>
              <p:cNvPr id="24" name="Ink 2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69608" y="3005640"/>
                <a:ext cx="785880" cy="18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87437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95800"/>
            <a:ext cx="1524000" cy="2016369"/>
          </a:xfrm>
          <a:prstGeom prst="rect">
            <a:avLst/>
          </a:prstGeom>
        </p:spPr>
      </p:pic>
      <p:pic>
        <p:nvPicPr>
          <p:cNvPr id="6" name="Picture 5" descr="f2.pdf"/>
          <p:cNvPicPr>
            <a:picLocks noChangeAspect="1"/>
          </p:cNvPicPr>
          <p:nvPr/>
        </p:nvPicPr>
        <p:blipFill>
          <a:blip r:embed="rId4"/>
          <a:srcRect l="7059" t="11818" r="16471" b="24545"/>
          <a:stretch>
            <a:fillRect/>
          </a:stretch>
        </p:blipFill>
        <p:spPr>
          <a:xfrm>
            <a:off x="2296447" y="533400"/>
            <a:ext cx="5733234" cy="617433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447800"/>
            <a:ext cx="8001000" cy="838200"/>
          </a:xfrm>
        </p:spPr>
        <p:txBody>
          <a:bodyPr/>
          <a:lstStyle/>
          <a:p>
            <a:pPr algn="ctr"/>
            <a:r>
              <a:rPr lang="en-US" sz="4800" dirty="0" smtClean="0">
                <a:ln w="12700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rgbClr val="660066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Table 11.1   </a:t>
            </a:r>
            <a:br>
              <a:rPr lang="en-US" sz="4800" dirty="0" smtClean="0">
                <a:ln w="12700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rgbClr val="660066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</a:br>
            <a:r>
              <a:rPr lang="en-US" sz="4800" dirty="0" smtClean="0">
                <a:ln w="12700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rgbClr val="660066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I/O Techniques </a:t>
            </a:r>
            <a:endParaRPr lang="en-NZ" sz="4800" dirty="0">
              <a:ln w="12700">
                <a:solidFill>
                  <a:schemeClr val="accent1">
                    <a:lumMod val="50000"/>
                  </a:schemeClr>
                </a:solidFill>
                <a:prstDash val="solid"/>
              </a:ln>
              <a:solidFill>
                <a:srgbClr val="660066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19682">
            <a:off x="550154" y="2062073"/>
            <a:ext cx="2496431" cy="18901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429000"/>
            <a:ext cx="8089980" cy="2679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xmlns:p14="http://schemas.microsoft.com/office/powerpoint/2010/main"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n w="12700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rgbClr val="660066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Evolution of the I/O Function</a:t>
            </a:r>
            <a:endParaRPr lang="en-US" dirty="0">
              <a:ln w="12700">
                <a:solidFill>
                  <a:schemeClr val="accent1">
                    <a:lumMod val="50000"/>
                  </a:schemeClr>
                </a:solidFill>
                <a:prstDash val="solid"/>
              </a:ln>
              <a:solidFill>
                <a:srgbClr val="660066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graphicFrame>
        <p:nvGraphicFramePr>
          <p:cNvPr id="6" name="Diagram 5"/>
          <p:cNvGraphicFramePr/>
          <p:nvPr/>
        </p:nvGraphicFramePr>
        <p:xfrm>
          <a:off x="457200" y="2057400"/>
          <a:ext cx="7086600" cy="434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Ink 3"/>
              <p14:cNvContentPartPr/>
              <p14:nvPr/>
            </p14:nvContentPartPr>
            <p14:xfrm>
              <a:off x="3052008" y="2131200"/>
              <a:ext cx="433080" cy="4820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41928" y="2121840"/>
                <a:ext cx="454680" cy="50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/>
              <p14:cNvContentPartPr/>
              <p14:nvPr/>
            </p14:nvContentPartPr>
            <p14:xfrm>
              <a:off x="4981248" y="3839760"/>
              <a:ext cx="300600" cy="10296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971168" y="3827160"/>
                <a:ext cx="32040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Ink 15"/>
              <p14:cNvContentPartPr/>
              <p14:nvPr/>
            </p14:nvContentPartPr>
            <p14:xfrm>
              <a:off x="5079528" y="3916800"/>
              <a:ext cx="310680" cy="77040"/>
            </p14:xfrm>
          </p:contentPart>
        </mc:Choice>
        <mc:Fallback xmlns="">
          <p:pic>
            <p:nvPicPr>
              <p:cNvPr id="16" name="Ink 15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068728" y="3908160"/>
                <a:ext cx="33012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" name="Ink 19"/>
              <p14:cNvContentPartPr/>
              <p14:nvPr/>
            </p14:nvContentPartPr>
            <p14:xfrm>
              <a:off x="6257808" y="4179960"/>
              <a:ext cx="756360" cy="498600"/>
            </p14:xfrm>
          </p:contentPart>
        </mc:Choice>
        <mc:Fallback xmlns="">
          <p:pic>
            <p:nvPicPr>
              <p:cNvPr id="20" name="Ink 19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244488" y="4168440"/>
                <a:ext cx="783360" cy="52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1" name="Ink 20"/>
              <p14:cNvContentPartPr/>
              <p14:nvPr/>
            </p14:nvContentPartPr>
            <p14:xfrm>
              <a:off x="3854448" y="3800880"/>
              <a:ext cx="305280" cy="385920"/>
            </p14:xfrm>
          </p:contentPart>
        </mc:Choice>
        <mc:Fallback xmlns="">
          <p:pic>
            <p:nvPicPr>
              <p:cNvPr id="21" name="Ink 20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841848" y="3786840"/>
                <a:ext cx="332280" cy="41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5" name="Ink 24"/>
              <p14:cNvContentPartPr/>
              <p14:nvPr/>
            </p14:nvContentPartPr>
            <p14:xfrm>
              <a:off x="6416568" y="4529880"/>
              <a:ext cx="436320" cy="139680"/>
            </p14:xfrm>
          </p:contentPart>
        </mc:Choice>
        <mc:Fallback xmlns="">
          <p:pic>
            <p:nvPicPr>
              <p:cNvPr id="25" name="Ink 24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403968" y="4517280"/>
                <a:ext cx="45288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6" name="Ink 25"/>
              <p14:cNvContentPartPr/>
              <p14:nvPr/>
            </p14:nvContentPartPr>
            <p14:xfrm>
              <a:off x="5279688" y="5181480"/>
              <a:ext cx="521280" cy="955080"/>
            </p14:xfrm>
          </p:contentPart>
        </mc:Choice>
        <mc:Fallback xmlns="">
          <p:pic>
            <p:nvPicPr>
              <p:cNvPr id="26" name="Ink 25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266377" y="5166720"/>
                <a:ext cx="549341" cy="982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f3.pdf"/>
          <p:cNvPicPr>
            <a:picLocks noChangeAspect="1"/>
          </p:cNvPicPr>
          <p:nvPr/>
        </p:nvPicPr>
        <p:blipFill>
          <a:blip r:embed="rId3"/>
          <a:srcRect l="8235" t="6364" r="9412" b="14545"/>
          <a:stretch>
            <a:fillRect/>
          </a:stretch>
        </p:blipFill>
        <p:spPr>
          <a:xfrm>
            <a:off x="2133600" y="685800"/>
            <a:ext cx="4720886" cy="586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220148"/>
          </a:xfrm>
        </p:spPr>
        <p:txBody>
          <a:bodyPr/>
          <a:lstStyle/>
          <a:p>
            <a:pPr algn="ctr"/>
            <a:r>
              <a:rPr lang="en-US" dirty="0" smtClean="0">
                <a:ln w="12700">
                  <a:solidFill>
                    <a:schemeClr val="accent1">
                      <a:lumMod val="75000"/>
                    </a:schemeClr>
                  </a:solidFill>
                  <a:prstDash val="solid"/>
                </a:ln>
                <a:solidFill>
                  <a:srgbClr val="660066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Design Objectives</a:t>
            </a:r>
            <a:endParaRPr lang="en-US" dirty="0">
              <a:ln w="12700">
                <a:solidFill>
                  <a:schemeClr val="accent1">
                    <a:lumMod val="75000"/>
                  </a:schemeClr>
                </a:solidFill>
                <a:prstDash val="solid"/>
              </a:ln>
              <a:solidFill>
                <a:srgbClr val="660066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660066"/>
                </a:solidFill>
              </a:rPr>
              <a:t>Efficiency</a:t>
            </a:r>
            <a:endParaRPr lang="en-US" dirty="0">
              <a:solidFill>
                <a:srgbClr val="66006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spcBef>
                <a:spcPts val="1600"/>
              </a:spcBef>
              <a:buClr>
                <a:srgbClr val="660066"/>
              </a:buClr>
            </a:pPr>
            <a:r>
              <a:rPr lang="en-US" dirty="0" smtClean="0">
                <a:solidFill>
                  <a:schemeClr val="tx1"/>
                </a:solidFill>
              </a:rPr>
              <a:t>Major effort in I/O design</a:t>
            </a:r>
          </a:p>
          <a:p>
            <a:pPr>
              <a:spcBef>
                <a:spcPts val="1600"/>
              </a:spcBef>
              <a:buClr>
                <a:srgbClr val="660066"/>
              </a:buClr>
            </a:pPr>
            <a:r>
              <a:rPr lang="en-US" dirty="0" smtClean="0">
                <a:solidFill>
                  <a:schemeClr val="tx1"/>
                </a:solidFill>
              </a:rPr>
              <a:t>Important because I/O operations often form a bottleneck</a:t>
            </a:r>
          </a:p>
          <a:p>
            <a:pPr>
              <a:spcBef>
                <a:spcPts val="1600"/>
              </a:spcBef>
              <a:buClr>
                <a:srgbClr val="660066"/>
              </a:buClr>
            </a:pPr>
            <a:r>
              <a:rPr lang="en-US" dirty="0" smtClean="0">
                <a:solidFill>
                  <a:schemeClr val="tx1"/>
                </a:solidFill>
              </a:rPr>
              <a:t>Most I/O devices are extremely slow compared with main memory and the processor</a:t>
            </a:r>
          </a:p>
          <a:p>
            <a:pPr>
              <a:spcBef>
                <a:spcPts val="1600"/>
              </a:spcBef>
              <a:buClr>
                <a:srgbClr val="660066"/>
              </a:buClr>
            </a:pPr>
            <a:r>
              <a:rPr lang="en-US" dirty="0" smtClean="0">
                <a:solidFill>
                  <a:schemeClr val="tx1"/>
                </a:solidFill>
              </a:rPr>
              <a:t>The area that has received the most attention is disk I/O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660066"/>
                </a:solidFill>
              </a:rPr>
              <a:t>Generality</a:t>
            </a:r>
            <a:endParaRPr lang="en-US" dirty="0">
              <a:solidFill>
                <a:srgbClr val="660066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8032" y="2797175"/>
            <a:ext cx="3782568" cy="3328988"/>
          </a:xfrm>
        </p:spPr>
        <p:txBody>
          <a:bodyPr>
            <a:noAutofit/>
          </a:bodyPr>
          <a:lstStyle/>
          <a:p>
            <a:pPr>
              <a:spcBef>
                <a:spcPts val="1600"/>
              </a:spcBef>
              <a:buClr>
                <a:srgbClr val="660066"/>
              </a:buClr>
            </a:pPr>
            <a:r>
              <a:rPr lang="en-US" dirty="0" smtClean="0">
                <a:solidFill>
                  <a:schemeClr val="tx1"/>
                </a:solidFill>
              </a:rPr>
              <a:t>Desirable to handle all devices in a uniform manner</a:t>
            </a:r>
          </a:p>
          <a:p>
            <a:pPr>
              <a:spcBef>
                <a:spcPts val="1600"/>
              </a:spcBef>
              <a:buClr>
                <a:srgbClr val="660066"/>
              </a:buClr>
            </a:pPr>
            <a:r>
              <a:rPr lang="en-US" dirty="0" smtClean="0">
                <a:solidFill>
                  <a:schemeClr val="tx1"/>
                </a:solidFill>
              </a:rPr>
              <a:t>Applies to the way processes view I/O devices and the way the operating system manages I/O devices and operations</a:t>
            </a:r>
          </a:p>
          <a:p>
            <a:pPr>
              <a:spcBef>
                <a:spcPts val="1600"/>
              </a:spcBef>
              <a:buClr>
                <a:srgbClr val="660066"/>
              </a:buClr>
            </a:pPr>
            <a:r>
              <a:rPr lang="en-US" dirty="0" smtClean="0">
                <a:solidFill>
                  <a:schemeClr val="tx1"/>
                </a:solidFill>
              </a:rPr>
              <a:t>Diversity of devices makes it difficult to achieve true generality</a:t>
            </a:r>
          </a:p>
          <a:p>
            <a:pPr>
              <a:spcBef>
                <a:spcPts val="1600"/>
              </a:spcBef>
              <a:buClr>
                <a:srgbClr val="660066"/>
              </a:buClr>
            </a:pPr>
            <a:r>
              <a:rPr lang="en-US" dirty="0" smtClean="0">
                <a:solidFill>
                  <a:schemeClr val="tx1"/>
                </a:solidFill>
              </a:rPr>
              <a:t>Use a hierarchical, modular approach to the design of the I/O function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/>
              <p14:cNvContentPartPr/>
              <p14:nvPr/>
            </p14:nvContentPartPr>
            <p14:xfrm>
              <a:off x="3827808" y="2076408"/>
              <a:ext cx="1605240" cy="2445480"/>
            </p14:xfrm>
          </p:contentPart>
        </mc:Choice>
        <mc:Fallback xmlns="">
          <p:pic>
            <p:nvPicPr>
              <p:cNvPr id="16" name="Ink 1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17368" y="2067768"/>
                <a:ext cx="1628640" cy="246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0" name="Ink 29"/>
              <p14:cNvContentPartPr/>
              <p14:nvPr/>
            </p14:nvContentPartPr>
            <p14:xfrm>
              <a:off x="1538568" y="2065968"/>
              <a:ext cx="1981080" cy="792360"/>
            </p14:xfrm>
          </p:contentPart>
        </mc:Choice>
        <mc:Fallback xmlns="">
          <p:pic>
            <p:nvPicPr>
              <p:cNvPr id="30" name="Ink 2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27408" y="2056608"/>
                <a:ext cx="2005200" cy="81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1" name="Ink 30"/>
              <p14:cNvContentPartPr/>
              <p14:nvPr/>
            </p14:nvContentPartPr>
            <p14:xfrm>
              <a:off x="5633928" y="2088288"/>
              <a:ext cx="1935360" cy="880920"/>
            </p14:xfrm>
          </p:contentPart>
        </mc:Choice>
        <mc:Fallback xmlns="">
          <p:pic>
            <p:nvPicPr>
              <p:cNvPr id="31" name="Ink 30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23488" y="2079288"/>
                <a:ext cx="1958040" cy="901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220147"/>
          </a:xfrm>
        </p:spPr>
        <p:txBody>
          <a:bodyPr/>
          <a:lstStyle/>
          <a:p>
            <a:pPr algn="l"/>
            <a:r>
              <a:rPr lang="en-US" dirty="0" smtClean="0">
                <a:ln w="12700">
                  <a:solidFill>
                    <a:schemeClr val="accent1">
                      <a:lumMod val="75000"/>
                    </a:schemeClr>
                  </a:solidFill>
                  <a:prstDash val="solid"/>
                </a:ln>
                <a:solidFill>
                  <a:srgbClr val="660066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Hierarchical Design</a:t>
            </a:r>
            <a:endParaRPr lang="en-NZ" dirty="0">
              <a:ln w="12700">
                <a:solidFill>
                  <a:schemeClr val="accent1">
                    <a:lumMod val="75000"/>
                  </a:schemeClr>
                </a:solidFill>
                <a:prstDash val="solid"/>
              </a:ln>
              <a:solidFill>
                <a:srgbClr val="660066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33400" y="2133600"/>
            <a:ext cx="8001000" cy="4191000"/>
          </a:xfrm>
        </p:spPr>
        <p:txBody>
          <a:bodyPr/>
          <a:lstStyle/>
          <a:p>
            <a:pPr lvl="0">
              <a:buClr>
                <a:srgbClr val="660066"/>
              </a:buClr>
            </a:pPr>
            <a:r>
              <a:rPr lang="en-US" dirty="0" smtClean="0"/>
              <a:t>Functions of the operating system should be separated according to their complexity, their characteristic time scale, and their level of abstraction</a:t>
            </a:r>
          </a:p>
          <a:p>
            <a:pPr lvl="0">
              <a:buClr>
                <a:srgbClr val="660066"/>
              </a:buClr>
            </a:pPr>
            <a:r>
              <a:rPr lang="en-US" dirty="0" smtClean="0"/>
              <a:t>Leads to an organization of the operating system into a series of layers</a:t>
            </a:r>
          </a:p>
          <a:p>
            <a:pPr lvl="0">
              <a:buClr>
                <a:srgbClr val="660066"/>
              </a:buClr>
            </a:pPr>
            <a:r>
              <a:rPr lang="en-US" dirty="0" smtClean="0"/>
              <a:t>Each layer performs a related subset of the functions required of the operating system</a:t>
            </a:r>
          </a:p>
          <a:p>
            <a:pPr lvl="0">
              <a:buClr>
                <a:srgbClr val="660066"/>
              </a:buClr>
            </a:pPr>
            <a:r>
              <a:rPr lang="en-US" dirty="0" smtClean="0"/>
              <a:t>Layers should be defined so that changes in one layer do not require changes in other layers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762000"/>
            <a:ext cx="1119895" cy="90487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4.pdf"/>
          <p:cNvPicPr>
            <a:picLocks noChangeAspect="1"/>
          </p:cNvPicPr>
          <p:nvPr/>
        </p:nvPicPr>
        <p:blipFill>
          <a:blip r:embed="rId3"/>
          <a:srcRect t="5455" b="17273"/>
          <a:stretch>
            <a:fillRect/>
          </a:stretch>
        </p:blipFill>
        <p:spPr>
          <a:xfrm>
            <a:off x="609600" y="533400"/>
            <a:ext cx="7620000" cy="6096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220148"/>
          </a:xfrm>
        </p:spPr>
        <p:txBody>
          <a:bodyPr/>
          <a:lstStyle/>
          <a:p>
            <a:pPr algn="ctr"/>
            <a:r>
              <a:rPr lang="en-US" dirty="0" smtClean="0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rgbClr val="660066"/>
                </a:solidFill>
              </a:rPr>
              <a:t>Buffering</a:t>
            </a:r>
            <a:endParaRPr lang="en-US" dirty="0">
              <a:ln>
                <a:solidFill>
                  <a:schemeClr val="accent1">
                    <a:lumMod val="75000"/>
                  </a:schemeClr>
                </a:solidFill>
              </a:ln>
              <a:solidFill>
                <a:srgbClr val="66006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09800"/>
            <a:ext cx="7893050" cy="4267200"/>
          </a:xfrm>
        </p:spPr>
        <p:txBody>
          <a:bodyPr>
            <a:normAutofit/>
          </a:bodyPr>
          <a:lstStyle/>
          <a:p>
            <a:r>
              <a:rPr lang="en-US" dirty="0" smtClean="0"/>
              <a:t>Perform input transfers in advance of requests being made and perform output transfers some time after the request is made</a:t>
            </a:r>
          </a:p>
          <a:p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1219200" y="3048000"/>
          <a:ext cx="6934200" cy="340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62000" y="1219200"/>
            <a:ext cx="3124200" cy="1098550"/>
          </a:xfrm>
        </p:spPr>
        <p:txBody>
          <a:bodyPr/>
          <a:lstStyle/>
          <a:p>
            <a:r>
              <a:rPr lang="en-NZ" dirty="0" smtClean="0">
                <a:solidFill>
                  <a:srgbClr val="660066"/>
                </a:solidFill>
              </a:rPr>
              <a:t>No Buffer</a:t>
            </a:r>
            <a:endParaRPr lang="en-NZ" dirty="0">
              <a:solidFill>
                <a:srgbClr val="66006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953000" y="1143000"/>
            <a:ext cx="3657600" cy="1631950"/>
          </a:xfrm>
        </p:spPr>
        <p:txBody>
          <a:bodyPr/>
          <a:lstStyle/>
          <a:p>
            <a:pPr>
              <a:buClr>
                <a:srgbClr val="660066"/>
              </a:buClr>
            </a:pPr>
            <a:r>
              <a:rPr lang="en-NZ" dirty="0" smtClean="0"/>
              <a:t>Without a buffer, the OS directly accesses the device when it needs</a:t>
            </a:r>
            <a:endParaRPr lang="en-NZ" dirty="0"/>
          </a:p>
        </p:txBody>
      </p:sp>
      <p:pic>
        <p:nvPicPr>
          <p:cNvPr id="4" name="Content Placeholder 3" descr="Fig11_05a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09600" y="3429000"/>
            <a:ext cx="7953531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143000"/>
            <a:ext cx="4267200" cy="1098332"/>
          </a:xfrm>
        </p:spPr>
        <p:txBody>
          <a:bodyPr/>
          <a:lstStyle/>
          <a:p>
            <a:r>
              <a:rPr lang="en-US" sz="5200" dirty="0" smtClean="0">
                <a:solidFill>
                  <a:srgbClr val="66006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Single Buffer</a:t>
            </a:r>
            <a:endParaRPr lang="en-US" sz="5200" dirty="0">
              <a:solidFill>
                <a:srgbClr val="660066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5400" y="1752600"/>
            <a:ext cx="3505200" cy="1371600"/>
          </a:xfrm>
        </p:spPr>
        <p:txBody>
          <a:bodyPr>
            <a:normAutofit/>
          </a:bodyPr>
          <a:lstStyle/>
          <a:p>
            <a:pPr>
              <a:buClr>
                <a:srgbClr val="660066"/>
              </a:buClr>
            </a:pPr>
            <a:r>
              <a:rPr lang="en-US" sz="2000" dirty="0" smtClean="0"/>
              <a:t>Operating system assigns a buffer in main memory for an I/O request</a:t>
            </a:r>
          </a:p>
          <a:p>
            <a:endParaRPr lang="en-US" dirty="0"/>
          </a:p>
        </p:txBody>
      </p:sp>
      <p:pic>
        <p:nvPicPr>
          <p:cNvPr id="4" name="Picture 3" descr="Fig11_05b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581400"/>
            <a:ext cx="8077200" cy="274320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rgbClr val="660066"/>
                </a:solidFill>
              </a:rPr>
              <a:t>Block-Oriented Single Buffer</a:t>
            </a:r>
            <a:endParaRPr lang="en-US" dirty="0">
              <a:ln>
                <a:solidFill>
                  <a:schemeClr val="accent1">
                    <a:lumMod val="75000"/>
                  </a:schemeClr>
                </a:solidFill>
              </a:ln>
              <a:solidFill>
                <a:srgbClr val="66006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33400" y="2362200"/>
            <a:ext cx="8077200" cy="4038600"/>
          </a:xfrm>
        </p:spPr>
        <p:txBody>
          <a:bodyPr/>
          <a:lstStyle/>
          <a:p>
            <a:pPr>
              <a:buClr>
                <a:srgbClr val="660066"/>
              </a:buClr>
            </a:pPr>
            <a:r>
              <a:rPr lang="en-US" dirty="0" smtClean="0"/>
              <a:t>Input transfers are made to the system buffer</a:t>
            </a:r>
          </a:p>
          <a:p>
            <a:pPr>
              <a:buClr>
                <a:srgbClr val="660066"/>
              </a:buClr>
            </a:pPr>
            <a:r>
              <a:rPr lang="en-US" dirty="0" smtClean="0"/>
              <a:t>Reading ahead/anticipated input</a:t>
            </a:r>
          </a:p>
          <a:p>
            <a:pPr lvl="2">
              <a:buClr>
                <a:srgbClr val="660066"/>
              </a:buClr>
            </a:pPr>
            <a:r>
              <a:rPr lang="en-US" dirty="0" smtClean="0"/>
              <a:t>is done in the expectation that the block will eventually be needed</a:t>
            </a:r>
          </a:p>
          <a:p>
            <a:pPr lvl="2">
              <a:buClr>
                <a:srgbClr val="660066"/>
              </a:buClr>
            </a:pPr>
            <a:r>
              <a:rPr lang="en-US" dirty="0" smtClean="0"/>
              <a:t>when the transfer is complete, the process moves the block into user space and immediately requests another block</a:t>
            </a:r>
          </a:p>
          <a:p>
            <a:pPr marL="282575" lvl="2">
              <a:spcBef>
                <a:spcPts val="1800"/>
              </a:spcBef>
              <a:buClr>
                <a:srgbClr val="660066"/>
              </a:buClr>
            </a:pPr>
            <a:r>
              <a:rPr lang="en-US" sz="2000" dirty="0" smtClean="0"/>
              <a:t>Generally provides a speedup compared to the lack of system buffering</a:t>
            </a:r>
          </a:p>
          <a:p>
            <a:pPr marL="282575" lvl="2">
              <a:spcBef>
                <a:spcPts val="1800"/>
              </a:spcBef>
              <a:buClr>
                <a:srgbClr val="660066"/>
              </a:buClr>
            </a:pPr>
            <a:r>
              <a:rPr lang="en-US" sz="2000" dirty="0" smtClean="0"/>
              <a:t>Disadvantages:</a:t>
            </a:r>
          </a:p>
          <a:p>
            <a:pPr lvl="2">
              <a:buClr>
                <a:srgbClr val="660066"/>
              </a:buClr>
            </a:pPr>
            <a:r>
              <a:rPr lang="en-US" dirty="0" smtClean="0"/>
              <a:t>complicates the logic in the operating system</a:t>
            </a:r>
          </a:p>
          <a:p>
            <a:pPr lvl="2">
              <a:buClr>
                <a:srgbClr val="660066"/>
              </a:buClr>
            </a:pPr>
            <a:r>
              <a:rPr lang="en-US" dirty="0" smtClean="0"/>
              <a:t>swapping logic is also affected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4495800" cy="1098332"/>
          </a:xfrm>
        </p:spPr>
        <p:txBody>
          <a:bodyPr/>
          <a:lstStyle/>
          <a:p>
            <a:r>
              <a:rPr lang="en-US" sz="5200" dirty="0" smtClean="0">
                <a:solidFill>
                  <a:srgbClr val="66006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Double Buffer</a:t>
            </a:r>
            <a:endParaRPr lang="en-US" sz="5200" dirty="0">
              <a:solidFill>
                <a:srgbClr val="660066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8032" y="654268"/>
            <a:ext cx="3657600" cy="3003332"/>
          </a:xfrm>
        </p:spPr>
        <p:txBody>
          <a:bodyPr/>
          <a:lstStyle/>
          <a:p>
            <a:pPr>
              <a:buClr>
                <a:srgbClr val="660066"/>
              </a:buClr>
            </a:pPr>
            <a:r>
              <a:rPr lang="en-US" dirty="0" smtClean="0"/>
              <a:t>Use two system buffers instead of one</a:t>
            </a:r>
          </a:p>
          <a:p>
            <a:pPr>
              <a:buClr>
                <a:srgbClr val="660066"/>
              </a:buClr>
            </a:pPr>
            <a:r>
              <a:rPr lang="en-US" dirty="0" smtClean="0"/>
              <a:t>A process can transfer data to or from one buffer while the operating system empties or fills the other buffer</a:t>
            </a:r>
          </a:p>
          <a:p>
            <a:pPr>
              <a:buClr>
                <a:srgbClr val="660066"/>
              </a:buClr>
            </a:pPr>
            <a:r>
              <a:rPr lang="en-US" dirty="0" smtClean="0"/>
              <a:t>Also known as buffer swapping</a:t>
            </a:r>
          </a:p>
          <a:p>
            <a:endParaRPr lang="en-US" dirty="0"/>
          </a:p>
        </p:txBody>
      </p:sp>
      <p:pic>
        <p:nvPicPr>
          <p:cNvPr id="4" name="Picture 3" descr="Fig11_05c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0"/>
            <a:ext cx="8229600" cy="2667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5" name="Ink 24"/>
              <p14:cNvContentPartPr/>
              <p14:nvPr/>
            </p14:nvContentPartPr>
            <p14:xfrm>
              <a:off x="5572008" y="4837680"/>
              <a:ext cx="5760" cy="2880"/>
            </p14:xfrm>
          </p:contentPart>
        </mc:Choice>
        <mc:Fallback xmlns="">
          <p:pic>
            <p:nvPicPr>
              <p:cNvPr id="25" name="Ink 2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61208" y="4824000"/>
                <a:ext cx="29880" cy="27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flip dir="r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838200"/>
            <a:ext cx="4447032" cy="1524000"/>
          </a:xfrm>
        </p:spPr>
        <p:txBody>
          <a:bodyPr/>
          <a:lstStyle/>
          <a:p>
            <a:r>
              <a:rPr lang="en-US" sz="5200" dirty="0" smtClean="0">
                <a:solidFill>
                  <a:srgbClr val="66006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Circular Buffer</a:t>
            </a:r>
            <a:endParaRPr lang="en-US" sz="5200" dirty="0">
              <a:solidFill>
                <a:srgbClr val="660066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0" y="762000"/>
            <a:ext cx="3657600" cy="2393732"/>
          </a:xfrm>
        </p:spPr>
        <p:txBody>
          <a:bodyPr/>
          <a:lstStyle/>
          <a:p>
            <a:pPr>
              <a:buClr>
                <a:srgbClr val="660066"/>
              </a:buClr>
            </a:pPr>
            <a:r>
              <a:rPr lang="en-US" dirty="0" smtClean="0"/>
              <a:t>Two or more buffers are used</a:t>
            </a:r>
          </a:p>
          <a:p>
            <a:pPr>
              <a:buClr>
                <a:srgbClr val="660066"/>
              </a:buClr>
            </a:pPr>
            <a:r>
              <a:rPr lang="en-US" dirty="0" smtClean="0"/>
              <a:t>Each individual buffer is one unit in a circular buffer</a:t>
            </a:r>
          </a:p>
          <a:p>
            <a:pPr>
              <a:buClr>
                <a:srgbClr val="660066"/>
              </a:buClr>
            </a:pPr>
            <a:r>
              <a:rPr lang="en-US" dirty="0" smtClean="0"/>
              <a:t>Used when I/O operation must keep up with process</a:t>
            </a:r>
          </a:p>
          <a:p>
            <a:endParaRPr lang="en-US" dirty="0"/>
          </a:p>
        </p:txBody>
      </p:sp>
      <p:pic>
        <p:nvPicPr>
          <p:cNvPr id="4" name="Picture 3" descr="Fig11_05d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76600"/>
            <a:ext cx="8229600" cy="3124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flip dir="r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28600"/>
            <a:ext cx="5299364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7696200" cy="1220148"/>
          </a:xfrm>
        </p:spPr>
        <p:txBody>
          <a:bodyPr/>
          <a:lstStyle/>
          <a:p>
            <a:r>
              <a:rPr lang="en-NZ" dirty="0" smtClean="0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rgbClr val="660066"/>
                </a:solidFill>
              </a:rPr>
              <a:t>The Utility of Buffering</a:t>
            </a:r>
            <a:endParaRPr lang="en-NZ" dirty="0">
              <a:ln>
                <a:solidFill>
                  <a:schemeClr val="accent1">
                    <a:lumMod val="75000"/>
                  </a:schemeClr>
                </a:solidFill>
              </a:ln>
              <a:solidFill>
                <a:srgbClr val="66006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33400" y="2133600"/>
            <a:ext cx="8001000" cy="4114800"/>
          </a:xfrm>
        </p:spPr>
        <p:txBody>
          <a:bodyPr/>
          <a:lstStyle/>
          <a:p>
            <a:pPr>
              <a:buClr>
                <a:srgbClr val="660066"/>
              </a:buClr>
            </a:pPr>
            <a:r>
              <a:rPr lang="en-NZ" dirty="0" smtClean="0"/>
              <a:t>Technique that smoothes out peaks in I/O demand</a:t>
            </a:r>
          </a:p>
          <a:p>
            <a:pPr lvl="1">
              <a:buClr>
                <a:srgbClr val="660066"/>
              </a:buClr>
            </a:pPr>
            <a:r>
              <a:rPr lang="en-NZ" dirty="0" smtClean="0"/>
              <a:t>with enough demand eventually all buffers become full and their advantage is lost</a:t>
            </a:r>
          </a:p>
          <a:p>
            <a:pPr>
              <a:buClr>
                <a:srgbClr val="660066"/>
              </a:buClr>
            </a:pPr>
            <a:r>
              <a:rPr lang="en-NZ" dirty="0" smtClean="0"/>
              <a:t>When there is a variety of I/O and process activities to service, buffering can increase the efficiency of the OS and the performance of individual processes</a:t>
            </a:r>
          </a:p>
          <a:p>
            <a:endParaRPr lang="en-NZ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4495800"/>
            <a:ext cx="1524000" cy="166254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600" y="4419600"/>
            <a:ext cx="1299355" cy="10033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/>
              <p14:cNvContentPartPr/>
              <p14:nvPr/>
            </p14:nvContentPartPr>
            <p14:xfrm>
              <a:off x="247608" y="3948120"/>
              <a:ext cx="6531840" cy="141588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4648" y="3936240"/>
                <a:ext cx="6558120" cy="144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3" name="Ink 32"/>
              <p14:cNvContentPartPr/>
              <p14:nvPr/>
            </p14:nvContentPartPr>
            <p14:xfrm>
              <a:off x="1811808" y="4953960"/>
              <a:ext cx="1176840" cy="1236960"/>
            </p14:xfrm>
          </p:contentPart>
        </mc:Choice>
        <mc:Fallback xmlns="">
          <p:pic>
            <p:nvPicPr>
              <p:cNvPr id="33" name="Ink 3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00648" y="4941720"/>
                <a:ext cx="1201680" cy="1262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7400"/>
            <a:ext cx="3913632" cy="1098332"/>
          </a:xfrm>
        </p:spPr>
        <p:txBody>
          <a:bodyPr/>
          <a:lstStyle/>
          <a:p>
            <a:r>
              <a:rPr lang="en-US" sz="5200" dirty="0" smtClean="0">
                <a:solidFill>
                  <a:srgbClr val="66006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Disk Performance Parameters</a:t>
            </a:r>
            <a:endParaRPr lang="en-US" sz="5200" dirty="0">
              <a:solidFill>
                <a:srgbClr val="660066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0" y="685800"/>
            <a:ext cx="3733800" cy="2698532"/>
          </a:xfrm>
        </p:spPr>
        <p:txBody>
          <a:bodyPr>
            <a:normAutofit/>
          </a:bodyPr>
          <a:lstStyle/>
          <a:p>
            <a:r>
              <a:rPr lang="en-NZ" sz="2000" dirty="0" smtClean="0"/>
              <a:t>The actual details of disk I/O operation depend on the:</a:t>
            </a:r>
          </a:p>
          <a:p>
            <a:pPr lvl="2"/>
            <a:r>
              <a:rPr lang="en-NZ" sz="2000" dirty="0" smtClean="0"/>
              <a:t>computer system</a:t>
            </a:r>
          </a:p>
          <a:p>
            <a:pPr lvl="2"/>
            <a:r>
              <a:rPr lang="en-NZ" sz="2000" dirty="0" smtClean="0"/>
              <a:t>operating system</a:t>
            </a:r>
          </a:p>
          <a:p>
            <a:pPr lvl="2"/>
            <a:r>
              <a:rPr lang="en-NZ" sz="2000" dirty="0" smtClean="0"/>
              <a:t>nature of the I/O channel and disk controller hardware</a:t>
            </a:r>
          </a:p>
        </p:txBody>
      </p:sp>
      <p:pic>
        <p:nvPicPr>
          <p:cNvPr id="5" name="Picture 4" descr="f6.pdf"/>
          <p:cNvPicPr>
            <a:picLocks noChangeAspect="1"/>
          </p:cNvPicPr>
          <p:nvPr/>
        </p:nvPicPr>
        <p:blipFill>
          <a:blip r:embed="rId3"/>
          <a:srcRect t="29412" b="32941"/>
          <a:stretch>
            <a:fillRect/>
          </a:stretch>
        </p:blipFill>
        <p:spPr>
          <a:xfrm>
            <a:off x="268941" y="3810000"/>
            <a:ext cx="8875059" cy="258177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4"/>
          <p:cNvSpPr>
            <a:spLocks noGrp="1" noChangeArrowheads="1"/>
          </p:cNvSpPr>
          <p:nvPr>
            <p:ph type="title"/>
          </p:nvPr>
        </p:nvSpPr>
        <p:spPr>
          <a:xfrm>
            <a:off x="1371600" y="762000"/>
            <a:ext cx="7527925" cy="576262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Moving-head Disk Mechanism</a:t>
            </a:r>
          </a:p>
        </p:txBody>
      </p:sp>
      <p:pic>
        <p:nvPicPr>
          <p:cNvPr id="13314" name="Picture 1" descr="10_0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981200"/>
            <a:ext cx="5157787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03380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rgbClr val="660066"/>
                </a:solidFill>
              </a:rPr>
              <a:t>Positioning the </a:t>
            </a:r>
            <a:br>
              <a:rPr lang="en-US" dirty="0" smtClean="0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rgbClr val="660066"/>
                </a:solidFill>
              </a:rPr>
            </a:br>
            <a:r>
              <a:rPr lang="en-US" dirty="0" smtClean="0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rgbClr val="660066"/>
                </a:solidFill>
              </a:rPr>
              <a:t>Read/Write Heads</a:t>
            </a:r>
            <a:endParaRPr lang="en-US" dirty="0">
              <a:ln>
                <a:solidFill>
                  <a:schemeClr val="accent1">
                    <a:lumMod val="75000"/>
                  </a:schemeClr>
                </a:solidFill>
              </a:ln>
              <a:solidFill>
                <a:srgbClr val="66006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33400" y="2209800"/>
            <a:ext cx="8077200" cy="4419600"/>
          </a:xfrm>
        </p:spPr>
        <p:txBody>
          <a:bodyPr>
            <a:normAutofit lnSpcReduction="10000"/>
          </a:bodyPr>
          <a:lstStyle/>
          <a:p>
            <a:pPr>
              <a:buClr>
                <a:srgbClr val="660066"/>
              </a:buClr>
            </a:pPr>
            <a:r>
              <a:rPr lang="en-NZ" dirty="0" smtClean="0"/>
              <a:t>When the disk drive is operating, the disk is rotating at constant speed</a:t>
            </a:r>
          </a:p>
          <a:p>
            <a:pPr>
              <a:buClr>
                <a:srgbClr val="660066"/>
              </a:buClr>
            </a:pPr>
            <a:r>
              <a:rPr lang="en-NZ" dirty="0" smtClean="0"/>
              <a:t>To read or write the head must be positioned at the desired track and at the beginning of the desired sector on that track</a:t>
            </a:r>
          </a:p>
          <a:p>
            <a:pPr>
              <a:buClr>
                <a:srgbClr val="660066"/>
              </a:buClr>
            </a:pPr>
            <a:r>
              <a:rPr lang="en-NZ" dirty="0" smtClean="0"/>
              <a:t>Track selection involves moving the head in a movable-head system or electronically selecting one head on a fixed-head system</a:t>
            </a:r>
          </a:p>
          <a:p>
            <a:pPr>
              <a:buClr>
                <a:srgbClr val="660066"/>
              </a:buClr>
            </a:pPr>
            <a:r>
              <a:rPr lang="en-NZ" dirty="0" smtClean="0">
                <a:solidFill>
                  <a:srgbClr val="FF0000"/>
                </a:solidFill>
              </a:rPr>
              <a:t>On a movable-head system the time it takes to position the head at the </a:t>
            </a:r>
            <a:r>
              <a:rPr lang="en-NZ" b="1" dirty="0" smtClean="0">
                <a:solidFill>
                  <a:srgbClr val="FF0000"/>
                </a:solidFill>
              </a:rPr>
              <a:t>track</a:t>
            </a:r>
            <a:r>
              <a:rPr lang="en-NZ" dirty="0" smtClean="0">
                <a:solidFill>
                  <a:srgbClr val="FF0000"/>
                </a:solidFill>
              </a:rPr>
              <a:t> is known as </a:t>
            </a:r>
            <a:r>
              <a:rPr lang="en-NZ" b="1" dirty="0" smtClean="0">
                <a:solidFill>
                  <a:srgbClr val="FF0000"/>
                </a:solidFill>
              </a:rPr>
              <a:t>seek time</a:t>
            </a:r>
          </a:p>
          <a:p>
            <a:pPr>
              <a:buClr>
                <a:srgbClr val="660066"/>
              </a:buClr>
            </a:pPr>
            <a:r>
              <a:rPr lang="en-NZ" dirty="0" smtClean="0">
                <a:solidFill>
                  <a:srgbClr val="FF0000"/>
                </a:solidFill>
              </a:rPr>
              <a:t>The time it takes for the beginning of the sector to reach the head is known as </a:t>
            </a:r>
            <a:r>
              <a:rPr lang="en-NZ" b="1" dirty="0" smtClean="0">
                <a:solidFill>
                  <a:srgbClr val="FF0000"/>
                </a:solidFill>
              </a:rPr>
              <a:t>rotational delay</a:t>
            </a:r>
          </a:p>
          <a:p>
            <a:pPr>
              <a:buClr>
                <a:srgbClr val="660066"/>
              </a:buClr>
            </a:pPr>
            <a:r>
              <a:rPr lang="en-NZ" dirty="0" smtClean="0">
                <a:solidFill>
                  <a:srgbClr val="FF0000"/>
                </a:solidFill>
              </a:rPr>
              <a:t>The sum of the seek time and the rotational delay equals the </a:t>
            </a:r>
            <a:r>
              <a:rPr lang="en-NZ" b="1" dirty="0" smtClean="0">
                <a:solidFill>
                  <a:srgbClr val="FF0000"/>
                </a:solidFill>
              </a:rPr>
              <a:t>access time</a:t>
            </a:r>
          </a:p>
          <a:p>
            <a:pPr>
              <a:buNone/>
            </a:pPr>
            <a:endParaRPr lang="en-NZ" dirty="0" smtClean="0"/>
          </a:p>
          <a:p>
            <a:endParaRPr lang="en-NZ" dirty="0" smtClean="0"/>
          </a:p>
          <a:p>
            <a:endParaRPr lang="en-US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762000"/>
            <a:ext cx="8242462" cy="54258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800" y="60960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+mn-lt"/>
              </a:rPr>
              <a:t>Table 11.3   Disk Scheduling Algorithms</a:t>
            </a:r>
            <a:r>
              <a:rPr lang="en-US" dirty="0" smtClean="0">
                <a:latin typeface="+mn-lt"/>
              </a:rPr>
              <a:t> 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371600" y="1524000"/>
            <a:ext cx="6502400" cy="2362200"/>
          </a:xfrm>
        </p:spPr>
        <p:txBody>
          <a:bodyPr/>
          <a:lstStyle/>
          <a:p>
            <a:r>
              <a:rPr lang="en-US" sz="2200" dirty="0" smtClean="0"/>
              <a:t>Processes in sequential order</a:t>
            </a:r>
          </a:p>
          <a:p>
            <a:r>
              <a:rPr lang="en-US" sz="2200" dirty="0" smtClean="0"/>
              <a:t>Fair to all processes</a:t>
            </a:r>
          </a:p>
          <a:p>
            <a:r>
              <a:rPr lang="en-US" sz="2200" dirty="0" smtClean="0"/>
              <a:t>Approximates random scheduling in performance if there are many processes competing for the disk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-381000" y="533400"/>
            <a:ext cx="8305800" cy="838200"/>
          </a:xfrm>
        </p:spPr>
        <p:txBody>
          <a:bodyPr/>
          <a:lstStyle/>
          <a:p>
            <a:r>
              <a:rPr lang="en-US" dirty="0" smtClean="0">
                <a:solidFill>
                  <a:srgbClr val="660066"/>
                </a:solidFill>
              </a:rPr>
              <a:t>First-In, First-Out (FIFO)</a:t>
            </a:r>
          </a:p>
        </p:txBody>
      </p:sp>
      <p:pic>
        <p:nvPicPr>
          <p:cNvPr id="5" name="Picture 4" descr="f7.pdf"/>
          <p:cNvPicPr>
            <a:picLocks noChangeAspect="1"/>
          </p:cNvPicPr>
          <p:nvPr/>
        </p:nvPicPr>
        <p:blipFill>
          <a:blip r:embed="rId3"/>
          <a:srcRect b="72727"/>
          <a:stretch>
            <a:fillRect/>
          </a:stretch>
        </p:blipFill>
        <p:spPr>
          <a:xfrm>
            <a:off x="0" y="3276600"/>
            <a:ext cx="8906137" cy="31433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200" y="6019800"/>
            <a:ext cx="7524769" cy="326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1500" t="-4458" r="1500" b="4458"/>
          <a:stretch>
            <a:fillRect/>
          </a:stretch>
        </p:blipFill>
        <p:spPr>
          <a:xfrm>
            <a:off x="685800" y="762000"/>
            <a:ext cx="7620000" cy="5286227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595688" y="6176814"/>
            <a:ext cx="5857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+mn-lt"/>
              </a:rPr>
              <a:t>Table 11.2   Comparison of Disk Scheduling Algorithms</a:t>
            </a:r>
            <a:r>
              <a:rPr lang="en-US" dirty="0" smtClean="0">
                <a:latin typeface="+mn-lt"/>
              </a:rPr>
              <a:t> 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66807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296348"/>
          </a:xfrm>
        </p:spPr>
        <p:txBody>
          <a:bodyPr/>
          <a:lstStyle/>
          <a:p>
            <a:pPr algn="l"/>
            <a:r>
              <a:rPr lang="en-US" dirty="0" smtClean="0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rgbClr val="660066"/>
                </a:solidFill>
              </a:rPr>
              <a:t>Priority (PRI)</a:t>
            </a:r>
            <a:endParaRPr lang="en-US" dirty="0">
              <a:ln>
                <a:solidFill>
                  <a:schemeClr val="accent1">
                    <a:lumMod val="75000"/>
                  </a:schemeClr>
                </a:solidFill>
              </a:ln>
              <a:solidFill>
                <a:srgbClr val="66006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9600" y="2286000"/>
            <a:ext cx="7924800" cy="4038600"/>
          </a:xfrm>
        </p:spPr>
        <p:txBody>
          <a:bodyPr/>
          <a:lstStyle/>
          <a:p>
            <a:pPr>
              <a:buClr>
                <a:srgbClr val="660066"/>
              </a:buClr>
            </a:pPr>
            <a:r>
              <a:rPr lang="en-US" dirty="0" smtClean="0"/>
              <a:t>Control of the scheduling is outside the control of disk management software</a:t>
            </a:r>
          </a:p>
          <a:p>
            <a:pPr>
              <a:buClr>
                <a:srgbClr val="660066"/>
              </a:buClr>
            </a:pPr>
            <a:r>
              <a:rPr lang="en-US" dirty="0" smtClean="0"/>
              <a:t>Goal is not to optimize disk utilization but to meet other objectives</a:t>
            </a:r>
          </a:p>
          <a:p>
            <a:pPr>
              <a:buClr>
                <a:srgbClr val="660066"/>
              </a:buClr>
            </a:pPr>
            <a:r>
              <a:rPr lang="en-US" dirty="0" smtClean="0"/>
              <a:t>Short batch jobs and interactive jobs are given higher priority</a:t>
            </a:r>
          </a:p>
          <a:p>
            <a:pPr>
              <a:buClr>
                <a:srgbClr val="660066"/>
              </a:buClr>
            </a:pPr>
            <a:r>
              <a:rPr lang="en-US" dirty="0" smtClean="0"/>
              <a:t>Provides good interactive response time</a:t>
            </a:r>
          </a:p>
          <a:p>
            <a:pPr>
              <a:buClr>
                <a:srgbClr val="660066"/>
              </a:buClr>
            </a:pPr>
            <a:r>
              <a:rPr lang="en-US" dirty="0" smtClean="0"/>
              <a:t>Longer jobs may have to wait an excessively long time</a:t>
            </a:r>
          </a:p>
          <a:p>
            <a:pPr>
              <a:buClr>
                <a:srgbClr val="660066"/>
              </a:buClr>
            </a:pPr>
            <a:r>
              <a:rPr lang="en-US" dirty="0" smtClean="0"/>
              <a:t>A poor policy for database systems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018" y="4343400"/>
            <a:ext cx="2159657" cy="2293937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676400"/>
            <a:ext cx="4191000" cy="1250732"/>
          </a:xfrm>
        </p:spPr>
        <p:txBody>
          <a:bodyPr/>
          <a:lstStyle/>
          <a:p>
            <a:r>
              <a:rPr lang="en-US" sz="4400" dirty="0" smtClean="0">
                <a:solidFill>
                  <a:srgbClr val="66006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Shortest Service</a:t>
            </a:r>
            <a:br>
              <a:rPr lang="en-US" sz="4400" dirty="0" smtClean="0">
                <a:solidFill>
                  <a:srgbClr val="66006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US" sz="4400" dirty="0" smtClean="0">
                <a:solidFill>
                  <a:srgbClr val="66006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Time First (SSTF)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685800"/>
            <a:ext cx="3810000" cy="2590800"/>
          </a:xfrm>
        </p:spPr>
        <p:txBody>
          <a:bodyPr>
            <a:normAutofit/>
          </a:bodyPr>
          <a:lstStyle/>
          <a:p>
            <a:r>
              <a:rPr lang="en-US" sz="2200" dirty="0" smtClean="0"/>
              <a:t>Select the disk I/O request that requires the least movement of the disk arm from its current position</a:t>
            </a:r>
          </a:p>
          <a:p>
            <a:r>
              <a:rPr lang="en-US" sz="2200" dirty="0" smtClean="0"/>
              <a:t>Always choose the minimum seek time</a:t>
            </a:r>
          </a:p>
          <a:p>
            <a:endParaRPr lang="en-US" dirty="0"/>
          </a:p>
        </p:txBody>
      </p:sp>
      <p:pic>
        <p:nvPicPr>
          <p:cNvPr id="5" name="Picture 4" descr="f7.pdf"/>
          <p:cNvPicPr>
            <a:picLocks noChangeAspect="1"/>
          </p:cNvPicPr>
          <p:nvPr/>
        </p:nvPicPr>
        <p:blipFill>
          <a:blip r:embed="rId3"/>
          <a:srcRect l="7059" t="26364" r="4706" b="51818"/>
          <a:stretch>
            <a:fillRect/>
          </a:stretch>
        </p:blipFill>
        <p:spPr>
          <a:xfrm>
            <a:off x="423856" y="3777359"/>
            <a:ext cx="8339143" cy="2668672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200" y="6019800"/>
            <a:ext cx="7524769" cy="326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1500" t="-4458" r="1500" b="4458"/>
          <a:stretch>
            <a:fillRect/>
          </a:stretch>
        </p:blipFill>
        <p:spPr>
          <a:xfrm>
            <a:off x="685800" y="762000"/>
            <a:ext cx="7620000" cy="5286227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595688" y="6176814"/>
            <a:ext cx="5857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+mn-lt"/>
              </a:rPr>
              <a:t>Table 11.2   Comparison of Disk Scheduling Algorithms</a:t>
            </a:r>
            <a:r>
              <a:rPr lang="en-US" dirty="0" smtClean="0">
                <a:latin typeface="+mn-lt"/>
              </a:rPr>
              <a:t> 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76844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33400" y="1143000"/>
            <a:ext cx="2362200" cy="1098550"/>
          </a:xfrm>
        </p:spPr>
        <p:txBody>
          <a:bodyPr/>
          <a:lstStyle/>
          <a:p>
            <a:r>
              <a:rPr lang="en-US" dirty="0" smtClean="0">
                <a:solidFill>
                  <a:srgbClr val="660066"/>
                </a:solidFill>
              </a:rPr>
              <a:t>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57600" y="838200"/>
            <a:ext cx="4724400" cy="277495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Also known as the elevator algorithm</a:t>
            </a:r>
          </a:p>
          <a:p>
            <a:r>
              <a:rPr lang="en-US" dirty="0" smtClean="0"/>
              <a:t>Arm moves in one direction only</a:t>
            </a:r>
          </a:p>
          <a:p>
            <a:pPr lvl="2"/>
            <a:r>
              <a:rPr lang="en-US" dirty="0" smtClean="0"/>
              <a:t>satisfies all outstanding requests until it reaches the last track in that direction then the direction is reversed</a:t>
            </a:r>
          </a:p>
          <a:p>
            <a:pPr marL="282575" lvl="1" indent="-282575">
              <a:spcBef>
                <a:spcPts val="1800"/>
              </a:spcBef>
            </a:pPr>
            <a:r>
              <a:rPr lang="en-US" sz="2054" dirty="0" smtClean="0"/>
              <a:t>Favors jobs whose requests are for tracks nearest to both innermost and outermost tracks</a:t>
            </a:r>
          </a:p>
        </p:txBody>
      </p:sp>
      <p:pic>
        <p:nvPicPr>
          <p:cNvPr id="5" name="Picture 4" descr="f7.pdf"/>
          <p:cNvPicPr>
            <a:picLocks noChangeAspect="1"/>
          </p:cNvPicPr>
          <p:nvPr/>
        </p:nvPicPr>
        <p:blipFill>
          <a:blip r:embed="rId3"/>
          <a:srcRect t="48182" b="30000"/>
          <a:stretch>
            <a:fillRect/>
          </a:stretch>
        </p:blipFill>
        <p:spPr>
          <a:xfrm>
            <a:off x="0" y="3886200"/>
            <a:ext cx="9077512" cy="25631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200" y="6019800"/>
            <a:ext cx="7524769" cy="326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1500" t="-4458" r="1500" b="4458"/>
          <a:stretch>
            <a:fillRect/>
          </a:stretch>
        </p:blipFill>
        <p:spPr>
          <a:xfrm>
            <a:off x="685800" y="762000"/>
            <a:ext cx="7620000" cy="5286227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595688" y="6176814"/>
            <a:ext cx="5857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+mn-lt"/>
              </a:rPr>
              <a:t>Table 11.2   Comparison of Disk Scheduling Algorithms</a:t>
            </a:r>
            <a:r>
              <a:rPr lang="en-US" dirty="0" smtClean="0">
                <a:latin typeface="+mn-lt"/>
              </a:rPr>
              <a:t> 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50098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295400"/>
            <a:ext cx="4267200" cy="109855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660066"/>
                </a:solidFill>
              </a:rPr>
              <a:t>C-SCAN</a:t>
            </a:r>
            <a:br>
              <a:rPr lang="en-US" dirty="0" smtClean="0">
                <a:solidFill>
                  <a:srgbClr val="660066"/>
                </a:solidFill>
              </a:rPr>
            </a:br>
            <a:r>
              <a:rPr lang="en-US" sz="3600" dirty="0" smtClean="0">
                <a:solidFill>
                  <a:srgbClr val="660066"/>
                </a:solidFill>
              </a:rPr>
              <a:t>(Circular SCAN)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419600" y="838200"/>
            <a:ext cx="4038600" cy="2546350"/>
          </a:xfrm>
        </p:spPr>
        <p:txBody>
          <a:bodyPr/>
          <a:lstStyle/>
          <a:p>
            <a:r>
              <a:rPr lang="en-US" dirty="0" smtClean="0"/>
              <a:t>Restricts scanning to one direction only</a:t>
            </a:r>
          </a:p>
          <a:p>
            <a:r>
              <a:rPr lang="en-US" dirty="0" smtClean="0"/>
              <a:t>When the last track has been visited in one direction, the arm is returned to the opposite end of the disk and the scan begins again</a:t>
            </a:r>
          </a:p>
          <a:p>
            <a:endParaRPr lang="en-US" dirty="0"/>
          </a:p>
        </p:txBody>
      </p:sp>
      <p:pic>
        <p:nvPicPr>
          <p:cNvPr id="5" name="Picture 4" descr="f7.pdf"/>
          <p:cNvPicPr>
            <a:picLocks noChangeAspect="1"/>
          </p:cNvPicPr>
          <p:nvPr/>
        </p:nvPicPr>
        <p:blipFill>
          <a:blip r:embed="rId3"/>
          <a:srcRect t="70000" b="8182"/>
          <a:stretch>
            <a:fillRect/>
          </a:stretch>
        </p:blipFill>
        <p:spPr>
          <a:xfrm>
            <a:off x="0" y="3886200"/>
            <a:ext cx="9144000" cy="25819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200" y="6019800"/>
            <a:ext cx="7524769" cy="326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1500" t="-4458" r="1500" b="4458"/>
          <a:stretch>
            <a:fillRect/>
          </a:stretch>
        </p:blipFill>
        <p:spPr>
          <a:xfrm>
            <a:off x="685800" y="762000"/>
            <a:ext cx="7620000" cy="5286227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595688" y="6176814"/>
            <a:ext cx="5857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+mn-lt"/>
              </a:rPr>
              <a:t>Table 11.2   Comparison of Disk Scheduling Algorithms</a:t>
            </a:r>
            <a:r>
              <a:rPr lang="en-US" dirty="0" smtClean="0">
                <a:latin typeface="+mn-lt"/>
              </a:rPr>
              <a:t> 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91997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220148"/>
          </a:xfrm>
        </p:spPr>
        <p:txBody>
          <a:bodyPr/>
          <a:lstStyle/>
          <a:p>
            <a:pPr algn="l"/>
            <a:r>
              <a:rPr lang="en-US" dirty="0" smtClean="0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rgbClr val="660066"/>
                </a:solidFill>
              </a:rPr>
              <a:t>N-Step-SCAN</a:t>
            </a:r>
            <a:endParaRPr lang="en-US" dirty="0">
              <a:ln>
                <a:solidFill>
                  <a:schemeClr val="accent1">
                    <a:lumMod val="75000"/>
                  </a:schemeClr>
                </a:solidFill>
              </a:ln>
              <a:solidFill>
                <a:srgbClr val="66006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9600" y="2209800"/>
            <a:ext cx="7848600" cy="4038600"/>
          </a:xfrm>
        </p:spPr>
        <p:txBody>
          <a:bodyPr/>
          <a:lstStyle/>
          <a:p>
            <a:pPr>
              <a:buClr>
                <a:srgbClr val="660066"/>
              </a:buClr>
            </a:pPr>
            <a:r>
              <a:rPr lang="en-US" dirty="0" smtClean="0"/>
              <a:t>Segments the disk request queue into subqueues of length </a:t>
            </a:r>
            <a:r>
              <a:rPr lang="en-US" i="1" dirty="0" smtClean="0"/>
              <a:t>N</a:t>
            </a:r>
          </a:p>
          <a:p>
            <a:pPr>
              <a:buClr>
                <a:srgbClr val="660066"/>
              </a:buClr>
            </a:pPr>
            <a:r>
              <a:rPr lang="en-US" dirty="0" smtClean="0"/>
              <a:t>Subqueues are processed one at a time, using SCAN</a:t>
            </a:r>
          </a:p>
          <a:p>
            <a:pPr>
              <a:buClr>
                <a:srgbClr val="660066"/>
              </a:buClr>
            </a:pPr>
            <a:r>
              <a:rPr lang="en-US" dirty="0" smtClean="0"/>
              <a:t>While a queue is being processed new requests must be added to some other queue</a:t>
            </a:r>
          </a:p>
          <a:p>
            <a:pPr>
              <a:buClr>
                <a:srgbClr val="660066"/>
              </a:buClr>
            </a:pPr>
            <a:r>
              <a:rPr lang="en-US" dirty="0" smtClean="0"/>
              <a:t>If fewer than </a:t>
            </a:r>
            <a:r>
              <a:rPr lang="en-US" i="1" dirty="0" smtClean="0"/>
              <a:t>N</a:t>
            </a:r>
            <a:r>
              <a:rPr lang="en-US" dirty="0" smtClean="0"/>
              <a:t> requests are available at the end of a scan, all of them are processed with the next scan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572000"/>
            <a:ext cx="2044700" cy="197378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rgbClr val="660066"/>
                </a:solidFill>
              </a:rPr>
              <a:t>FSCAN</a:t>
            </a:r>
            <a:endParaRPr lang="en-US" dirty="0">
              <a:ln>
                <a:solidFill>
                  <a:schemeClr val="accent1">
                    <a:lumMod val="75000"/>
                  </a:schemeClr>
                </a:solidFill>
              </a:ln>
              <a:solidFill>
                <a:srgbClr val="66006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9600" y="2286000"/>
            <a:ext cx="7696200" cy="3962400"/>
          </a:xfrm>
        </p:spPr>
        <p:txBody>
          <a:bodyPr/>
          <a:lstStyle/>
          <a:p>
            <a:pPr>
              <a:buClr>
                <a:srgbClr val="660066"/>
              </a:buClr>
            </a:pPr>
            <a:r>
              <a:rPr lang="en-US" dirty="0" smtClean="0"/>
              <a:t>Uses two subqueues</a:t>
            </a:r>
          </a:p>
          <a:p>
            <a:pPr>
              <a:buClr>
                <a:srgbClr val="660066"/>
              </a:buClr>
            </a:pPr>
            <a:r>
              <a:rPr lang="en-NZ" dirty="0" smtClean="0"/>
              <a:t>When a scan begins, all of the requests are in one of the queues, with the other empty</a:t>
            </a:r>
          </a:p>
          <a:p>
            <a:pPr>
              <a:buClr>
                <a:srgbClr val="660066"/>
              </a:buClr>
            </a:pPr>
            <a:r>
              <a:rPr lang="en-NZ" dirty="0" smtClean="0"/>
              <a:t>During scan, all new requests are put into the other queue</a:t>
            </a:r>
          </a:p>
          <a:p>
            <a:pPr>
              <a:buClr>
                <a:srgbClr val="660066"/>
              </a:buClr>
            </a:pPr>
            <a:r>
              <a:rPr lang="en-NZ" dirty="0" smtClean="0"/>
              <a:t>Service of new requests is deferred until all of the old requests have been processed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7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470648"/>
            <a:ext cx="4935682" cy="638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955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9600" y="685800"/>
            <a:ext cx="2084388" cy="1144588"/>
          </a:xfrm>
        </p:spPr>
        <p:txBody>
          <a:bodyPr/>
          <a:lstStyle/>
          <a:p>
            <a:r>
              <a:rPr lang="en-US" dirty="0" smtClean="0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rgbClr val="660066"/>
                </a:solidFill>
              </a:rPr>
              <a:t>RAID</a:t>
            </a:r>
            <a:endParaRPr lang="en-US" dirty="0">
              <a:ln>
                <a:solidFill>
                  <a:schemeClr val="accent1">
                    <a:lumMod val="75000"/>
                  </a:schemeClr>
                </a:solidFill>
              </a:ln>
              <a:solidFill>
                <a:srgbClr val="66006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9600" y="2133600"/>
            <a:ext cx="2590800" cy="4038600"/>
          </a:xfrm>
        </p:spPr>
        <p:txBody>
          <a:bodyPr/>
          <a:lstStyle/>
          <a:p>
            <a:r>
              <a:rPr lang="en-US" dirty="0" smtClean="0"/>
              <a:t>Redundant Array of Independent Disks</a:t>
            </a:r>
          </a:p>
          <a:p>
            <a:r>
              <a:rPr lang="en-US" dirty="0" smtClean="0"/>
              <a:t>Consists of seven levels, zero through six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1676400" y="1371600"/>
          <a:ext cx="7467600" cy="528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8" name="Ink 37"/>
              <p14:cNvContentPartPr/>
              <p14:nvPr/>
            </p14:nvContentPartPr>
            <p14:xfrm>
              <a:off x="1678120" y="4472031"/>
              <a:ext cx="6917400" cy="247680"/>
            </p14:xfrm>
          </p:contentPart>
        </mc:Choice>
        <mc:Fallback>
          <p:pic>
            <p:nvPicPr>
              <p:cNvPr id="38" name="Ink 37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65880" y="4459791"/>
                <a:ext cx="6936480" cy="266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rgbClr val="660066"/>
                </a:solidFill>
              </a:rPr>
              <a:t>RAID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4"/>
          </p:nvPr>
        </p:nvSpPr>
        <p:spPr>
          <a:xfrm>
            <a:off x="658906" y="2286000"/>
            <a:ext cx="7799294" cy="4038599"/>
          </a:xfrm>
        </p:spPr>
        <p:txBody>
          <a:bodyPr/>
          <a:lstStyle/>
          <a:p>
            <a:r>
              <a:rPr lang="en-US" dirty="0" smtClean="0"/>
              <a:t>The term was originally coined in a paper by a group of researchers at the University of California at Berkeley</a:t>
            </a:r>
          </a:p>
          <a:p>
            <a:pPr lvl="2"/>
            <a:r>
              <a:rPr lang="en-US" dirty="0"/>
              <a:t>t</a:t>
            </a:r>
            <a:r>
              <a:rPr lang="en-US" dirty="0" smtClean="0"/>
              <a:t>he paper outlined various configurations and applications and introduced the definitions of the RAID levels</a:t>
            </a:r>
          </a:p>
          <a:p>
            <a:r>
              <a:rPr lang="en-US" dirty="0" smtClean="0"/>
              <a:t>Strategy employs multiple disk drives and distributes data in such a way as to enable simultaneous access to data from multiple drives</a:t>
            </a:r>
          </a:p>
          <a:p>
            <a:pPr lvl="2"/>
            <a:r>
              <a:rPr lang="en-US" dirty="0"/>
              <a:t>i</a:t>
            </a:r>
            <a:r>
              <a:rPr lang="en-US" dirty="0" smtClean="0"/>
              <a:t>mproves I/O performance and allows easier incremental increases in capacity</a:t>
            </a:r>
          </a:p>
          <a:p>
            <a:r>
              <a:rPr lang="en-US" dirty="0" smtClean="0"/>
              <a:t>The unique contribution is to address effectively the need for redundancy</a:t>
            </a:r>
          </a:p>
          <a:p>
            <a:r>
              <a:rPr lang="en-US" dirty="0" smtClean="0"/>
              <a:t>Makes use of stored parity information that enables the recovery of data lost due to a disk failure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71600"/>
            <a:ext cx="2667000" cy="1098332"/>
          </a:xfrm>
        </p:spPr>
        <p:txBody>
          <a:bodyPr/>
          <a:lstStyle/>
          <a:p>
            <a:r>
              <a:rPr lang="en-US" sz="5200" dirty="0" smtClean="0">
                <a:solidFill>
                  <a:srgbClr val="66006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RAID Level 0</a:t>
            </a:r>
            <a:endParaRPr lang="en-US" sz="5200" dirty="0">
              <a:solidFill>
                <a:srgbClr val="660066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3886200" y="762000"/>
            <a:ext cx="4800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82575" marR="0" lvl="0" indent="-282575" fontAlgn="base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lang="en-NZ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Not a true RAID because it does not include redundancy to improve performance or provide data protection</a:t>
            </a:r>
          </a:p>
          <a:p>
            <a:pPr marL="282575" marR="0" lvl="0" indent="-282575" fontAlgn="base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lang="en-NZ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User and system data are distributed across all of the disks in the array</a:t>
            </a:r>
          </a:p>
          <a:p>
            <a:pPr marL="282575" marR="0" lvl="0" indent="-282575" fontAlgn="base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lang="en-NZ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Logical disk is divided into strips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NZ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6" descr="f8-1.pdf"/>
          <p:cNvPicPr>
            <a:picLocks noChangeAspect="1"/>
          </p:cNvPicPr>
          <p:nvPr/>
        </p:nvPicPr>
        <p:blipFill>
          <a:blip r:embed="rId3"/>
          <a:srcRect l="5455" t="4706" r="47273" b="67059"/>
          <a:stretch>
            <a:fillRect/>
          </a:stretch>
        </p:blipFill>
        <p:spPr>
          <a:xfrm>
            <a:off x="1066800" y="3505200"/>
            <a:ext cx="6553200" cy="30244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xmlns:p14="http://schemas.microsoft.com/office/powerpoint/2010/main"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3380232" cy="1371600"/>
          </a:xfrm>
        </p:spPr>
        <p:txBody>
          <a:bodyPr/>
          <a:lstStyle/>
          <a:p>
            <a:r>
              <a:rPr lang="en-US" sz="5200" dirty="0" smtClean="0">
                <a:solidFill>
                  <a:srgbClr val="66006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RAID Level 1</a:t>
            </a:r>
            <a:endParaRPr lang="en-US" sz="5200" dirty="0">
              <a:solidFill>
                <a:srgbClr val="660066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733800" y="1219200"/>
            <a:ext cx="4876800" cy="2895600"/>
          </a:xfrm>
        </p:spPr>
        <p:txBody>
          <a:bodyPr>
            <a:noAutofit/>
          </a:bodyPr>
          <a:lstStyle/>
          <a:p>
            <a:pPr fontAlgn="base">
              <a:spcBef>
                <a:spcPts val="1200"/>
              </a:spcBef>
              <a:spcAft>
                <a:spcPct val="0"/>
              </a:spcAft>
              <a:defRPr/>
            </a:pPr>
            <a:r>
              <a:rPr lang="en-NZ" sz="2000" dirty="0" smtClean="0"/>
              <a:t>Redundancy is achieved by the simple expedient of duplicating all the data</a:t>
            </a:r>
          </a:p>
          <a:p>
            <a:pPr fontAlgn="base">
              <a:spcBef>
                <a:spcPts val="1200"/>
              </a:spcBef>
              <a:spcAft>
                <a:spcPct val="0"/>
              </a:spcAft>
              <a:defRPr/>
            </a:pPr>
            <a:r>
              <a:rPr lang="en-NZ" sz="2000" dirty="0" smtClean="0"/>
              <a:t>There is no “write penalty”</a:t>
            </a:r>
          </a:p>
          <a:p>
            <a:pPr fontAlgn="base">
              <a:spcBef>
                <a:spcPts val="1200"/>
              </a:spcBef>
              <a:spcAft>
                <a:spcPct val="0"/>
              </a:spcAft>
              <a:defRPr/>
            </a:pPr>
            <a:r>
              <a:rPr lang="en-NZ" sz="2000" dirty="0" smtClean="0"/>
              <a:t>When a drive fails the data may still be accessed from the second drive</a:t>
            </a:r>
          </a:p>
          <a:p>
            <a:pPr fontAlgn="base">
              <a:spcBef>
                <a:spcPts val="1200"/>
              </a:spcBef>
              <a:spcAft>
                <a:spcPct val="0"/>
              </a:spcAft>
              <a:defRPr/>
            </a:pPr>
            <a:r>
              <a:rPr lang="en-NZ" sz="2000" dirty="0" smtClean="0"/>
              <a:t>Principal disadvantage is the cost</a:t>
            </a:r>
          </a:p>
        </p:txBody>
      </p:sp>
      <p:pic>
        <p:nvPicPr>
          <p:cNvPr id="5" name="Picture 4" descr="f8-1.pdf"/>
          <p:cNvPicPr>
            <a:picLocks noChangeAspect="1"/>
          </p:cNvPicPr>
          <p:nvPr/>
        </p:nvPicPr>
        <p:blipFill>
          <a:blip r:embed="rId3"/>
          <a:srcRect t="32941" b="38824"/>
          <a:stretch>
            <a:fillRect/>
          </a:stretch>
        </p:blipFill>
        <p:spPr>
          <a:xfrm>
            <a:off x="-349250" y="4191000"/>
            <a:ext cx="9922808" cy="216497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7" name="Ink 56"/>
              <p14:cNvContentPartPr/>
              <p14:nvPr/>
            </p14:nvContentPartPr>
            <p14:xfrm>
              <a:off x="5570440" y="1895871"/>
              <a:ext cx="274680" cy="117720"/>
            </p14:xfrm>
          </p:contentPart>
        </mc:Choice>
        <mc:Fallback>
          <p:pic>
            <p:nvPicPr>
              <p:cNvPr id="57" name="Ink 56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61080" y="1886151"/>
                <a:ext cx="29376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3" name="Ink 72"/>
              <p14:cNvContentPartPr/>
              <p14:nvPr/>
            </p14:nvContentPartPr>
            <p14:xfrm>
              <a:off x="3884560" y="5413791"/>
              <a:ext cx="813600" cy="373680"/>
            </p14:xfrm>
          </p:contentPart>
        </mc:Choice>
        <mc:Fallback>
          <p:pic>
            <p:nvPicPr>
              <p:cNvPr id="73" name="Ink 7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70160" y="5407311"/>
                <a:ext cx="831960" cy="394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3456432" cy="1371600"/>
          </a:xfrm>
        </p:spPr>
        <p:txBody>
          <a:bodyPr/>
          <a:lstStyle/>
          <a:p>
            <a:r>
              <a:rPr lang="en-US" sz="5200" dirty="0" smtClean="0">
                <a:solidFill>
                  <a:srgbClr val="66006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RAID Level 2</a:t>
            </a:r>
            <a:endParaRPr lang="en-US" dirty="0">
              <a:solidFill>
                <a:srgbClr val="660066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962400" y="1066800"/>
            <a:ext cx="4523232" cy="2850932"/>
          </a:xfrm>
        </p:spPr>
        <p:txBody>
          <a:bodyPr>
            <a:normAutofit/>
          </a:bodyPr>
          <a:lstStyle/>
          <a:p>
            <a:pPr fontAlgn="base">
              <a:spcBef>
                <a:spcPts val="1200"/>
              </a:spcBef>
              <a:spcAft>
                <a:spcPct val="0"/>
              </a:spcAft>
              <a:defRPr/>
            </a:pPr>
            <a:r>
              <a:rPr lang="en-NZ" sz="2000" dirty="0" smtClean="0"/>
              <a:t>Makes use of a parallel access technique</a:t>
            </a:r>
          </a:p>
          <a:p>
            <a:pPr fontAlgn="base">
              <a:spcBef>
                <a:spcPts val="1200"/>
              </a:spcBef>
              <a:spcAft>
                <a:spcPct val="0"/>
              </a:spcAft>
              <a:defRPr/>
            </a:pPr>
            <a:r>
              <a:rPr lang="en-NZ" sz="2000" dirty="0" smtClean="0"/>
              <a:t>Data striping is used</a:t>
            </a:r>
          </a:p>
          <a:p>
            <a:pPr fontAlgn="base">
              <a:spcBef>
                <a:spcPts val="1200"/>
              </a:spcBef>
              <a:spcAft>
                <a:spcPct val="0"/>
              </a:spcAft>
              <a:defRPr/>
            </a:pPr>
            <a:r>
              <a:rPr lang="en-NZ" sz="2000" dirty="0" smtClean="0"/>
              <a:t>Typically a Hamming code is used</a:t>
            </a:r>
          </a:p>
          <a:p>
            <a:pPr fontAlgn="base">
              <a:spcBef>
                <a:spcPts val="1200"/>
              </a:spcBef>
              <a:spcAft>
                <a:spcPct val="0"/>
              </a:spcAft>
              <a:defRPr/>
            </a:pPr>
            <a:r>
              <a:rPr lang="en-NZ" sz="2000" dirty="0" smtClean="0"/>
              <a:t>Effective choice in an environment in which many disk errors occur</a:t>
            </a:r>
            <a:endParaRPr lang="en-NZ" sz="2000" dirty="0"/>
          </a:p>
        </p:txBody>
      </p:sp>
      <p:pic>
        <p:nvPicPr>
          <p:cNvPr id="7" name="Picture 6" descr="f8-1.pdf"/>
          <p:cNvPicPr>
            <a:picLocks noChangeAspect="1"/>
          </p:cNvPicPr>
          <p:nvPr/>
        </p:nvPicPr>
        <p:blipFill>
          <a:blip r:embed="rId3"/>
          <a:srcRect l="5455" t="61176" r="18182" b="11765"/>
          <a:stretch>
            <a:fillRect/>
          </a:stretch>
        </p:blipFill>
        <p:spPr>
          <a:xfrm>
            <a:off x="304800" y="4038600"/>
            <a:ext cx="8610890" cy="235772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Ink 10"/>
              <p14:cNvContentPartPr/>
              <p14:nvPr/>
            </p14:nvContentPartPr>
            <p14:xfrm>
              <a:off x="1367800" y="6095991"/>
              <a:ext cx="360" cy="360"/>
            </p14:xfrm>
          </p:contentPart>
        </mc:Choice>
        <mc:Fallback>
          <p:pic>
            <p:nvPicPr>
              <p:cNvPr id="11" name="Ink 1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53040" y="6081231"/>
                <a:ext cx="29880" cy="29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47800"/>
            <a:ext cx="3456432" cy="1098332"/>
          </a:xfrm>
        </p:spPr>
        <p:txBody>
          <a:bodyPr/>
          <a:lstStyle/>
          <a:p>
            <a:r>
              <a:rPr lang="en-US" sz="5200" dirty="0" smtClean="0">
                <a:solidFill>
                  <a:srgbClr val="66006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RAID Level 3</a:t>
            </a:r>
            <a:endParaRPr lang="en-US" sz="5200" dirty="0">
              <a:solidFill>
                <a:srgbClr val="660066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86200" y="654268"/>
            <a:ext cx="4599432" cy="2088932"/>
          </a:xfrm>
        </p:spPr>
        <p:txBody>
          <a:bodyPr>
            <a:noAutofit/>
          </a:bodyPr>
          <a:lstStyle/>
          <a:p>
            <a:pPr fontAlgn="base">
              <a:spcBef>
                <a:spcPts val="1200"/>
              </a:spcBef>
              <a:spcAft>
                <a:spcPct val="0"/>
              </a:spcAft>
              <a:defRPr/>
            </a:pPr>
            <a:r>
              <a:rPr lang="en-NZ" sz="2000" dirty="0" smtClean="0"/>
              <a:t>Requires only a single redundant disk, no matter how large the disk array</a:t>
            </a:r>
          </a:p>
          <a:p>
            <a:pPr fontAlgn="base">
              <a:spcBef>
                <a:spcPts val="1200"/>
              </a:spcBef>
              <a:spcAft>
                <a:spcPct val="0"/>
              </a:spcAft>
              <a:defRPr/>
            </a:pPr>
            <a:r>
              <a:rPr lang="en-NZ" sz="2000" dirty="0" smtClean="0"/>
              <a:t>Employs parallel access, with data distributed in small strips</a:t>
            </a:r>
          </a:p>
          <a:p>
            <a:pPr fontAlgn="base">
              <a:spcBef>
                <a:spcPts val="1200"/>
              </a:spcBef>
              <a:spcAft>
                <a:spcPct val="0"/>
              </a:spcAft>
              <a:defRPr/>
            </a:pPr>
            <a:r>
              <a:rPr lang="en-NZ" sz="2000" dirty="0" smtClean="0"/>
              <a:t>Can achieve very high data transfer rates</a:t>
            </a:r>
            <a:endParaRPr lang="en-NZ" sz="2000" dirty="0"/>
          </a:p>
        </p:txBody>
      </p:sp>
      <p:pic>
        <p:nvPicPr>
          <p:cNvPr id="7" name="Picture 6" descr="f8-2.pdf"/>
          <p:cNvPicPr>
            <a:picLocks noChangeAspect="1"/>
          </p:cNvPicPr>
          <p:nvPr/>
        </p:nvPicPr>
        <p:blipFill>
          <a:blip r:embed="rId3"/>
          <a:srcRect r="20000" b="75455"/>
          <a:stretch>
            <a:fillRect/>
          </a:stretch>
        </p:blipFill>
        <p:spPr>
          <a:xfrm>
            <a:off x="-117327" y="2895600"/>
            <a:ext cx="9566127" cy="37986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3456432" cy="1371600"/>
          </a:xfrm>
        </p:spPr>
        <p:txBody>
          <a:bodyPr/>
          <a:lstStyle/>
          <a:p>
            <a:r>
              <a:rPr lang="en-US" sz="5200" dirty="0" smtClean="0">
                <a:solidFill>
                  <a:srgbClr val="66006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RAID Level 4</a:t>
            </a:r>
            <a:endParaRPr lang="en-US" sz="5200" dirty="0">
              <a:solidFill>
                <a:srgbClr val="660066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581400" y="654268"/>
            <a:ext cx="5105400" cy="2546132"/>
          </a:xfrm>
        </p:spPr>
        <p:txBody>
          <a:bodyPr>
            <a:noAutofit/>
          </a:bodyPr>
          <a:lstStyle/>
          <a:p>
            <a:pPr fontAlgn="base">
              <a:spcBef>
                <a:spcPts val="1000"/>
              </a:spcBef>
              <a:spcAft>
                <a:spcPct val="0"/>
              </a:spcAft>
              <a:defRPr/>
            </a:pPr>
            <a:r>
              <a:rPr lang="en-NZ" sz="2000" dirty="0" smtClean="0"/>
              <a:t>Makes use of an independent access technique</a:t>
            </a:r>
          </a:p>
          <a:p>
            <a:pPr fontAlgn="base">
              <a:spcBef>
                <a:spcPts val="1000"/>
              </a:spcBef>
              <a:spcAft>
                <a:spcPct val="0"/>
              </a:spcAft>
              <a:defRPr/>
            </a:pPr>
            <a:r>
              <a:rPr lang="en-NZ" sz="2000" dirty="0" smtClean="0"/>
              <a:t>A bit-by-bit parity strip is calculated across corresponding strips on each data disk, and the parity bits are stored in the corresponding strip on the parity disk</a:t>
            </a:r>
          </a:p>
          <a:p>
            <a:pPr fontAlgn="base">
              <a:spcBef>
                <a:spcPts val="1000"/>
              </a:spcBef>
              <a:spcAft>
                <a:spcPct val="0"/>
              </a:spcAft>
              <a:defRPr/>
            </a:pPr>
            <a:r>
              <a:rPr lang="en-NZ" sz="2000" dirty="0" smtClean="0"/>
              <a:t>Involves a write penalty when an I/O write request of small size is performed</a:t>
            </a:r>
          </a:p>
        </p:txBody>
      </p:sp>
      <p:pic>
        <p:nvPicPr>
          <p:cNvPr id="7" name="Picture 6" descr="f8-2.pdf"/>
          <p:cNvPicPr>
            <a:picLocks noChangeAspect="1"/>
          </p:cNvPicPr>
          <p:nvPr/>
        </p:nvPicPr>
        <p:blipFill>
          <a:blip r:embed="rId3"/>
          <a:srcRect l="2353" t="22727" r="21176" b="54545"/>
          <a:stretch>
            <a:fillRect/>
          </a:stretch>
        </p:blipFill>
        <p:spPr>
          <a:xfrm>
            <a:off x="685800" y="3505200"/>
            <a:ext cx="7924790" cy="30480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66800"/>
            <a:ext cx="3456432" cy="1524000"/>
          </a:xfrm>
        </p:spPr>
        <p:txBody>
          <a:bodyPr/>
          <a:lstStyle/>
          <a:p>
            <a:r>
              <a:rPr lang="en-US" sz="5200" dirty="0" smtClean="0">
                <a:solidFill>
                  <a:srgbClr val="66006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RAID Level 5</a:t>
            </a:r>
            <a:endParaRPr lang="en-US" sz="5200" dirty="0">
              <a:solidFill>
                <a:srgbClr val="660066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86200" y="654268"/>
            <a:ext cx="4800600" cy="2165132"/>
          </a:xfrm>
        </p:spPr>
        <p:txBody>
          <a:bodyPr>
            <a:noAutofit/>
          </a:bodyPr>
          <a:lstStyle/>
          <a:p>
            <a:pPr fontAlgn="base">
              <a:spcBef>
                <a:spcPts val="1000"/>
              </a:spcBef>
              <a:spcAft>
                <a:spcPct val="0"/>
              </a:spcAft>
              <a:defRPr/>
            </a:pPr>
            <a:r>
              <a:rPr lang="en-NZ" sz="2000" dirty="0" smtClean="0"/>
              <a:t>Similar to RAID-4 but distributes the parity bits across all disks</a:t>
            </a:r>
          </a:p>
          <a:p>
            <a:pPr fontAlgn="base">
              <a:spcBef>
                <a:spcPts val="1000"/>
              </a:spcBef>
              <a:spcAft>
                <a:spcPct val="0"/>
              </a:spcAft>
              <a:defRPr/>
            </a:pPr>
            <a:r>
              <a:rPr lang="en-NZ" sz="2000" dirty="0" smtClean="0"/>
              <a:t>Typical allocation is a round-robin scheme</a:t>
            </a:r>
          </a:p>
          <a:p>
            <a:pPr fontAlgn="base">
              <a:spcBef>
                <a:spcPts val="1000"/>
              </a:spcBef>
              <a:spcAft>
                <a:spcPct val="0"/>
              </a:spcAft>
              <a:defRPr/>
            </a:pPr>
            <a:r>
              <a:rPr lang="en-NZ" sz="2000" dirty="0" smtClean="0"/>
              <a:t>Has the characteristic that the loss of any one disk does not result in data loss</a:t>
            </a:r>
            <a:endParaRPr lang="en-NZ" sz="2000" dirty="0"/>
          </a:p>
        </p:txBody>
      </p:sp>
      <p:pic>
        <p:nvPicPr>
          <p:cNvPr id="7" name="Picture 6" descr="f8-2.pdf"/>
          <p:cNvPicPr>
            <a:picLocks noChangeAspect="1"/>
          </p:cNvPicPr>
          <p:nvPr/>
        </p:nvPicPr>
        <p:blipFill>
          <a:blip r:embed="rId3"/>
          <a:srcRect t="45455" r="23529" b="30909"/>
          <a:stretch>
            <a:fillRect/>
          </a:stretch>
        </p:blipFill>
        <p:spPr>
          <a:xfrm>
            <a:off x="79893" y="3124200"/>
            <a:ext cx="8654978" cy="34618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3532632" cy="1524000"/>
          </a:xfrm>
        </p:spPr>
        <p:txBody>
          <a:bodyPr/>
          <a:lstStyle/>
          <a:p>
            <a:r>
              <a:rPr lang="en-US" sz="5200" dirty="0" smtClean="0">
                <a:solidFill>
                  <a:srgbClr val="66006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RAID Level 6</a:t>
            </a:r>
            <a:endParaRPr lang="en-US" sz="5200" dirty="0">
              <a:solidFill>
                <a:srgbClr val="660066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0" y="654268"/>
            <a:ext cx="4876800" cy="2469932"/>
          </a:xfrm>
        </p:spPr>
        <p:txBody>
          <a:bodyPr>
            <a:noAutofit/>
          </a:bodyPr>
          <a:lstStyle/>
          <a:p>
            <a:pPr fontAlgn="base">
              <a:spcBef>
                <a:spcPts val="1000"/>
              </a:spcBef>
              <a:spcAft>
                <a:spcPct val="0"/>
              </a:spcAft>
              <a:defRPr/>
            </a:pPr>
            <a:r>
              <a:rPr lang="en-NZ" sz="2000" dirty="0" smtClean="0"/>
              <a:t>Two different parity calculations are carried out and stored in separate blocks on different disks</a:t>
            </a:r>
          </a:p>
          <a:p>
            <a:pPr fontAlgn="base">
              <a:spcBef>
                <a:spcPts val="1000"/>
              </a:spcBef>
              <a:spcAft>
                <a:spcPct val="0"/>
              </a:spcAft>
              <a:defRPr/>
            </a:pPr>
            <a:r>
              <a:rPr lang="en-NZ" sz="2000" dirty="0" smtClean="0"/>
              <a:t>Provides extremely high data availability</a:t>
            </a:r>
          </a:p>
          <a:p>
            <a:pPr fontAlgn="base">
              <a:spcBef>
                <a:spcPts val="1000"/>
              </a:spcBef>
              <a:spcAft>
                <a:spcPct val="0"/>
              </a:spcAft>
              <a:defRPr/>
            </a:pPr>
            <a:r>
              <a:rPr lang="en-NZ" sz="2000" dirty="0" smtClean="0"/>
              <a:t>Incurs a substantial write penalty because each write affects two parity blocks</a:t>
            </a:r>
          </a:p>
        </p:txBody>
      </p:sp>
      <p:pic>
        <p:nvPicPr>
          <p:cNvPr id="7" name="Picture 6" descr="f8-2.pdf"/>
          <p:cNvPicPr>
            <a:picLocks noChangeAspect="1"/>
          </p:cNvPicPr>
          <p:nvPr/>
        </p:nvPicPr>
        <p:blipFill>
          <a:blip r:embed="rId3"/>
          <a:srcRect t="68182" b="9091"/>
          <a:stretch>
            <a:fillRect/>
          </a:stretch>
        </p:blipFill>
        <p:spPr>
          <a:xfrm>
            <a:off x="0" y="3505200"/>
            <a:ext cx="9695763" cy="285176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0" name="Ink 19"/>
              <p14:cNvContentPartPr/>
              <p14:nvPr/>
            </p14:nvContentPartPr>
            <p14:xfrm>
              <a:off x="6173440" y="3840591"/>
              <a:ext cx="708120" cy="960120"/>
            </p14:xfrm>
          </p:contentPart>
        </mc:Choice>
        <mc:Fallback>
          <p:pic>
            <p:nvPicPr>
              <p:cNvPr id="20" name="Ink 1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60120" y="3825111"/>
                <a:ext cx="726120" cy="982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9600"/>
            <a:ext cx="8216900" cy="56732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48200" y="6172200"/>
            <a:ext cx="2746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+mn-lt"/>
              </a:rPr>
              <a:t>Table 11.4  RAID Levels</a:t>
            </a:r>
            <a:r>
              <a:rPr lang="en-US" dirty="0" smtClean="0">
                <a:latin typeface="+mn-lt"/>
              </a:rPr>
              <a:t> </a:t>
            </a:r>
            <a:endParaRPr lang="en-US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172200"/>
            <a:ext cx="36215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>
                <a:latin typeface="+mn-lt"/>
              </a:rPr>
              <a:t>N</a:t>
            </a:r>
            <a:r>
              <a:rPr lang="en-US" sz="1200" dirty="0" smtClean="0">
                <a:latin typeface="+mn-lt"/>
              </a:rPr>
              <a:t> = number of data disks;    </a:t>
            </a:r>
            <a:r>
              <a:rPr lang="en-US" sz="1200" i="1" dirty="0" err="1" smtClean="0">
                <a:latin typeface="+mn-lt"/>
              </a:rPr>
              <a:t>m</a:t>
            </a:r>
            <a:r>
              <a:rPr lang="en-US" sz="1200" dirty="0" smtClean="0">
                <a:latin typeface="+mn-lt"/>
              </a:rPr>
              <a:t> proportional to log </a:t>
            </a:r>
            <a:r>
              <a:rPr lang="en-US" sz="1200" i="1" dirty="0" smtClean="0">
                <a:latin typeface="+mn-lt"/>
              </a:rPr>
              <a:t>N</a:t>
            </a:r>
            <a:r>
              <a:rPr lang="en-US" sz="1200" dirty="0" smtClean="0">
                <a:latin typeface="+mn-lt"/>
              </a:rPr>
              <a:t> 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085005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8-1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76645"/>
            <a:ext cx="8646459" cy="668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53359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8-2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457200"/>
            <a:ext cx="4859482" cy="628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250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dex">
  <a:themeElements>
    <a:clrScheme name="Codex">
      <a:dk1>
        <a:sysClr val="windowText" lastClr="000000"/>
      </a:dk1>
      <a:lt1>
        <a:sysClr val="window" lastClr="FFFFFF"/>
      </a:lt1>
      <a:dk2>
        <a:srgbClr val="59564B"/>
      </a:dk2>
      <a:lt2>
        <a:srgbClr val="DFDAC7"/>
      </a:lt2>
      <a:accent1>
        <a:srgbClr val="990000"/>
      </a:accent1>
      <a:accent2>
        <a:srgbClr val="EFAB16"/>
      </a:accent2>
      <a:accent3>
        <a:srgbClr val="78AC35"/>
      </a:accent3>
      <a:accent4>
        <a:srgbClr val="35ACA2"/>
      </a:accent4>
      <a:accent5>
        <a:srgbClr val="4083CF"/>
      </a:accent5>
      <a:accent6>
        <a:srgbClr val="0D335E"/>
      </a:accent6>
      <a:hlink>
        <a:srgbClr val="EF8E1C"/>
      </a:hlink>
      <a:folHlink>
        <a:srgbClr val="FEC60B"/>
      </a:folHlink>
    </a:clrScheme>
    <a:fontScheme name="Codex">
      <a:majorFont>
        <a:latin typeface="Calisto MT"/>
        <a:ea typeface=""/>
        <a:cs typeface=""/>
        <a:font script="Jpan" typeface="ＭＳ 明朝"/>
      </a:majorFont>
      <a:minorFont>
        <a:latin typeface="Calisto MT"/>
        <a:ea typeface=""/>
        <a:cs typeface=""/>
        <a:font script="Jpan" typeface="ＭＳ 明朝"/>
      </a:minorFont>
    </a:fontScheme>
    <a:fmtScheme name="Codex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94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alpha val="90000"/>
                <a:satMod val="115000"/>
              </a:schemeClr>
            </a:gs>
            <a:gs pos="100000">
              <a:schemeClr val="phClr">
                <a:shade val="94000"/>
                <a:alpha val="90000"/>
                <a:satMod val="135000"/>
              </a:schemeClr>
            </a:gs>
          </a:gsLst>
          <a:lin ang="5400000" scaled="1"/>
        </a:gradFill>
      </a:fillStyleLst>
      <a:lnStyleLst>
        <a:ln w="1587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12700" dir="5400000" rotWithShape="0">
              <a:srgbClr val="525252">
                <a:alpha val="85000"/>
              </a:srgbClr>
            </a:outerShdw>
          </a:effectLst>
          <a:scene3d>
            <a:camera prst="orthographicFront">
              <a:rot lat="0" lon="0" rev="0"/>
            </a:camera>
            <a:lightRig rig="sunrise" dir="t">
              <a:rot lat="0" lon="0" rev="6000000"/>
            </a:lightRig>
          </a:scene3d>
          <a:sp3d prstMaterial="matte">
            <a:bevelT w="50800" h="4445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9986</Words>
  <Application>Microsoft Office PowerPoint</Application>
  <PresentationFormat>On-screen Show (4:3)</PresentationFormat>
  <Paragraphs>927</Paragraphs>
  <Slides>49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49</vt:i4>
      </vt:variant>
    </vt:vector>
  </HeadingPairs>
  <TitlesOfParts>
    <vt:vector size="58" baseType="lpstr">
      <vt:lpstr>MS PGothic</vt:lpstr>
      <vt:lpstr>MS PGothic</vt:lpstr>
      <vt:lpstr>Arial</vt:lpstr>
      <vt:lpstr>Calibri</vt:lpstr>
      <vt:lpstr>Calisto MT</vt:lpstr>
      <vt:lpstr>Times New Roman</vt:lpstr>
      <vt:lpstr>Wingdings</vt:lpstr>
      <vt:lpstr>Custom Design</vt:lpstr>
      <vt:lpstr>Codex</vt:lpstr>
      <vt:lpstr>Chapter 11 I/O Management  and Disk Scheduling</vt:lpstr>
      <vt:lpstr>Categories of I/O Devices</vt:lpstr>
      <vt:lpstr>Differences in I/O Devices</vt:lpstr>
      <vt:lpstr>PowerPoint Presentation</vt:lpstr>
      <vt:lpstr>Organization of the I/O Function</vt:lpstr>
      <vt:lpstr>Interrupt Timeline</vt:lpstr>
      <vt:lpstr>PowerPoint Presentation</vt:lpstr>
      <vt:lpstr>Table 11.1    I/O Techniques </vt:lpstr>
      <vt:lpstr>Evolution of the I/O Function</vt:lpstr>
      <vt:lpstr>PowerPoint Presentation</vt:lpstr>
      <vt:lpstr>Design Objectives</vt:lpstr>
      <vt:lpstr>Hierarchical Design</vt:lpstr>
      <vt:lpstr>PowerPoint Presentation</vt:lpstr>
      <vt:lpstr>Buffering</vt:lpstr>
      <vt:lpstr>No Buffer</vt:lpstr>
      <vt:lpstr>Single Buffer</vt:lpstr>
      <vt:lpstr>Block-Oriented Single Buffer</vt:lpstr>
      <vt:lpstr>Double Buffer</vt:lpstr>
      <vt:lpstr>Circular Buffer</vt:lpstr>
      <vt:lpstr>PowerPoint Presentation</vt:lpstr>
      <vt:lpstr>The Utility of Buffering</vt:lpstr>
      <vt:lpstr>Disk Performance Parameters</vt:lpstr>
      <vt:lpstr>Moving-head Disk Mechanism</vt:lpstr>
      <vt:lpstr>Positioning the  Read/Write Heads</vt:lpstr>
      <vt:lpstr>PowerPoint Presentation</vt:lpstr>
      <vt:lpstr>First-In, First-Out (FIFO)</vt:lpstr>
      <vt:lpstr>PowerPoint Presentation</vt:lpstr>
      <vt:lpstr>Priority (PRI)</vt:lpstr>
      <vt:lpstr>Shortest Service Time First (SSTF)</vt:lpstr>
      <vt:lpstr>PowerPoint Presentation</vt:lpstr>
      <vt:lpstr>SCAN</vt:lpstr>
      <vt:lpstr>PowerPoint Presentation</vt:lpstr>
      <vt:lpstr>C-SCAN (Circular SCAN)</vt:lpstr>
      <vt:lpstr>PowerPoint Presentation</vt:lpstr>
      <vt:lpstr>N-Step-SCAN</vt:lpstr>
      <vt:lpstr>FSCAN</vt:lpstr>
      <vt:lpstr>PowerPoint Presentation</vt:lpstr>
      <vt:lpstr>RAID</vt:lpstr>
      <vt:lpstr>RAID</vt:lpstr>
      <vt:lpstr>RAID Level 0</vt:lpstr>
      <vt:lpstr>RAID Level 1</vt:lpstr>
      <vt:lpstr>RAID Level 2</vt:lpstr>
      <vt:lpstr>RAID Level 3</vt:lpstr>
      <vt:lpstr>RAID Level 4</vt:lpstr>
      <vt:lpstr>RAID Level 5</vt:lpstr>
      <vt:lpstr>RAID Level 6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2014-01-29T01:31:20Z</dcterms:created>
  <dcterms:modified xsi:type="dcterms:W3CDTF">2022-05-01T13:09:12Z</dcterms:modified>
</cp:coreProperties>
</file>