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2.xml" ContentType="application/inkml+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notesSlides/notesSlide14.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18.xml" ContentType="application/vnd.openxmlformats-officedocument.presentationml.notesSlide+xml"/>
  <Override PartName="/ppt/ink/ink13.xml" ContentType="application/inkml+xml"/>
  <Override PartName="/ppt/ink/ink14.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notesSlides/notesSlide2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0.xml" ContentType="application/vnd.openxmlformats-officedocument.presentationml.notesSlide+xml"/>
  <Override PartName="/ppt/ink/ink30.xml" ContentType="application/inkml+xml"/>
  <Override PartName="/ppt/ink/ink31.xml" ContentType="application/inkml+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2.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ink/ink35.xml" ContentType="application/inkml+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ink/ink36.xml" ContentType="application/inkml+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ink/ink37.xml" ContentType="application/inkml+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ink/ink75.xml" ContentType="application/inkml+xml"/>
  <Override PartName="/ppt/ink/ink76.xml" ContentType="application/inkml+xml"/>
  <Override PartName="/ppt/ink/ink77.xml" ContentType="application/inkml+xml"/>
  <Override PartName="/ppt/notesSlides/notesSlide5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5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56.xml" ContentType="application/vnd.openxmlformats-officedocument.presentationml.notesSlide+xml"/>
  <Override PartName="/ppt/ink/ink78.xml" ContentType="application/inkml+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ink/ink79.xml" ContentType="application/inkml+xml"/>
  <Override PartName="/ppt/ink/ink80.xml" ContentType="application/inkml+xml"/>
  <Override PartName="/ppt/ink/ink81.xml" ContentType="application/inkml+xml"/>
  <Override PartName="/ppt/ink/ink82.xml" ContentType="application/inkml+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4481" r:id="rId2"/>
  </p:sldMasterIdLst>
  <p:notesMasterIdLst>
    <p:notesMasterId r:id="rId63"/>
  </p:notesMasterIdLst>
  <p:sldIdLst>
    <p:sldId id="256" r:id="rId3"/>
    <p:sldId id="374" r:id="rId4"/>
    <p:sldId id="375" r:id="rId5"/>
    <p:sldId id="258" r:id="rId6"/>
    <p:sldId id="259" r:id="rId7"/>
    <p:sldId id="260" r:id="rId8"/>
    <p:sldId id="261" r:id="rId9"/>
    <p:sldId id="262" r:id="rId10"/>
    <p:sldId id="263" r:id="rId11"/>
    <p:sldId id="324" r:id="rId12"/>
    <p:sldId id="264" r:id="rId13"/>
    <p:sldId id="265" r:id="rId14"/>
    <p:sldId id="390" r:id="rId15"/>
    <p:sldId id="268" r:id="rId16"/>
    <p:sldId id="271" r:id="rId17"/>
    <p:sldId id="274" r:id="rId18"/>
    <p:sldId id="275" r:id="rId19"/>
    <p:sldId id="279" r:id="rId20"/>
    <p:sldId id="280" r:id="rId21"/>
    <p:sldId id="326" r:id="rId22"/>
    <p:sldId id="281" r:id="rId23"/>
    <p:sldId id="282" r:id="rId24"/>
    <p:sldId id="283" r:id="rId25"/>
    <p:sldId id="286" r:id="rId26"/>
    <p:sldId id="377" r:id="rId27"/>
    <p:sldId id="288" r:id="rId28"/>
    <p:sldId id="289" r:id="rId29"/>
    <p:sldId id="291" r:id="rId30"/>
    <p:sldId id="292" r:id="rId31"/>
    <p:sldId id="294" r:id="rId32"/>
    <p:sldId id="327" r:id="rId33"/>
    <p:sldId id="295" r:id="rId34"/>
    <p:sldId id="329" r:id="rId35"/>
    <p:sldId id="330" r:id="rId36"/>
    <p:sldId id="296" r:id="rId37"/>
    <p:sldId id="379" r:id="rId38"/>
    <p:sldId id="331" r:id="rId39"/>
    <p:sldId id="297" r:id="rId40"/>
    <p:sldId id="298" r:id="rId41"/>
    <p:sldId id="299" r:id="rId42"/>
    <p:sldId id="333" r:id="rId43"/>
    <p:sldId id="335" r:id="rId44"/>
    <p:sldId id="301" r:id="rId45"/>
    <p:sldId id="336" r:id="rId46"/>
    <p:sldId id="302" r:id="rId47"/>
    <p:sldId id="337" r:id="rId48"/>
    <p:sldId id="303" r:id="rId49"/>
    <p:sldId id="338" r:id="rId50"/>
    <p:sldId id="391" r:id="rId51"/>
    <p:sldId id="306" r:id="rId52"/>
    <p:sldId id="309" r:id="rId53"/>
    <p:sldId id="304" r:id="rId54"/>
    <p:sldId id="341" r:id="rId55"/>
    <p:sldId id="310" r:id="rId56"/>
    <p:sldId id="342" r:id="rId57"/>
    <p:sldId id="314" r:id="rId58"/>
    <p:sldId id="316" r:id="rId59"/>
    <p:sldId id="317" r:id="rId60"/>
    <p:sldId id="318" r:id="rId61"/>
    <p:sldId id="387" r:id="rId6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465" autoAdjust="0"/>
  </p:normalViewPr>
  <p:slideViewPr>
    <p:cSldViewPr>
      <p:cViewPr varScale="1">
        <p:scale>
          <a:sx n="53" d="100"/>
          <a:sy n="53" d="100"/>
        </p:scale>
        <p:origin x="1193" y="4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_rels/data5.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7859FB-537D-FB4D-86DC-1559375A0870}"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E2E857DE-14DF-4348-B91D-6B07A32100CA}">
      <dgm:prSet custT="1"/>
      <dgm:spPr/>
      <dgm:t>
        <a:bodyPr/>
        <a:lstStyle/>
        <a:p>
          <a:pPr rtl="0"/>
          <a:r>
            <a:rPr lang="en-US" sz="3600" dirty="0" smtClean="0"/>
            <a:t>Real memory</a:t>
          </a:r>
          <a:endParaRPr lang="en-US" sz="3600" dirty="0"/>
        </a:p>
      </dgm:t>
    </dgm:pt>
    <dgm:pt modelId="{B1CDA7D0-5EEB-754D-8735-96223C8C1E85}" type="parTrans" cxnId="{427B5CC2-79CD-224D-9F6B-D563C5F8D2FC}">
      <dgm:prSet/>
      <dgm:spPr/>
      <dgm:t>
        <a:bodyPr/>
        <a:lstStyle/>
        <a:p>
          <a:endParaRPr lang="en-US"/>
        </a:p>
      </dgm:t>
    </dgm:pt>
    <dgm:pt modelId="{9D638945-8C30-E040-B572-E076D16608C3}" type="sibTrans" cxnId="{427B5CC2-79CD-224D-9F6B-D563C5F8D2FC}">
      <dgm:prSet/>
      <dgm:spPr/>
      <dgm:t>
        <a:bodyPr/>
        <a:lstStyle/>
        <a:p>
          <a:endParaRPr lang="en-US"/>
        </a:p>
      </dgm:t>
    </dgm:pt>
    <dgm:pt modelId="{8F252449-EE3C-D64E-8051-BC1E354AA83D}">
      <dgm:prSet custT="1"/>
      <dgm:spPr/>
      <dgm:t>
        <a:bodyPr/>
        <a:lstStyle/>
        <a:p>
          <a:pPr rtl="0"/>
          <a:r>
            <a:rPr lang="en-US" sz="2200" dirty="0" smtClean="0"/>
            <a:t>main memory, the actual RAM</a:t>
          </a:r>
          <a:endParaRPr lang="en-US" sz="2200" dirty="0"/>
        </a:p>
      </dgm:t>
    </dgm:pt>
    <dgm:pt modelId="{023BD5FB-C6E0-8C4C-B8F2-61E800B01AC1}" type="parTrans" cxnId="{E92209DB-E2AF-CB4B-8054-53C33523BA4C}">
      <dgm:prSet/>
      <dgm:spPr/>
      <dgm:t>
        <a:bodyPr/>
        <a:lstStyle/>
        <a:p>
          <a:endParaRPr lang="en-US"/>
        </a:p>
      </dgm:t>
    </dgm:pt>
    <dgm:pt modelId="{4A373626-DB19-C640-B2F1-6E3294EAFDFB}" type="sibTrans" cxnId="{E92209DB-E2AF-CB4B-8054-53C33523BA4C}">
      <dgm:prSet/>
      <dgm:spPr/>
      <dgm:t>
        <a:bodyPr/>
        <a:lstStyle/>
        <a:p>
          <a:endParaRPr lang="en-US"/>
        </a:p>
      </dgm:t>
    </dgm:pt>
    <dgm:pt modelId="{1449C7A1-436E-4746-A320-3E622DC380B6}">
      <dgm:prSet custT="1"/>
      <dgm:spPr/>
      <dgm:t>
        <a:bodyPr/>
        <a:lstStyle/>
        <a:p>
          <a:pPr rtl="0"/>
          <a:r>
            <a:rPr lang="en-US" sz="3600" dirty="0" smtClean="0"/>
            <a:t>Virtual memory</a:t>
          </a:r>
          <a:endParaRPr lang="en-US" sz="3600" dirty="0"/>
        </a:p>
      </dgm:t>
    </dgm:pt>
    <dgm:pt modelId="{99D0015B-9991-C54E-AB72-7F0F589EE25C}" type="parTrans" cxnId="{52DAC1B0-1107-BB49-9178-24431B8E229C}">
      <dgm:prSet/>
      <dgm:spPr/>
      <dgm:t>
        <a:bodyPr/>
        <a:lstStyle/>
        <a:p>
          <a:endParaRPr lang="en-US"/>
        </a:p>
      </dgm:t>
    </dgm:pt>
    <dgm:pt modelId="{F4F0F1E7-BB68-C843-A4B2-BEB1A3169005}" type="sibTrans" cxnId="{52DAC1B0-1107-BB49-9178-24431B8E229C}">
      <dgm:prSet/>
      <dgm:spPr/>
      <dgm:t>
        <a:bodyPr/>
        <a:lstStyle/>
        <a:p>
          <a:endParaRPr lang="en-US"/>
        </a:p>
      </dgm:t>
    </dgm:pt>
    <dgm:pt modelId="{68369A64-CB91-8542-8C21-2E99583CE32E}">
      <dgm:prSet custT="1"/>
      <dgm:spPr/>
      <dgm:t>
        <a:bodyPr/>
        <a:lstStyle/>
        <a:p>
          <a:pPr rtl="0"/>
          <a:r>
            <a:rPr lang="en-US" sz="2200" dirty="0" smtClean="0"/>
            <a:t>memory on disk</a:t>
          </a:r>
          <a:endParaRPr lang="en-US" sz="2200" dirty="0"/>
        </a:p>
      </dgm:t>
    </dgm:pt>
    <dgm:pt modelId="{D2FF24D7-9AF5-334B-992A-74C018C14DEA}" type="parTrans" cxnId="{032D7F8F-205B-9C49-85D4-DC3F06D6E99C}">
      <dgm:prSet/>
      <dgm:spPr/>
      <dgm:t>
        <a:bodyPr/>
        <a:lstStyle/>
        <a:p>
          <a:endParaRPr lang="en-US"/>
        </a:p>
      </dgm:t>
    </dgm:pt>
    <dgm:pt modelId="{B66D837D-180E-3043-A9B6-2CC0F4C0D4AB}" type="sibTrans" cxnId="{032D7F8F-205B-9C49-85D4-DC3F06D6E99C}">
      <dgm:prSet/>
      <dgm:spPr/>
      <dgm:t>
        <a:bodyPr/>
        <a:lstStyle/>
        <a:p>
          <a:endParaRPr lang="en-US"/>
        </a:p>
      </dgm:t>
    </dgm:pt>
    <dgm:pt modelId="{DA9F44CD-3DEE-2648-B9C1-FC414EB33E1C}">
      <dgm:prSet custT="1"/>
      <dgm:spPr/>
      <dgm:t>
        <a:bodyPr/>
        <a:lstStyle/>
        <a:p>
          <a:pPr rtl="0"/>
          <a:r>
            <a:rPr lang="en-US" sz="2200" dirty="0" smtClean="0"/>
            <a:t>allows for effective multiprogramming and relieves the user of tight constraints of main memory</a:t>
          </a:r>
          <a:endParaRPr lang="en-US" sz="2200" dirty="0"/>
        </a:p>
      </dgm:t>
    </dgm:pt>
    <dgm:pt modelId="{22117FDD-9410-2245-9E6D-04174AC588DB}" type="parTrans" cxnId="{2195229B-4B4B-C144-8B41-2F0CB62A66E7}">
      <dgm:prSet/>
      <dgm:spPr/>
      <dgm:t>
        <a:bodyPr/>
        <a:lstStyle/>
        <a:p>
          <a:endParaRPr lang="en-US"/>
        </a:p>
      </dgm:t>
    </dgm:pt>
    <dgm:pt modelId="{EA65894C-3CBC-D841-A9C5-6BFBCD6B1915}" type="sibTrans" cxnId="{2195229B-4B4B-C144-8B41-2F0CB62A66E7}">
      <dgm:prSet/>
      <dgm:spPr/>
      <dgm:t>
        <a:bodyPr/>
        <a:lstStyle/>
        <a:p>
          <a:endParaRPr lang="en-US"/>
        </a:p>
      </dgm:t>
    </dgm:pt>
    <dgm:pt modelId="{3CE6DC36-FC41-5E40-8131-DD747754EB44}" type="pres">
      <dgm:prSet presAssocID="{817859FB-537D-FB4D-86DC-1559375A0870}" presName="linear" presStyleCnt="0">
        <dgm:presLayoutVars>
          <dgm:animLvl val="lvl"/>
          <dgm:resizeHandles val="exact"/>
        </dgm:presLayoutVars>
      </dgm:prSet>
      <dgm:spPr/>
      <dgm:t>
        <a:bodyPr/>
        <a:lstStyle/>
        <a:p>
          <a:endParaRPr lang="en-US"/>
        </a:p>
      </dgm:t>
    </dgm:pt>
    <dgm:pt modelId="{BD13733E-C04A-EA45-8EF6-269FCC54FC47}" type="pres">
      <dgm:prSet presAssocID="{E2E857DE-14DF-4348-B91D-6B07A32100CA}" presName="parentText" presStyleLbl="node1" presStyleIdx="0" presStyleCnt="2" custScaleX="62963" custScaleY="72886" custLinFactNeighborX="-17593" custLinFactNeighborY="-9044">
        <dgm:presLayoutVars>
          <dgm:chMax val="0"/>
          <dgm:bulletEnabled val="1"/>
        </dgm:presLayoutVars>
      </dgm:prSet>
      <dgm:spPr/>
      <dgm:t>
        <a:bodyPr/>
        <a:lstStyle/>
        <a:p>
          <a:endParaRPr lang="en-US"/>
        </a:p>
      </dgm:t>
    </dgm:pt>
    <dgm:pt modelId="{355A92D4-4A5C-1145-9A43-C84F772689C4}" type="pres">
      <dgm:prSet presAssocID="{E2E857DE-14DF-4348-B91D-6B07A32100CA}" presName="childText" presStyleLbl="revTx" presStyleIdx="0" presStyleCnt="2">
        <dgm:presLayoutVars>
          <dgm:bulletEnabled val="1"/>
        </dgm:presLayoutVars>
      </dgm:prSet>
      <dgm:spPr/>
      <dgm:t>
        <a:bodyPr/>
        <a:lstStyle/>
        <a:p>
          <a:endParaRPr lang="en-US"/>
        </a:p>
      </dgm:t>
    </dgm:pt>
    <dgm:pt modelId="{6DD79EB9-FB07-7449-9D0E-1A313A854F95}" type="pres">
      <dgm:prSet presAssocID="{1449C7A1-436E-4746-A320-3E622DC380B6}" presName="parentText" presStyleLbl="node1" presStyleIdx="1" presStyleCnt="2" custScaleX="62963" custScaleY="78618" custLinFactNeighborX="-17593" custLinFactNeighborY="-46089">
        <dgm:presLayoutVars>
          <dgm:chMax val="0"/>
          <dgm:bulletEnabled val="1"/>
        </dgm:presLayoutVars>
      </dgm:prSet>
      <dgm:spPr/>
      <dgm:t>
        <a:bodyPr/>
        <a:lstStyle/>
        <a:p>
          <a:endParaRPr lang="en-US"/>
        </a:p>
      </dgm:t>
    </dgm:pt>
    <dgm:pt modelId="{4EA5743A-2202-F84D-AC53-A30237DF7D41}" type="pres">
      <dgm:prSet presAssocID="{1449C7A1-436E-4746-A320-3E622DC380B6}" presName="childText" presStyleLbl="revTx" presStyleIdx="1" presStyleCnt="2" custLinFactNeighborY="-34246">
        <dgm:presLayoutVars>
          <dgm:bulletEnabled val="1"/>
        </dgm:presLayoutVars>
      </dgm:prSet>
      <dgm:spPr/>
      <dgm:t>
        <a:bodyPr/>
        <a:lstStyle/>
        <a:p>
          <a:endParaRPr lang="en-US"/>
        </a:p>
      </dgm:t>
    </dgm:pt>
  </dgm:ptLst>
  <dgm:cxnLst>
    <dgm:cxn modelId="{E92209DB-E2AF-CB4B-8054-53C33523BA4C}" srcId="{E2E857DE-14DF-4348-B91D-6B07A32100CA}" destId="{8F252449-EE3C-D64E-8051-BC1E354AA83D}" srcOrd="0" destOrd="0" parTransId="{023BD5FB-C6E0-8C4C-B8F2-61E800B01AC1}" sibTransId="{4A373626-DB19-C640-B2F1-6E3294EAFDFB}"/>
    <dgm:cxn modelId="{D417F459-D283-A34F-A5C5-DCEF91D9A1C7}" type="presOf" srcId="{DA9F44CD-3DEE-2648-B9C1-FC414EB33E1C}" destId="{4EA5743A-2202-F84D-AC53-A30237DF7D41}" srcOrd="0" destOrd="1" presId="urn:microsoft.com/office/officeart/2005/8/layout/vList2"/>
    <dgm:cxn modelId="{52DAC1B0-1107-BB49-9178-24431B8E229C}" srcId="{817859FB-537D-FB4D-86DC-1559375A0870}" destId="{1449C7A1-436E-4746-A320-3E622DC380B6}" srcOrd="1" destOrd="0" parTransId="{99D0015B-9991-C54E-AB72-7F0F589EE25C}" sibTransId="{F4F0F1E7-BB68-C843-A4B2-BEB1A3169005}"/>
    <dgm:cxn modelId="{5A2725E8-5A74-6D47-8422-7D703F8A8FDF}" type="presOf" srcId="{817859FB-537D-FB4D-86DC-1559375A0870}" destId="{3CE6DC36-FC41-5E40-8131-DD747754EB44}" srcOrd="0" destOrd="0" presId="urn:microsoft.com/office/officeart/2005/8/layout/vList2"/>
    <dgm:cxn modelId="{427B5CC2-79CD-224D-9F6B-D563C5F8D2FC}" srcId="{817859FB-537D-FB4D-86DC-1559375A0870}" destId="{E2E857DE-14DF-4348-B91D-6B07A32100CA}" srcOrd="0" destOrd="0" parTransId="{B1CDA7D0-5EEB-754D-8735-96223C8C1E85}" sibTransId="{9D638945-8C30-E040-B572-E076D16608C3}"/>
    <dgm:cxn modelId="{6BBBEBC9-1135-5A4D-9492-7582863F8C14}" type="presOf" srcId="{68369A64-CB91-8542-8C21-2E99583CE32E}" destId="{4EA5743A-2202-F84D-AC53-A30237DF7D41}" srcOrd="0" destOrd="0" presId="urn:microsoft.com/office/officeart/2005/8/layout/vList2"/>
    <dgm:cxn modelId="{E8989041-E292-994E-907E-87D4AAD5725A}" type="presOf" srcId="{1449C7A1-436E-4746-A320-3E622DC380B6}" destId="{6DD79EB9-FB07-7449-9D0E-1A313A854F95}" srcOrd="0" destOrd="0" presId="urn:microsoft.com/office/officeart/2005/8/layout/vList2"/>
    <dgm:cxn modelId="{316C1066-ADC3-E540-A30C-B4C1386DCA1C}" type="presOf" srcId="{8F252449-EE3C-D64E-8051-BC1E354AA83D}" destId="{355A92D4-4A5C-1145-9A43-C84F772689C4}" srcOrd="0" destOrd="0" presId="urn:microsoft.com/office/officeart/2005/8/layout/vList2"/>
    <dgm:cxn modelId="{2195229B-4B4B-C144-8B41-2F0CB62A66E7}" srcId="{1449C7A1-436E-4746-A320-3E622DC380B6}" destId="{DA9F44CD-3DEE-2648-B9C1-FC414EB33E1C}" srcOrd="1" destOrd="0" parTransId="{22117FDD-9410-2245-9E6D-04174AC588DB}" sibTransId="{EA65894C-3CBC-D841-A9C5-6BFBCD6B1915}"/>
    <dgm:cxn modelId="{35AB4639-8D5A-C645-9395-758231F57848}" type="presOf" srcId="{E2E857DE-14DF-4348-B91D-6B07A32100CA}" destId="{BD13733E-C04A-EA45-8EF6-269FCC54FC47}" srcOrd="0" destOrd="0" presId="urn:microsoft.com/office/officeart/2005/8/layout/vList2"/>
    <dgm:cxn modelId="{032D7F8F-205B-9C49-85D4-DC3F06D6E99C}" srcId="{1449C7A1-436E-4746-A320-3E622DC380B6}" destId="{68369A64-CB91-8542-8C21-2E99583CE32E}" srcOrd="0" destOrd="0" parTransId="{D2FF24D7-9AF5-334B-992A-74C018C14DEA}" sibTransId="{B66D837D-180E-3043-A9B6-2CC0F4C0D4AB}"/>
    <dgm:cxn modelId="{40456F0E-878D-A045-BF1C-3F78D64B3709}" type="presParOf" srcId="{3CE6DC36-FC41-5E40-8131-DD747754EB44}" destId="{BD13733E-C04A-EA45-8EF6-269FCC54FC47}" srcOrd="0" destOrd="0" presId="urn:microsoft.com/office/officeart/2005/8/layout/vList2"/>
    <dgm:cxn modelId="{4FAEF450-8A37-CC40-B2BF-075ABCA13461}" type="presParOf" srcId="{3CE6DC36-FC41-5E40-8131-DD747754EB44}" destId="{355A92D4-4A5C-1145-9A43-C84F772689C4}" srcOrd="1" destOrd="0" presId="urn:microsoft.com/office/officeart/2005/8/layout/vList2"/>
    <dgm:cxn modelId="{707F07B1-013B-8047-8147-C8643F31AA3D}" type="presParOf" srcId="{3CE6DC36-FC41-5E40-8131-DD747754EB44}" destId="{6DD79EB9-FB07-7449-9D0E-1A313A854F95}" srcOrd="2" destOrd="0" presId="urn:microsoft.com/office/officeart/2005/8/layout/vList2"/>
    <dgm:cxn modelId="{BFC9A134-FBEB-414F-9183-497B340B2464}" type="presParOf" srcId="{3CE6DC36-FC41-5E40-8131-DD747754EB44}" destId="{4EA5743A-2202-F84D-AC53-A30237DF7D4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E42422-30B8-7145-AC45-A97345BECA97}" type="doc">
      <dgm:prSet loTypeId="urn:microsoft.com/office/officeart/2005/8/layout/radial6" loCatId="cycle" qsTypeId="urn:microsoft.com/office/officeart/2005/8/quickstyle/simple4" qsCatId="simple" csTypeId="urn:microsoft.com/office/officeart/2005/8/colors/accent1_2" csCatId="accent1" phldr="1"/>
      <dgm:spPr/>
      <dgm:t>
        <a:bodyPr/>
        <a:lstStyle/>
        <a:p>
          <a:endParaRPr lang="en-US"/>
        </a:p>
      </dgm:t>
    </dgm:pt>
    <dgm:pt modelId="{7FE5BBEE-220B-D443-BE6C-37118C441C07}">
      <dgm:prSet/>
      <dgm:spPr/>
      <dgm:t>
        <a:bodyPr/>
        <a:lstStyle/>
        <a:p>
          <a:pPr rtl="0"/>
          <a:r>
            <a:rPr lang="en-US" dirty="0" smtClean="0"/>
            <a:t>A state in which the system spends most of its time swapping process pieces rather than executing instructions</a:t>
          </a:r>
          <a:endParaRPr lang="en-US" dirty="0"/>
        </a:p>
      </dgm:t>
    </dgm:pt>
    <dgm:pt modelId="{9B2380A5-65EC-E142-9220-E61D3A3D0548}" type="parTrans" cxnId="{E0F565FC-4162-DC41-83C3-F43DCF020C2B}">
      <dgm:prSet/>
      <dgm:spPr/>
      <dgm:t>
        <a:bodyPr/>
        <a:lstStyle/>
        <a:p>
          <a:endParaRPr lang="en-US"/>
        </a:p>
      </dgm:t>
    </dgm:pt>
    <dgm:pt modelId="{3CC8AAAC-E7C2-9142-9DFE-FD06660832E6}" type="sibTrans" cxnId="{E0F565FC-4162-DC41-83C3-F43DCF020C2B}">
      <dgm:prSet/>
      <dgm:spPr/>
      <dgm:t>
        <a:bodyPr/>
        <a:lstStyle/>
        <a:p>
          <a:endParaRPr lang="en-US"/>
        </a:p>
      </dgm:t>
    </dgm:pt>
    <dgm:pt modelId="{C6D5CAE6-89A9-A847-9C0C-17D39BB401D3}">
      <dgm:prSet/>
      <dgm:spPr/>
      <dgm:t>
        <a:bodyPr/>
        <a:lstStyle/>
        <a:p>
          <a:pPr rtl="0"/>
          <a:r>
            <a:rPr lang="en-US" dirty="0" smtClean="0"/>
            <a:t>To avoid this, the operating system tries to guess, based on recent history, which </a:t>
          </a:r>
          <a:r>
            <a:rPr lang="en-US" dirty="0" smtClean="0">
              <a:solidFill>
                <a:schemeClr val="tx1"/>
              </a:solidFill>
            </a:rPr>
            <a:t>pieces are least likely to be used in the near future</a:t>
          </a:r>
          <a:endParaRPr lang="en-US" dirty="0">
            <a:solidFill>
              <a:schemeClr val="tx1"/>
            </a:solidFill>
          </a:endParaRPr>
        </a:p>
      </dgm:t>
    </dgm:pt>
    <dgm:pt modelId="{1841C1C7-1EA6-F34E-ACB9-3F7354DCA307}" type="parTrans" cxnId="{EAB2EF60-2301-5548-BCF3-98905A1C328C}">
      <dgm:prSet/>
      <dgm:spPr/>
      <dgm:t>
        <a:bodyPr/>
        <a:lstStyle/>
        <a:p>
          <a:endParaRPr lang="en-US"/>
        </a:p>
      </dgm:t>
    </dgm:pt>
    <dgm:pt modelId="{32217BDA-0801-A44B-80AA-3F713413AB4B}" type="sibTrans" cxnId="{EAB2EF60-2301-5548-BCF3-98905A1C328C}">
      <dgm:prSet/>
      <dgm:spPr/>
      <dgm:t>
        <a:bodyPr/>
        <a:lstStyle/>
        <a:p>
          <a:endParaRPr lang="en-US"/>
        </a:p>
      </dgm:t>
    </dgm:pt>
    <dgm:pt modelId="{A92384D2-D1EF-384B-B06B-28D1EA834699}" type="pres">
      <dgm:prSet presAssocID="{F5E42422-30B8-7145-AC45-A97345BECA97}" presName="Name0" presStyleCnt="0">
        <dgm:presLayoutVars>
          <dgm:chMax val="1"/>
          <dgm:dir/>
          <dgm:animLvl val="ctr"/>
          <dgm:resizeHandles val="exact"/>
        </dgm:presLayoutVars>
      </dgm:prSet>
      <dgm:spPr/>
      <dgm:t>
        <a:bodyPr/>
        <a:lstStyle/>
        <a:p>
          <a:endParaRPr lang="en-US"/>
        </a:p>
      </dgm:t>
    </dgm:pt>
    <dgm:pt modelId="{C5DECD05-97D0-2848-845E-9EF3FF2F3AC3}" type="pres">
      <dgm:prSet presAssocID="{7FE5BBEE-220B-D443-BE6C-37118C441C07}" presName="centerShape" presStyleLbl="node0" presStyleIdx="0" presStyleCnt="1" custScaleX="122903" custScaleY="122902" custLinFactNeighborX="-14724" custLinFactNeighborY="-7021"/>
      <dgm:spPr/>
      <dgm:t>
        <a:bodyPr/>
        <a:lstStyle/>
        <a:p>
          <a:endParaRPr lang="en-US"/>
        </a:p>
      </dgm:t>
    </dgm:pt>
    <dgm:pt modelId="{F6A246D8-D41F-0441-BDEE-6B863BD8F125}" type="pres">
      <dgm:prSet presAssocID="{C6D5CAE6-89A9-A847-9C0C-17D39BB401D3}" presName="oneComp" presStyleCnt="0"/>
      <dgm:spPr/>
    </dgm:pt>
    <dgm:pt modelId="{4370057F-3C2D-4B46-A4AF-491C00B3268F}" type="pres">
      <dgm:prSet presAssocID="{C6D5CAE6-89A9-A847-9C0C-17D39BB401D3}" presName="dummyConnPt" presStyleCnt="0"/>
      <dgm:spPr/>
    </dgm:pt>
    <dgm:pt modelId="{0DE334B6-6615-2A4A-9DE0-59A931F2AE22}" type="pres">
      <dgm:prSet presAssocID="{C6D5CAE6-89A9-A847-9C0C-17D39BB401D3}" presName="oneNode" presStyleLbl="node1" presStyleIdx="0" presStyleCnt="1" custScaleX="202921" custScaleY="196320" custLinFactNeighborX="26948" custLinFactNeighborY="-38173">
        <dgm:presLayoutVars>
          <dgm:bulletEnabled val="1"/>
        </dgm:presLayoutVars>
      </dgm:prSet>
      <dgm:spPr/>
      <dgm:t>
        <a:bodyPr/>
        <a:lstStyle/>
        <a:p>
          <a:endParaRPr lang="en-US"/>
        </a:p>
      </dgm:t>
    </dgm:pt>
    <dgm:pt modelId="{12C24D3B-17D8-DC4C-AEB8-15E069D13B1D}" type="pres">
      <dgm:prSet presAssocID="{C6D5CAE6-89A9-A847-9C0C-17D39BB401D3}" presName="dummya" presStyleCnt="0"/>
      <dgm:spPr/>
    </dgm:pt>
    <dgm:pt modelId="{D26502E6-7618-BF42-A8E3-6F4B3C9FEDE3}" type="pres">
      <dgm:prSet presAssocID="{C6D5CAE6-89A9-A847-9C0C-17D39BB401D3}" presName="dummyb" presStyleCnt="0"/>
      <dgm:spPr/>
    </dgm:pt>
    <dgm:pt modelId="{7E7B9BC0-E8AD-D348-9FAB-6FBAFC47FB3B}" type="pres">
      <dgm:prSet presAssocID="{C6D5CAE6-89A9-A847-9C0C-17D39BB401D3}" presName="dummyc" presStyleCnt="0"/>
      <dgm:spPr/>
    </dgm:pt>
    <dgm:pt modelId="{27C19F38-3CF5-3C43-BEA1-8B8F89394CDE}" type="pres">
      <dgm:prSet presAssocID="{32217BDA-0801-A44B-80AA-3F713413AB4B}" presName="singleconn" presStyleLbl="sibTrans2D1" presStyleIdx="0" presStyleCnt="1" custLinFactNeighborX="-16657" custLinFactNeighborY="-6333"/>
      <dgm:spPr/>
      <dgm:t>
        <a:bodyPr/>
        <a:lstStyle/>
        <a:p>
          <a:endParaRPr lang="en-US"/>
        </a:p>
      </dgm:t>
    </dgm:pt>
  </dgm:ptLst>
  <dgm:cxnLst>
    <dgm:cxn modelId="{8A1E2F07-C9B6-144D-AB42-C88CFE41A953}" type="presOf" srcId="{C6D5CAE6-89A9-A847-9C0C-17D39BB401D3}" destId="{0DE334B6-6615-2A4A-9DE0-59A931F2AE22}" srcOrd="0" destOrd="0" presId="urn:microsoft.com/office/officeart/2005/8/layout/radial6"/>
    <dgm:cxn modelId="{5999F1C2-D0B5-424C-A60F-90A97D93AC96}" type="presOf" srcId="{32217BDA-0801-A44B-80AA-3F713413AB4B}" destId="{27C19F38-3CF5-3C43-BEA1-8B8F89394CDE}" srcOrd="0" destOrd="0" presId="urn:microsoft.com/office/officeart/2005/8/layout/radial6"/>
    <dgm:cxn modelId="{F0CB9C74-C802-8D4B-8956-A969A6FE380A}" type="presOf" srcId="{7FE5BBEE-220B-D443-BE6C-37118C441C07}" destId="{C5DECD05-97D0-2848-845E-9EF3FF2F3AC3}" srcOrd="0" destOrd="0" presId="urn:microsoft.com/office/officeart/2005/8/layout/radial6"/>
    <dgm:cxn modelId="{89EAFDCF-B76F-154E-A388-B8569949A8E7}" type="presOf" srcId="{F5E42422-30B8-7145-AC45-A97345BECA97}" destId="{A92384D2-D1EF-384B-B06B-28D1EA834699}" srcOrd="0" destOrd="0" presId="urn:microsoft.com/office/officeart/2005/8/layout/radial6"/>
    <dgm:cxn modelId="{EAB2EF60-2301-5548-BCF3-98905A1C328C}" srcId="{7FE5BBEE-220B-D443-BE6C-37118C441C07}" destId="{C6D5CAE6-89A9-A847-9C0C-17D39BB401D3}" srcOrd="0" destOrd="0" parTransId="{1841C1C7-1EA6-F34E-ACB9-3F7354DCA307}" sibTransId="{32217BDA-0801-A44B-80AA-3F713413AB4B}"/>
    <dgm:cxn modelId="{E0F565FC-4162-DC41-83C3-F43DCF020C2B}" srcId="{F5E42422-30B8-7145-AC45-A97345BECA97}" destId="{7FE5BBEE-220B-D443-BE6C-37118C441C07}" srcOrd="0" destOrd="0" parTransId="{9B2380A5-65EC-E142-9220-E61D3A3D0548}" sibTransId="{3CC8AAAC-E7C2-9142-9DFE-FD06660832E6}"/>
    <dgm:cxn modelId="{A7089D51-CE92-1B43-AA8D-745890C0C125}" type="presParOf" srcId="{A92384D2-D1EF-384B-B06B-28D1EA834699}" destId="{C5DECD05-97D0-2848-845E-9EF3FF2F3AC3}" srcOrd="0" destOrd="0" presId="urn:microsoft.com/office/officeart/2005/8/layout/radial6"/>
    <dgm:cxn modelId="{2CD4A523-AEEF-9B41-8279-7CD3204B18BF}" type="presParOf" srcId="{A92384D2-D1EF-384B-B06B-28D1EA834699}" destId="{F6A246D8-D41F-0441-BDEE-6B863BD8F125}" srcOrd="1" destOrd="0" presId="urn:microsoft.com/office/officeart/2005/8/layout/radial6"/>
    <dgm:cxn modelId="{7B49BA77-7EF0-A44C-9E33-B502E49350C9}" type="presParOf" srcId="{F6A246D8-D41F-0441-BDEE-6B863BD8F125}" destId="{4370057F-3C2D-4B46-A4AF-491C00B3268F}" srcOrd="0" destOrd="0" presId="urn:microsoft.com/office/officeart/2005/8/layout/radial6"/>
    <dgm:cxn modelId="{249E36D8-A025-6B4B-ACDA-08E316FD54FF}" type="presParOf" srcId="{F6A246D8-D41F-0441-BDEE-6B863BD8F125}" destId="{0DE334B6-6615-2A4A-9DE0-59A931F2AE22}" srcOrd="1" destOrd="0" presId="urn:microsoft.com/office/officeart/2005/8/layout/radial6"/>
    <dgm:cxn modelId="{454152A4-89AF-2841-8555-D4C7A35FD57D}" type="presParOf" srcId="{A92384D2-D1EF-384B-B06B-28D1EA834699}" destId="{12C24D3B-17D8-DC4C-AEB8-15E069D13B1D}" srcOrd="2" destOrd="0" presId="urn:microsoft.com/office/officeart/2005/8/layout/radial6"/>
    <dgm:cxn modelId="{19291B55-35C3-2644-8CE0-A1B876B9C7C4}" type="presParOf" srcId="{A92384D2-D1EF-384B-B06B-28D1EA834699}" destId="{D26502E6-7618-BF42-A8E3-6F4B3C9FEDE3}" srcOrd="3" destOrd="0" presId="urn:microsoft.com/office/officeart/2005/8/layout/radial6"/>
    <dgm:cxn modelId="{BD54A4ED-AEE0-6643-9172-CE4CCFD95012}" type="presParOf" srcId="{A92384D2-D1EF-384B-B06B-28D1EA834699}" destId="{7E7B9BC0-E8AD-D348-9FAB-6FBAFC47FB3B}" srcOrd="4" destOrd="0" presId="urn:microsoft.com/office/officeart/2005/8/layout/radial6"/>
    <dgm:cxn modelId="{9934FC69-B85B-DD47-802C-7FD2AE13D695}" type="presParOf" srcId="{A92384D2-D1EF-384B-B06B-28D1EA834699}" destId="{27C19F38-3CF5-3C43-BEA1-8B8F89394CDE}" srcOrd="5"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C2EA0D-E077-6348-BA79-BA16D38530D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40FCB96B-CEFE-7E4B-B6C4-72B134326C6F}">
      <dgm:prSet/>
      <dgm:spPr/>
      <dgm:t>
        <a:bodyPr/>
        <a:lstStyle/>
        <a:p>
          <a:pPr rtl="0"/>
          <a:r>
            <a:rPr lang="en-US" dirty="0" smtClean="0"/>
            <a:t>For virtual memory to be practical and effective:</a:t>
          </a:r>
          <a:endParaRPr lang="en-US" dirty="0"/>
        </a:p>
      </dgm:t>
    </dgm:pt>
    <dgm:pt modelId="{C9417D73-A2E5-7B4D-8358-06B4E74BC7C6}" type="parTrans" cxnId="{F657E8B6-E88D-A24F-936B-D179ED04E6EB}">
      <dgm:prSet/>
      <dgm:spPr/>
      <dgm:t>
        <a:bodyPr/>
        <a:lstStyle/>
        <a:p>
          <a:endParaRPr lang="en-US"/>
        </a:p>
      </dgm:t>
    </dgm:pt>
    <dgm:pt modelId="{69544D86-1256-3F48-A771-E724DB1CA2DE}" type="sibTrans" cxnId="{F657E8B6-E88D-A24F-936B-D179ED04E6EB}">
      <dgm:prSet/>
      <dgm:spPr/>
      <dgm:t>
        <a:bodyPr/>
        <a:lstStyle/>
        <a:p>
          <a:endParaRPr lang="en-US"/>
        </a:p>
      </dgm:t>
    </dgm:pt>
    <dgm:pt modelId="{A65B3CA6-C8EA-5D42-8F4E-0102F2DE9322}">
      <dgm:prSet/>
      <dgm:spPr>
        <a:ln>
          <a:solidFill>
            <a:schemeClr val="accent6">
              <a:lumMod val="75000"/>
            </a:schemeClr>
          </a:solidFill>
        </a:ln>
      </dgm:spPr>
      <dgm:t>
        <a:bodyPr/>
        <a:lstStyle/>
        <a:p>
          <a:pPr rtl="0"/>
          <a:r>
            <a:rPr lang="en-US" dirty="0" smtClean="0"/>
            <a:t>hardware must support paging and segmentation </a:t>
          </a:r>
          <a:endParaRPr lang="en-US" dirty="0"/>
        </a:p>
      </dgm:t>
    </dgm:pt>
    <dgm:pt modelId="{B3D7A046-02E2-2E4D-9411-176EE1AAA375}" type="parTrans" cxnId="{8F22BA0E-D040-234C-97E9-8C11708BD870}">
      <dgm:prSet/>
      <dgm:spPr/>
      <dgm:t>
        <a:bodyPr/>
        <a:lstStyle/>
        <a:p>
          <a:endParaRPr lang="en-US"/>
        </a:p>
      </dgm:t>
    </dgm:pt>
    <dgm:pt modelId="{20BF5A68-55E8-AB44-B7F1-CCC893911E55}" type="sibTrans" cxnId="{8F22BA0E-D040-234C-97E9-8C11708BD870}">
      <dgm:prSet/>
      <dgm:spPr/>
      <dgm:t>
        <a:bodyPr/>
        <a:lstStyle/>
        <a:p>
          <a:endParaRPr lang="en-US"/>
        </a:p>
      </dgm:t>
    </dgm:pt>
    <dgm:pt modelId="{711AAEF7-EE06-A74F-94E2-FE7BB5CC08EF}">
      <dgm:prSet/>
      <dgm:spPr>
        <a:ln>
          <a:solidFill>
            <a:schemeClr val="accent6">
              <a:lumMod val="75000"/>
            </a:schemeClr>
          </a:solidFill>
        </a:ln>
      </dgm:spPr>
      <dgm:t>
        <a:bodyPr/>
        <a:lstStyle/>
        <a:p>
          <a:pPr rtl="0"/>
          <a:r>
            <a:rPr lang="en-US" dirty="0" smtClean="0"/>
            <a:t>operating system must include software for managing the movement of pages and/or segments between secondary memory and main memory</a:t>
          </a:r>
          <a:endParaRPr lang="en-US" dirty="0"/>
        </a:p>
      </dgm:t>
    </dgm:pt>
    <dgm:pt modelId="{ECD1ADCD-25FE-444C-AF69-9877D8D116DB}" type="parTrans" cxnId="{212E4CD0-FF39-DD4A-B47A-1F0AE6D7118E}">
      <dgm:prSet/>
      <dgm:spPr/>
      <dgm:t>
        <a:bodyPr/>
        <a:lstStyle/>
        <a:p>
          <a:endParaRPr lang="en-US"/>
        </a:p>
      </dgm:t>
    </dgm:pt>
    <dgm:pt modelId="{6B773E1D-5061-744D-AB7E-84F87CE4918D}" type="sibTrans" cxnId="{212E4CD0-FF39-DD4A-B47A-1F0AE6D7118E}">
      <dgm:prSet/>
      <dgm:spPr/>
      <dgm:t>
        <a:bodyPr/>
        <a:lstStyle/>
        <a:p>
          <a:endParaRPr lang="en-US"/>
        </a:p>
      </dgm:t>
    </dgm:pt>
    <dgm:pt modelId="{36FED3B4-8B3D-7D4C-85F3-E811FCA5BAAC}" type="pres">
      <dgm:prSet presAssocID="{AFC2EA0D-E077-6348-BA79-BA16D38530D4}" presName="Name0" presStyleCnt="0">
        <dgm:presLayoutVars>
          <dgm:dir/>
          <dgm:animLvl val="lvl"/>
          <dgm:resizeHandles val="exact"/>
        </dgm:presLayoutVars>
      </dgm:prSet>
      <dgm:spPr/>
      <dgm:t>
        <a:bodyPr/>
        <a:lstStyle/>
        <a:p>
          <a:endParaRPr lang="en-US"/>
        </a:p>
      </dgm:t>
    </dgm:pt>
    <dgm:pt modelId="{AF89B28B-27E3-D04F-8F9C-2FEFAD162F79}" type="pres">
      <dgm:prSet presAssocID="{40FCB96B-CEFE-7E4B-B6C4-72B134326C6F}" presName="composite" presStyleCnt="0"/>
      <dgm:spPr/>
    </dgm:pt>
    <dgm:pt modelId="{25D7E9AD-3FF4-B340-AFEC-D83943AB2430}" type="pres">
      <dgm:prSet presAssocID="{40FCB96B-CEFE-7E4B-B6C4-72B134326C6F}" presName="parTx" presStyleLbl="alignNode1" presStyleIdx="0" presStyleCnt="1">
        <dgm:presLayoutVars>
          <dgm:chMax val="0"/>
          <dgm:chPref val="0"/>
          <dgm:bulletEnabled val="1"/>
        </dgm:presLayoutVars>
      </dgm:prSet>
      <dgm:spPr/>
      <dgm:t>
        <a:bodyPr/>
        <a:lstStyle/>
        <a:p>
          <a:endParaRPr lang="en-US"/>
        </a:p>
      </dgm:t>
    </dgm:pt>
    <dgm:pt modelId="{B46E4BCB-7BAA-C945-A329-7D44D749EC35}" type="pres">
      <dgm:prSet presAssocID="{40FCB96B-CEFE-7E4B-B6C4-72B134326C6F}" presName="desTx" presStyleLbl="alignAccFollowNode1" presStyleIdx="0" presStyleCnt="1">
        <dgm:presLayoutVars>
          <dgm:bulletEnabled val="1"/>
        </dgm:presLayoutVars>
      </dgm:prSet>
      <dgm:spPr/>
      <dgm:t>
        <a:bodyPr/>
        <a:lstStyle/>
        <a:p>
          <a:endParaRPr lang="en-US"/>
        </a:p>
      </dgm:t>
    </dgm:pt>
  </dgm:ptLst>
  <dgm:cxnLst>
    <dgm:cxn modelId="{212E4CD0-FF39-DD4A-B47A-1F0AE6D7118E}" srcId="{40FCB96B-CEFE-7E4B-B6C4-72B134326C6F}" destId="{711AAEF7-EE06-A74F-94E2-FE7BB5CC08EF}" srcOrd="1" destOrd="0" parTransId="{ECD1ADCD-25FE-444C-AF69-9877D8D116DB}" sibTransId="{6B773E1D-5061-744D-AB7E-84F87CE4918D}"/>
    <dgm:cxn modelId="{9055B20A-2980-D442-9679-CE272575447D}" type="presOf" srcId="{A65B3CA6-C8EA-5D42-8F4E-0102F2DE9322}" destId="{B46E4BCB-7BAA-C945-A329-7D44D749EC35}" srcOrd="0" destOrd="0" presId="urn:microsoft.com/office/officeart/2005/8/layout/hList1"/>
    <dgm:cxn modelId="{8F22BA0E-D040-234C-97E9-8C11708BD870}" srcId="{40FCB96B-CEFE-7E4B-B6C4-72B134326C6F}" destId="{A65B3CA6-C8EA-5D42-8F4E-0102F2DE9322}" srcOrd="0" destOrd="0" parTransId="{B3D7A046-02E2-2E4D-9411-176EE1AAA375}" sibTransId="{20BF5A68-55E8-AB44-B7F1-CCC893911E55}"/>
    <dgm:cxn modelId="{F657E8B6-E88D-A24F-936B-D179ED04E6EB}" srcId="{AFC2EA0D-E077-6348-BA79-BA16D38530D4}" destId="{40FCB96B-CEFE-7E4B-B6C4-72B134326C6F}" srcOrd="0" destOrd="0" parTransId="{C9417D73-A2E5-7B4D-8358-06B4E74BC7C6}" sibTransId="{69544D86-1256-3F48-A771-E724DB1CA2DE}"/>
    <dgm:cxn modelId="{07E864E8-C7F6-BC42-A599-4B1D6A7BCBC7}" type="presOf" srcId="{AFC2EA0D-E077-6348-BA79-BA16D38530D4}" destId="{36FED3B4-8B3D-7D4C-85F3-E811FCA5BAAC}" srcOrd="0" destOrd="0" presId="urn:microsoft.com/office/officeart/2005/8/layout/hList1"/>
    <dgm:cxn modelId="{C617C8C0-D56D-434C-974C-919F5CA85FCE}" type="presOf" srcId="{711AAEF7-EE06-A74F-94E2-FE7BB5CC08EF}" destId="{B46E4BCB-7BAA-C945-A329-7D44D749EC35}" srcOrd="0" destOrd="1" presId="urn:microsoft.com/office/officeart/2005/8/layout/hList1"/>
    <dgm:cxn modelId="{A9D691C8-BAD1-F54F-9AC0-686331A29DD9}" type="presOf" srcId="{40FCB96B-CEFE-7E4B-B6C4-72B134326C6F}" destId="{25D7E9AD-3FF4-B340-AFEC-D83943AB2430}" srcOrd="0" destOrd="0" presId="urn:microsoft.com/office/officeart/2005/8/layout/hList1"/>
    <dgm:cxn modelId="{F86005AF-6F07-724F-8C1E-C96C4F86524A}" type="presParOf" srcId="{36FED3B4-8B3D-7D4C-85F3-E811FCA5BAAC}" destId="{AF89B28B-27E3-D04F-8F9C-2FEFAD162F79}" srcOrd="0" destOrd="0" presId="urn:microsoft.com/office/officeart/2005/8/layout/hList1"/>
    <dgm:cxn modelId="{DE196362-017B-5342-BA11-048C979BC968}" type="presParOf" srcId="{AF89B28B-27E3-D04F-8F9C-2FEFAD162F79}" destId="{25D7E9AD-3FF4-B340-AFEC-D83943AB2430}" srcOrd="0" destOrd="0" presId="urn:microsoft.com/office/officeart/2005/8/layout/hList1"/>
    <dgm:cxn modelId="{36F6A005-5757-D249-8A6F-FC4A78B835C1}" type="presParOf" srcId="{AF89B28B-27E3-D04F-8F9C-2FEFAD162F79}" destId="{B46E4BCB-7BAA-C945-A329-7D44D749EC3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F58F8B2-7872-9E4E-90DA-7B126D32FF5F}"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70A2BFC9-1C0A-AC47-AD8D-2D85C6286E21}">
      <dgm:prSet phldrT="[Text]"/>
      <dgm:spPr>
        <a:solidFill>
          <a:schemeClr val="accent6"/>
        </a:solidFill>
      </dgm:spPr>
      <dgm:t>
        <a:bodyPr/>
        <a:lstStyle/>
        <a:p>
          <a:r>
            <a:rPr lang="en-US" dirty="0" smtClean="0"/>
            <a:t>The design issue of page size is related to the size of physical main memory and program size</a:t>
          </a:r>
          <a:endParaRPr lang="en-US" dirty="0"/>
        </a:p>
      </dgm:t>
    </dgm:pt>
    <dgm:pt modelId="{98F867BF-B820-FE41-AACE-B9B6F2193D07}" type="parTrans" cxnId="{2DA96651-2D82-9B4E-A2AD-01D268D02B59}">
      <dgm:prSet/>
      <dgm:spPr/>
      <dgm:t>
        <a:bodyPr/>
        <a:lstStyle/>
        <a:p>
          <a:endParaRPr lang="en-US"/>
        </a:p>
      </dgm:t>
    </dgm:pt>
    <dgm:pt modelId="{29D2AD5B-2C72-244E-B310-81D2127838F2}" type="sibTrans" cxnId="{2DA96651-2D82-9B4E-A2AD-01D268D02B59}">
      <dgm:prSet/>
      <dgm:spPr/>
      <dgm:t>
        <a:bodyPr/>
        <a:lstStyle/>
        <a:p>
          <a:endParaRPr lang="en-US"/>
        </a:p>
      </dgm:t>
    </dgm:pt>
    <dgm:pt modelId="{F6EBADCB-2FF1-C542-B00C-568974D5920D}">
      <dgm:prSet/>
      <dgm:spPr/>
      <dgm:t>
        <a:bodyPr/>
        <a:lstStyle/>
        <a:p>
          <a:r>
            <a:rPr lang="en-US" dirty="0" smtClean="0"/>
            <a:t>main memory is getting larger and address space used by applications is also growing</a:t>
          </a:r>
        </a:p>
      </dgm:t>
    </dgm:pt>
    <dgm:pt modelId="{C679C2A4-8A82-7549-8D49-5963B5511CE7}" type="parTrans" cxnId="{3764A845-D10B-864C-A753-978E248DD407}">
      <dgm:prSet/>
      <dgm:spPr/>
      <dgm:t>
        <a:bodyPr/>
        <a:lstStyle/>
        <a:p>
          <a:endParaRPr lang="en-US"/>
        </a:p>
      </dgm:t>
    </dgm:pt>
    <dgm:pt modelId="{A466907B-4D09-B240-AEBA-39BE822BB331}" type="sibTrans" cxnId="{3764A845-D10B-864C-A753-978E248DD407}">
      <dgm:prSet/>
      <dgm:spPr/>
      <dgm:t>
        <a:bodyPr/>
        <a:lstStyle/>
        <a:p>
          <a:endParaRPr lang="en-US"/>
        </a:p>
      </dgm:t>
    </dgm:pt>
    <dgm:pt modelId="{D58092BF-AF65-A147-B76C-262FAB168C60}">
      <dgm:prSet/>
      <dgm:spPr/>
      <dgm:t>
        <a:bodyPr/>
        <a:lstStyle/>
        <a:p>
          <a:r>
            <a:rPr lang="en-US" dirty="0" smtClean="0"/>
            <a:t>most obvious on personal computers where applications are becoming increasingly complex</a:t>
          </a:r>
        </a:p>
      </dgm:t>
    </dgm:pt>
    <dgm:pt modelId="{C4BEAAFC-F54F-AC4D-88B3-2996F8739270}" type="parTrans" cxnId="{D7714FB0-AA90-6741-9A87-31F041788044}">
      <dgm:prSet/>
      <dgm:spPr/>
      <dgm:t>
        <a:bodyPr/>
        <a:lstStyle/>
        <a:p>
          <a:endParaRPr lang="en-US"/>
        </a:p>
      </dgm:t>
    </dgm:pt>
    <dgm:pt modelId="{12FCA9A0-C99C-4E48-982F-533B82CBDC7A}" type="sibTrans" cxnId="{D7714FB0-AA90-6741-9A87-31F041788044}">
      <dgm:prSet/>
      <dgm:spPr/>
      <dgm:t>
        <a:bodyPr/>
        <a:lstStyle/>
        <a:p>
          <a:endParaRPr lang="en-US"/>
        </a:p>
      </dgm:t>
    </dgm:pt>
    <dgm:pt modelId="{C9273ED0-D15D-FE4C-A580-AE872E02ACC8}" type="pres">
      <dgm:prSet presAssocID="{8F58F8B2-7872-9E4E-90DA-7B126D32FF5F}" presName="diagram" presStyleCnt="0">
        <dgm:presLayoutVars>
          <dgm:dir/>
          <dgm:resizeHandles val="exact"/>
        </dgm:presLayoutVars>
      </dgm:prSet>
      <dgm:spPr/>
      <dgm:t>
        <a:bodyPr/>
        <a:lstStyle/>
        <a:p>
          <a:endParaRPr lang="en-US"/>
        </a:p>
      </dgm:t>
    </dgm:pt>
    <dgm:pt modelId="{B093AF8C-04B1-4C43-A35A-CF4B8C66A757}" type="pres">
      <dgm:prSet presAssocID="{70A2BFC9-1C0A-AC47-AD8D-2D85C6286E21}" presName="node" presStyleLbl="node1" presStyleIdx="0" presStyleCnt="3">
        <dgm:presLayoutVars>
          <dgm:bulletEnabled val="1"/>
        </dgm:presLayoutVars>
      </dgm:prSet>
      <dgm:spPr/>
      <dgm:t>
        <a:bodyPr/>
        <a:lstStyle/>
        <a:p>
          <a:endParaRPr lang="en-US"/>
        </a:p>
      </dgm:t>
    </dgm:pt>
    <dgm:pt modelId="{694744F4-F30A-864A-A98E-CF18F2203F85}" type="pres">
      <dgm:prSet presAssocID="{29D2AD5B-2C72-244E-B310-81D2127838F2}" presName="sibTrans" presStyleLbl="sibTrans2D1" presStyleIdx="0" presStyleCnt="2"/>
      <dgm:spPr/>
      <dgm:t>
        <a:bodyPr/>
        <a:lstStyle/>
        <a:p>
          <a:endParaRPr lang="en-US"/>
        </a:p>
      </dgm:t>
    </dgm:pt>
    <dgm:pt modelId="{8A3F7808-5749-C642-A5CA-D6A57AA2FE9E}" type="pres">
      <dgm:prSet presAssocID="{29D2AD5B-2C72-244E-B310-81D2127838F2}" presName="connectorText" presStyleLbl="sibTrans2D1" presStyleIdx="0" presStyleCnt="2"/>
      <dgm:spPr/>
      <dgm:t>
        <a:bodyPr/>
        <a:lstStyle/>
        <a:p>
          <a:endParaRPr lang="en-US"/>
        </a:p>
      </dgm:t>
    </dgm:pt>
    <dgm:pt modelId="{30B20897-C5C0-5742-B563-9436CE25342C}" type="pres">
      <dgm:prSet presAssocID="{F6EBADCB-2FF1-C542-B00C-568974D5920D}" presName="node" presStyleLbl="node1" presStyleIdx="1" presStyleCnt="3">
        <dgm:presLayoutVars>
          <dgm:bulletEnabled val="1"/>
        </dgm:presLayoutVars>
      </dgm:prSet>
      <dgm:spPr/>
      <dgm:t>
        <a:bodyPr/>
        <a:lstStyle/>
        <a:p>
          <a:endParaRPr lang="en-US"/>
        </a:p>
      </dgm:t>
    </dgm:pt>
    <dgm:pt modelId="{7C5C0815-BD42-D14E-93BD-94621EF68706}" type="pres">
      <dgm:prSet presAssocID="{A466907B-4D09-B240-AEBA-39BE822BB331}" presName="sibTrans" presStyleLbl="sibTrans2D1" presStyleIdx="1" presStyleCnt="2"/>
      <dgm:spPr/>
      <dgm:t>
        <a:bodyPr/>
        <a:lstStyle/>
        <a:p>
          <a:endParaRPr lang="en-US"/>
        </a:p>
      </dgm:t>
    </dgm:pt>
    <dgm:pt modelId="{9CF83016-17B9-754E-90A3-D0DDEFD9D0A0}" type="pres">
      <dgm:prSet presAssocID="{A466907B-4D09-B240-AEBA-39BE822BB331}" presName="connectorText" presStyleLbl="sibTrans2D1" presStyleIdx="1" presStyleCnt="2"/>
      <dgm:spPr/>
      <dgm:t>
        <a:bodyPr/>
        <a:lstStyle/>
        <a:p>
          <a:endParaRPr lang="en-US"/>
        </a:p>
      </dgm:t>
    </dgm:pt>
    <dgm:pt modelId="{6F9D6D64-A141-6943-9325-D1CEA017D105}" type="pres">
      <dgm:prSet presAssocID="{D58092BF-AF65-A147-B76C-262FAB168C60}" presName="node" presStyleLbl="node1" presStyleIdx="2" presStyleCnt="3">
        <dgm:presLayoutVars>
          <dgm:bulletEnabled val="1"/>
        </dgm:presLayoutVars>
      </dgm:prSet>
      <dgm:spPr/>
      <dgm:t>
        <a:bodyPr/>
        <a:lstStyle/>
        <a:p>
          <a:endParaRPr lang="en-US"/>
        </a:p>
      </dgm:t>
    </dgm:pt>
  </dgm:ptLst>
  <dgm:cxnLst>
    <dgm:cxn modelId="{C55E2891-A566-AB4D-BA16-D68AF9E2614D}" type="presOf" srcId="{F6EBADCB-2FF1-C542-B00C-568974D5920D}" destId="{30B20897-C5C0-5742-B563-9436CE25342C}" srcOrd="0" destOrd="0" presId="urn:microsoft.com/office/officeart/2005/8/layout/process5"/>
    <dgm:cxn modelId="{9347C9EA-3FA9-2346-9612-F66227A53D62}" type="presOf" srcId="{29D2AD5B-2C72-244E-B310-81D2127838F2}" destId="{8A3F7808-5749-C642-A5CA-D6A57AA2FE9E}" srcOrd="1" destOrd="0" presId="urn:microsoft.com/office/officeart/2005/8/layout/process5"/>
    <dgm:cxn modelId="{D7714FB0-AA90-6741-9A87-31F041788044}" srcId="{8F58F8B2-7872-9E4E-90DA-7B126D32FF5F}" destId="{D58092BF-AF65-A147-B76C-262FAB168C60}" srcOrd="2" destOrd="0" parTransId="{C4BEAAFC-F54F-AC4D-88B3-2996F8739270}" sibTransId="{12FCA9A0-C99C-4E48-982F-533B82CBDC7A}"/>
    <dgm:cxn modelId="{FBA91BAE-17AD-F841-BD74-0364E00F1EFC}" type="presOf" srcId="{A466907B-4D09-B240-AEBA-39BE822BB331}" destId="{9CF83016-17B9-754E-90A3-D0DDEFD9D0A0}" srcOrd="1" destOrd="0" presId="urn:microsoft.com/office/officeart/2005/8/layout/process5"/>
    <dgm:cxn modelId="{39D3A9B8-F14A-6A47-B2FA-D58403BBAB5A}" type="presOf" srcId="{D58092BF-AF65-A147-B76C-262FAB168C60}" destId="{6F9D6D64-A141-6943-9325-D1CEA017D105}" srcOrd="0" destOrd="0" presId="urn:microsoft.com/office/officeart/2005/8/layout/process5"/>
    <dgm:cxn modelId="{3764A845-D10B-864C-A753-978E248DD407}" srcId="{8F58F8B2-7872-9E4E-90DA-7B126D32FF5F}" destId="{F6EBADCB-2FF1-C542-B00C-568974D5920D}" srcOrd="1" destOrd="0" parTransId="{C679C2A4-8A82-7549-8D49-5963B5511CE7}" sibTransId="{A466907B-4D09-B240-AEBA-39BE822BB331}"/>
    <dgm:cxn modelId="{6CC20FDB-6160-DF4D-AD51-F00C18042DEC}" type="presOf" srcId="{70A2BFC9-1C0A-AC47-AD8D-2D85C6286E21}" destId="{B093AF8C-04B1-4C43-A35A-CF4B8C66A757}" srcOrd="0" destOrd="0" presId="urn:microsoft.com/office/officeart/2005/8/layout/process5"/>
    <dgm:cxn modelId="{4DA72501-A88F-3B48-A2AF-970498C778D9}" type="presOf" srcId="{A466907B-4D09-B240-AEBA-39BE822BB331}" destId="{7C5C0815-BD42-D14E-93BD-94621EF68706}" srcOrd="0" destOrd="0" presId="urn:microsoft.com/office/officeart/2005/8/layout/process5"/>
    <dgm:cxn modelId="{2DA96651-2D82-9B4E-A2AD-01D268D02B59}" srcId="{8F58F8B2-7872-9E4E-90DA-7B126D32FF5F}" destId="{70A2BFC9-1C0A-AC47-AD8D-2D85C6286E21}" srcOrd="0" destOrd="0" parTransId="{98F867BF-B820-FE41-AACE-B9B6F2193D07}" sibTransId="{29D2AD5B-2C72-244E-B310-81D2127838F2}"/>
    <dgm:cxn modelId="{C87CB93B-61A9-EF43-96D4-F437D13CC4A2}" type="presOf" srcId="{29D2AD5B-2C72-244E-B310-81D2127838F2}" destId="{694744F4-F30A-864A-A98E-CF18F2203F85}" srcOrd="0" destOrd="0" presId="urn:microsoft.com/office/officeart/2005/8/layout/process5"/>
    <dgm:cxn modelId="{EBA45EFD-28F7-5C46-A133-4F905250477F}" type="presOf" srcId="{8F58F8B2-7872-9E4E-90DA-7B126D32FF5F}" destId="{C9273ED0-D15D-FE4C-A580-AE872E02ACC8}" srcOrd="0" destOrd="0" presId="urn:microsoft.com/office/officeart/2005/8/layout/process5"/>
    <dgm:cxn modelId="{BA3A9DE5-481F-1A47-8DC1-0111F1D357E8}" type="presParOf" srcId="{C9273ED0-D15D-FE4C-A580-AE872E02ACC8}" destId="{B093AF8C-04B1-4C43-A35A-CF4B8C66A757}" srcOrd="0" destOrd="0" presId="urn:microsoft.com/office/officeart/2005/8/layout/process5"/>
    <dgm:cxn modelId="{EE99982D-EF1A-3641-950E-FAE11E879769}" type="presParOf" srcId="{C9273ED0-D15D-FE4C-A580-AE872E02ACC8}" destId="{694744F4-F30A-864A-A98E-CF18F2203F85}" srcOrd="1" destOrd="0" presId="urn:microsoft.com/office/officeart/2005/8/layout/process5"/>
    <dgm:cxn modelId="{9D30C8A4-7018-764D-A3B1-322828C8E870}" type="presParOf" srcId="{694744F4-F30A-864A-A98E-CF18F2203F85}" destId="{8A3F7808-5749-C642-A5CA-D6A57AA2FE9E}" srcOrd="0" destOrd="0" presId="urn:microsoft.com/office/officeart/2005/8/layout/process5"/>
    <dgm:cxn modelId="{9D52037B-FE1C-B143-A956-9CEDFD6558E6}" type="presParOf" srcId="{C9273ED0-D15D-FE4C-A580-AE872E02ACC8}" destId="{30B20897-C5C0-5742-B563-9436CE25342C}" srcOrd="2" destOrd="0" presId="urn:microsoft.com/office/officeart/2005/8/layout/process5"/>
    <dgm:cxn modelId="{AC02C07F-181C-7C42-A542-B51EA5EA19E7}" type="presParOf" srcId="{C9273ED0-D15D-FE4C-A580-AE872E02ACC8}" destId="{7C5C0815-BD42-D14E-93BD-94621EF68706}" srcOrd="3" destOrd="0" presId="urn:microsoft.com/office/officeart/2005/8/layout/process5"/>
    <dgm:cxn modelId="{E62E1A8D-D3CF-8C40-AE52-47C81826DB1A}" type="presParOf" srcId="{7C5C0815-BD42-D14E-93BD-94621EF68706}" destId="{9CF83016-17B9-754E-90A3-D0DDEFD9D0A0}" srcOrd="0" destOrd="0" presId="urn:microsoft.com/office/officeart/2005/8/layout/process5"/>
    <dgm:cxn modelId="{513E07BE-7AEA-974B-9A6C-4919A650BA2F}" type="presParOf" srcId="{C9273ED0-D15D-FE4C-A580-AE872E02ACC8}" destId="{6F9D6D64-A141-6943-9325-D1CEA017D105}" srcOrd="4"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2EEAFF-386A-1A46-B936-C2B68203CCBE}" type="doc">
      <dgm:prSet loTypeId="urn:microsoft.com/office/officeart/2005/8/layout/arrow4" loCatId="relationship" qsTypeId="urn:microsoft.com/office/officeart/2005/8/quickstyle/simple4" qsCatId="simple" csTypeId="urn:microsoft.com/office/officeart/2005/8/colors/accent1_2" csCatId="accent1" phldr="1"/>
      <dgm:spPr/>
      <dgm:t>
        <a:bodyPr/>
        <a:lstStyle/>
        <a:p>
          <a:endParaRPr lang="en-US"/>
        </a:p>
      </dgm:t>
    </dgm:pt>
    <dgm:pt modelId="{CA7907B1-600A-4345-8283-CC0D6972B110}">
      <dgm:prSet phldrT="[Text]"/>
      <dgm:spPr/>
      <dgm:t>
        <a:bodyPr/>
        <a:lstStyle/>
        <a:p>
          <a:r>
            <a:rPr lang="en-US" dirty="0" smtClean="0"/>
            <a:t>Advantages:</a:t>
          </a:r>
          <a:endParaRPr lang="en-US" dirty="0"/>
        </a:p>
      </dgm:t>
    </dgm:pt>
    <dgm:pt modelId="{31AA26F8-C55E-5D47-B181-8A98A970D12E}" type="parTrans" cxnId="{C5434E4F-24DA-3847-B8DF-20540EB180AD}">
      <dgm:prSet/>
      <dgm:spPr/>
      <dgm:t>
        <a:bodyPr/>
        <a:lstStyle/>
        <a:p>
          <a:endParaRPr lang="en-US"/>
        </a:p>
      </dgm:t>
    </dgm:pt>
    <dgm:pt modelId="{58C44E4B-05BE-364C-8EB0-1EE01FF062C8}" type="sibTrans" cxnId="{C5434E4F-24DA-3847-B8DF-20540EB180AD}">
      <dgm:prSet/>
      <dgm:spPr/>
      <dgm:t>
        <a:bodyPr/>
        <a:lstStyle/>
        <a:p>
          <a:endParaRPr lang="en-US"/>
        </a:p>
      </dgm:t>
    </dgm:pt>
    <dgm:pt modelId="{F928539B-2795-0D4D-9B85-E03A07037EC5}">
      <dgm:prSet/>
      <dgm:spPr/>
      <dgm:t>
        <a:bodyPr/>
        <a:lstStyle/>
        <a:p>
          <a:r>
            <a:rPr lang="en-US" dirty="0" smtClean="0"/>
            <a:t>simplifies handling of growing data structures</a:t>
          </a:r>
        </a:p>
      </dgm:t>
    </dgm:pt>
    <dgm:pt modelId="{7769F67A-AA6F-784F-961E-AD304B656397}" type="parTrans" cxnId="{5C334A2E-85C8-6B4F-9ED8-3D7FE579FD83}">
      <dgm:prSet/>
      <dgm:spPr/>
      <dgm:t>
        <a:bodyPr/>
        <a:lstStyle/>
        <a:p>
          <a:endParaRPr lang="en-US"/>
        </a:p>
      </dgm:t>
    </dgm:pt>
    <dgm:pt modelId="{1B9724D7-41D1-924E-995E-4FA264C613BE}" type="sibTrans" cxnId="{5C334A2E-85C8-6B4F-9ED8-3D7FE579FD83}">
      <dgm:prSet/>
      <dgm:spPr/>
      <dgm:t>
        <a:bodyPr/>
        <a:lstStyle/>
        <a:p>
          <a:endParaRPr lang="en-US"/>
        </a:p>
      </dgm:t>
    </dgm:pt>
    <dgm:pt modelId="{6B4FD072-9B2B-5541-BCE1-F20CCDA9322A}">
      <dgm:prSet/>
      <dgm:spPr/>
      <dgm:t>
        <a:bodyPr/>
        <a:lstStyle/>
        <a:p>
          <a:r>
            <a:rPr lang="en-US" dirty="0" smtClean="0"/>
            <a:t>allows programs to be altered and recompiled independently</a:t>
          </a:r>
        </a:p>
      </dgm:t>
    </dgm:pt>
    <dgm:pt modelId="{D156BA94-E912-9941-AC16-0A5BF2652A25}" type="parTrans" cxnId="{3FF202A7-384D-B644-82EF-F051E57F52B0}">
      <dgm:prSet/>
      <dgm:spPr/>
      <dgm:t>
        <a:bodyPr/>
        <a:lstStyle/>
        <a:p>
          <a:endParaRPr lang="en-US"/>
        </a:p>
      </dgm:t>
    </dgm:pt>
    <dgm:pt modelId="{07EF136D-11ED-E144-8977-9CE3612BEBB5}" type="sibTrans" cxnId="{3FF202A7-384D-B644-82EF-F051E57F52B0}">
      <dgm:prSet/>
      <dgm:spPr/>
      <dgm:t>
        <a:bodyPr/>
        <a:lstStyle/>
        <a:p>
          <a:endParaRPr lang="en-US"/>
        </a:p>
      </dgm:t>
    </dgm:pt>
    <dgm:pt modelId="{E0E7447E-3C97-4249-960E-4531812B53CF}">
      <dgm:prSet/>
      <dgm:spPr/>
      <dgm:t>
        <a:bodyPr/>
        <a:lstStyle/>
        <a:p>
          <a:r>
            <a:rPr lang="en-US" smtClean="0"/>
            <a:t>lends itself to sharing data among processes</a:t>
          </a:r>
          <a:endParaRPr lang="en-US" dirty="0" smtClean="0"/>
        </a:p>
      </dgm:t>
    </dgm:pt>
    <dgm:pt modelId="{09767C4F-A4BF-6945-A6EB-3462BF0A1711}" type="parTrans" cxnId="{66D46801-600C-1041-937C-F80D5D25D0B8}">
      <dgm:prSet/>
      <dgm:spPr/>
      <dgm:t>
        <a:bodyPr/>
        <a:lstStyle/>
        <a:p>
          <a:endParaRPr lang="en-US"/>
        </a:p>
      </dgm:t>
    </dgm:pt>
    <dgm:pt modelId="{A56621C2-B56A-B54E-91C9-AA3D4CD3D7AA}" type="sibTrans" cxnId="{66D46801-600C-1041-937C-F80D5D25D0B8}">
      <dgm:prSet/>
      <dgm:spPr/>
      <dgm:t>
        <a:bodyPr/>
        <a:lstStyle/>
        <a:p>
          <a:endParaRPr lang="en-US"/>
        </a:p>
      </dgm:t>
    </dgm:pt>
    <dgm:pt modelId="{07BA35C6-94E3-1D45-9477-A682605CC11A}">
      <dgm:prSet/>
      <dgm:spPr/>
      <dgm:t>
        <a:bodyPr/>
        <a:lstStyle/>
        <a:p>
          <a:r>
            <a:rPr lang="en-US" smtClean="0"/>
            <a:t>lends itself to protection</a:t>
          </a:r>
          <a:endParaRPr lang="en-US" dirty="0"/>
        </a:p>
      </dgm:t>
    </dgm:pt>
    <dgm:pt modelId="{569D96B4-5A30-324C-B53B-697B3D15A945}" type="parTrans" cxnId="{947A105F-7A7F-E540-90A1-8A4DD9501DA5}">
      <dgm:prSet/>
      <dgm:spPr/>
      <dgm:t>
        <a:bodyPr/>
        <a:lstStyle/>
        <a:p>
          <a:endParaRPr lang="en-US"/>
        </a:p>
      </dgm:t>
    </dgm:pt>
    <dgm:pt modelId="{B3E0F89E-6FDA-7B42-B923-B743EFD8F310}" type="sibTrans" cxnId="{947A105F-7A7F-E540-90A1-8A4DD9501DA5}">
      <dgm:prSet/>
      <dgm:spPr/>
      <dgm:t>
        <a:bodyPr/>
        <a:lstStyle/>
        <a:p>
          <a:endParaRPr lang="en-US"/>
        </a:p>
      </dgm:t>
    </dgm:pt>
    <dgm:pt modelId="{FBD37F26-6C9E-794B-8A03-B864EE9F7D30}" type="pres">
      <dgm:prSet presAssocID="{652EEAFF-386A-1A46-B936-C2B68203CCBE}" presName="compositeShape" presStyleCnt="0">
        <dgm:presLayoutVars>
          <dgm:chMax val="2"/>
          <dgm:dir/>
          <dgm:resizeHandles val="exact"/>
        </dgm:presLayoutVars>
      </dgm:prSet>
      <dgm:spPr/>
      <dgm:t>
        <a:bodyPr/>
        <a:lstStyle/>
        <a:p>
          <a:endParaRPr lang="en-US"/>
        </a:p>
      </dgm:t>
    </dgm:pt>
    <dgm:pt modelId="{A055A17C-3CC5-4B43-A976-F6E0F2BE6644}" type="pres">
      <dgm:prSet presAssocID="{CA7907B1-600A-4345-8283-CC0D6972B110}" presName="upArrow" presStyleLbl="node1" presStyleIdx="0" presStyleCnt="1" custFlipVert="1" custFlipHor="1" custScaleX="12165" custScaleY="5617" custLinFactNeighborX="-15167" custLinFactNeighborY="38764"/>
      <dgm:spPr>
        <a:blipFill rotWithShape="0">
          <a:blip xmlns:r="http://schemas.openxmlformats.org/officeDocument/2006/relationships" r:embed="rId1"/>
          <a:tile tx="0" ty="0" sx="100000" sy="100000" flip="none" algn="tl"/>
        </a:blipFill>
      </dgm:spPr>
      <dgm:t>
        <a:bodyPr/>
        <a:lstStyle/>
        <a:p>
          <a:endParaRPr lang="en-US"/>
        </a:p>
      </dgm:t>
    </dgm:pt>
    <dgm:pt modelId="{EEB16B03-2A6D-2D49-923F-376AC4362048}" type="pres">
      <dgm:prSet presAssocID="{CA7907B1-600A-4345-8283-CC0D6972B110}" presName="upArrowText" presStyleLbl="revTx" presStyleIdx="0" presStyleCnt="1">
        <dgm:presLayoutVars>
          <dgm:chMax val="0"/>
          <dgm:bulletEnabled val="1"/>
        </dgm:presLayoutVars>
      </dgm:prSet>
      <dgm:spPr/>
      <dgm:t>
        <a:bodyPr/>
        <a:lstStyle/>
        <a:p>
          <a:endParaRPr lang="en-US"/>
        </a:p>
      </dgm:t>
    </dgm:pt>
  </dgm:ptLst>
  <dgm:cxnLst>
    <dgm:cxn modelId="{66D46801-600C-1041-937C-F80D5D25D0B8}" srcId="{CA7907B1-600A-4345-8283-CC0D6972B110}" destId="{E0E7447E-3C97-4249-960E-4531812B53CF}" srcOrd="2" destOrd="0" parTransId="{09767C4F-A4BF-6945-A6EB-3462BF0A1711}" sibTransId="{A56621C2-B56A-B54E-91C9-AA3D4CD3D7AA}"/>
    <dgm:cxn modelId="{5C334A2E-85C8-6B4F-9ED8-3D7FE579FD83}" srcId="{CA7907B1-600A-4345-8283-CC0D6972B110}" destId="{F928539B-2795-0D4D-9B85-E03A07037EC5}" srcOrd="0" destOrd="0" parTransId="{7769F67A-AA6F-784F-961E-AD304B656397}" sibTransId="{1B9724D7-41D1-924E-995E-4FA264C613BE}"/>
    <dgm:cxn modelId="{3FF202A7-384D-B644-82EF-F051E57F52B0}" srcId="{CA7907B1-600A-4345-8283-CC0D6972B110}" destId="{6B4FD072-9B2B-5541-BCE1-F20CCDA9322A}" srcOrd="1" destOrd="0" parTransId="{D156BA94-E912-9941-AC16-0A5BF2652A25}" sibTransId="{07EF136D-11ED-E144-8977-9CE3612BEBB5}"/>
    <dgm:cxn modelId="{FD7905A1-B0F2-9342-ADC7-70732E07FEC4}" type="presOf" srcId="{CA7907B1-600A-4345-8283-CC0D6972B110}" destId="{EEB16B03-2A6D-2D49-923F-376AC4362048}" srcOrd="0" destOrd="0" presId="urn:microsoft.com/office/officeart/2005/8/layout/arrow4"/>
    <dgm:cxn modelId="{F62D3B41-45E4-074F-9F99-A7ACD851AE3B}" type="presOf" srcId="{6B4FD072-9B2B-5541-BCE1-F20CCDA9322A}" destId="{EEB16B03-2A6D-2D49-923F-376AC4362048}" srcOrd="0" destOrd="2" presId="urn:microsoft.com/office/officeart/2005/8/layout/arrow4"/>
    <dgm:cxn modelId="{881729AF-0330-F943-AA6A-BCA994416784}" type="presOf" srcId="{07BA35C6-94E3-1D45-9477-A682605CC11A}" destId="{EEB16B03-2A6D-2D49-923F-376AC4362048}" srcOrd="0" destOrd="4" presId="urn:microsoft.com/office/officeart/2005/8/layout/arrow4"/>
    <dgm:cxn modelId="{4EC5A7C5-1FD4-9747-830E-1E08B8159FFD}" type="presOf" srcId="{F928539B-2795-0D4D-9B85-E03A07037EC5}" destId="{EEB16B03-2A6D-2D49-923F-376AC4362048}" srcOrd="0" destOrd="1" presId="urn:microsoft.com/office/officeart/2005/8/layout/arrow4"/>
    <dgm:cxn modelId="{947A105F-7A7F-E540-90A1-8A4DD9501DA5}" srcId="{CA7907B1-600A-4345-8283-CC0D6972B110}" destId="{07BA35C6-94E3-1D45-9477-A682605CC11A}" srcOrd="3" destOrd="0" parTransId="{569D96B4-5A30-324C-B53B-697B3D15A945}" sibTransId="{B3E0F89E-6FDA-7B42-B923-B743EFD8F310}"/>
    <dgm:cxn modelId="{263A356C-D1CC-ED47-A76A-AD864E466015}" type="presOf" srcId="{652EEAFF-386A-1A46-B936-C2B68203CCBE}" destId="{FBD37F26-6C9E-794B-8A03-B864EE9F7D30}" srcOrd="0" destOrd="0" presId="urn:microsoft.com/office/officeart/2005/8/layout/arrow4"/>
    <dgm:cxn modelId="{C5434E4F-24DA-3847-B8DF-20540EB180AD}" srcId="{652EEAFF-386A-1A46-B936-C2B68203CCBE}" destId="{CA7907B1-600A-4345-8283-CC0D6972B110}" srcOrd="0" destOrd="0" parTransId="{31AA26F8-C55E-5D47-B181-8A98A970D12E}" sibTransId="{58C44E4B-05BE-364C-8EB0-1EE01FF062C8}"/>
    <dgm:cxn modelId="{BA0456E9-0FD1-844A-BCD8-585ED67EBA2E}" type="presOf" srcId="{E0E7447E-3C97-4249-960E-4531812B53CF}" destId="{EEB16B03-2A6D-2D49-923F-376AC4362048}" srcOrd="0" destOrd="3" presId="urn:microsoft.com/office/officeart/2005/8/layout/arrow4"/>
    <dgm:cxn modelId="{F20D9B5E-94D4-5746-8F63-7EDA6B16E739}" type="presParOf" srcId="{FBD37F26-6C9E-794B-8A03-B864EE9F7D30}" destId="{A055A17C-3CC5-4B43-A976-F6E0F2BE6644}" srcOrd="0" destOrd="0" presId="urn:microsoft.com/office/officeart/2005/8/layout/arrow4"/>
    <dgm:cxn modelId="{CF4569C8-074A-8C47-BFAF-15F6463B2025}" type="presParOf" srcId="{FBD37F26-6C9E-794B-8A03-B864EE9F7D30}" destId="{EEB16B03-2A6D-2D49-923F-376AC4362048}" srcOrd="1"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B0F948F-59C5-504A-A819-C3222257C0AD}" type="doc">
      <dgm:prSet loTypeId="urn:microsoft.com/office/officeart/2005/8/layout/hierarchy5" loCatId="hierarchy" qsTypeId="urn:microsoft.com/office/officeart/2005/8/quickstyle/simple4" qsCatId="simple" csTypeId="urn:microsoft.com/office/officeart/2005/8/colors/accent1_2" csCatId="accent1" phldr="1"/>
      <dgm:spPr/>
      <dgm:t>
        <a:bodyPr/>
        <a:lstStyle/>
        <a:p>
          <a:endParaRPr lang="en-US"/>
        </a:p>
      </dgm:t>
    </dgm:pt>
    <dgm:pt modelId="{2275CDEE-68EB-D345-A170-8D7851B5B366}">
      <dgm:prSet phldrT="[Text]" custT="1"/>
      <dgm:spPr>
        <a:solidFill>
          <a:schemeClr val="accent4">
            <a:lumMod val="50000"/>
          </a:schemeClr>
        </a:solidFill>
      </dgm:spPr>
      <dgm:t>
        <a:bodyPr/>
        <a:lstStyle/>
        <a:p>
          <a:r>
            <a:rPr lang="en-US" sz="2200" dirty="0" smtClean="0"/>
            <a:t>In a combined paging/segmentation system a user’s address space is broken up into a number of segments. Each segment is broken up into a number of fixed-sized pages which are equal in length to a main memory frame</a:t>
          </a:r>
          <a:endParaRPr lang="en-US" sz="2200" dirty="0"/>
        </a:p>
      </dgm:t>
    </dgm:pt>
    <dgm:pt modelId="{4B3E9F9D-1BB7-354D-8326-B77785D729BA}" type="parTrans" cxnId="{3E1ED69C-7277-404A-A4C3-871F243067FF}">
      <dgm:prSet/>
      <dgm:spPr/>
      <dgm:t>
        <a:bodyPr/>
        <a:lstStyle/>
        <a:p>
          <a:endParaRPr lang="en-US"/>
        </a:p>
      </dgm:t>
    </dgm:pt>
    <dgm:pt modelId="{30A08914-744A-D047-BB1F-02E7BEB9DDCE}" type="sibTrans" cxnId="{3E1ED69C-7277-404A-A4C3-871F243067FF}">
      <dgm:prSet/>
      <dgm:spPr/>
      <dgm:t>
        <a:bodyPr/>
        <a:lstStyle/>
        <a:p>
          <a:endParaRPr lang="en-US"/>
        </a:p>
      </dgm:t>
    </dgm:pt>
    <dgm:pt modelId="{D322EA15-3033-4341-B8B6-248C36BA6C2B}">
      <dgm:prSet custT="1"/>
      <dgm:spPr/>
      <dgm:t>
        <a:bodyPr/>
        <a:lstStyle/>
        <a:p>
          <a:r>
            <a:rPr lang="en-US" sz="1800" dirty="0" smtClean="0"/>
            <a:t>Segmentation is visible to the programmer</a:t>
          </a:r>
        </a:p>
      </dgm:t>
    </dgm:pt>
    <dgm:pt modelId="{3FB52000-0A77-1548-8CA4-7E00B08DC4C7}" type="parTrans" cxnId="{2DE55CF7-2D05-124A-895D-907969115EA2}">
      <dgm:prSet/>
      <dgm:spPr/>
      <dgm:t>
        <a:bodyPr/>
        <a:lstStyle/>
        <a:p>
          <a:endParaRPr lang="en-US"/>
        </a:p>
      </dgm:t>
    </dgm:pt>
    <dgm:pt modelId="{AE8A2AB5-41FD-BB40-A3D0-ACE782BA9FC2}" type="sibTrans" cxnId="{2DE55CF7-2D05-124A-895D-907969115EA2}">
      <dgm:prSet/>
      <dgm:spPr/>
      <dgm:t>
        <a:bodyPr/>
        <a:lstStyle/>
        <a:p>
          <a:endParaRPr lang="en-US"/>
        </a:p>
      </dgm:t>
    </dgm:pt>
    <dgm:pt modelId="{FBC420F0-B3CC-094B-B113-F7AD9AFF1F65}">
      <dgm:prSet custT="1"/>
      <dgm:spPr/>
      <dgm:t>
        <a:bodyPr/>
        <a:lstStyle/>
        <a:p>
          <a:r>
            <a:rPr lang="en-US" sz="1800" dirty="0" smtClean="0"/>
            <a:t>Paging is transparent to the programmer</a:t>
          </a:r>
        </a:p>
      </dgm:t>
    </dgm:pt>
    <dgm:pt modelId="{ADAFB166-8754-3441-A9D6-724C18E4746E}" type="parTrans" cxnId="{0973166F-3EE3-D447-B6A4-2098CBA591A2}">
      <dgm:prSet/>
      <dgm:spPr/>
      <dgm:t>
        <a:bodyPr/>
        <a:lstStyle/>
        <a:p>
          <a:endParaRPr lang="en-US"/>
        </a:p>
      </dgm:t>
    </dgm:pt>
    <dgm:pt modelId="{BCBDDBFF-CE6C-7B47-BD1E-8595D7769704}" type="sibTrans" cxnId="{0973166F-3EE3-D447-B6A4-2098CBA591A2}">
      <dgm:prSet/>
      <dgm:spPr/>
      <dgm:t>
        <a:bodyPr/>
        <a:lstStyle/>
        <a:p>
          <a:endParaRPr lang="en-US"/>
        </a:p>
      </dgm:t>
    </dgm:pt>
    <dgm:pt modelId="{5E0F28B1-3F75-504A-AABC-CD8C7E9CDBF4}" type="pres">
      <dgm:prSet presAssocID="{BB0F948F-59C5-504A-A819-C3222257C0AD}" presName="mainComposite" presStyleCnt="0">
        <dgm:presLayoutVars>
          <dgm:chPref val="1"/>
          <dgm:dir/>
          <dgm:animOne val="branch"/>
          <dgm:animLvl val="lvl"/>
          <dgm:resizeHandles val="exact"/>
        </dgm:presLayoutVars>
      </dgm:prSet>
      <dgm:spPr/>
      <dgm:t>
        <a:bodyPr/>
        <a:lstStyle/>
        <a:p>
          <a:endParaRPr lang="en-US"/>
        </a:p>
      </dgm:t>
    </dgm:pt>
    <dgm:pt modelId="{36C4D4F6-307E-FB4D-B0EF-54CCAE6C41ED}" type="pres">
      <dgm:prSet presAssocID="{BB0F948F-59C5-504A-A819-C3222257C0AD}" presName="hierFlow" presStyleCnt="0"/>
      <dgm:spPr/>
    </dgm:pt>
    <dgm:pt modelId="{85D2371A-BF0F-A14E-9A2B-EBC24D28518D}" type="pres">
      <dgm:prSet presAssocID="{BB0F948F-59C5-504A-A819-C3222257C0AD}" presName="hierChild1" presStyleCnt="0">
        <dgm:presLayoutVars>
          <dgm:chPref val="1"/>
          <dgm:animOne val="branch"/>
          <dgm:animLvl val="lvl"/>
        </dgm:presLayoutVars>
      </dgm:prSet>
      <dgm:spPr/>
    </dgm:pt>
    <dgm:pt modelId="{2A780AB7-0B60-1549-BE67-A02DC437033F}" type="pres">
      <dgm:prSet presAssocID="{2275CDEE-68EB-D345-A170-8D7851B5B366}" presName="Name17" presStyleCnt="0"/>
      <dgm:spPr/>
    </dgm:pt>
    <dgm:pt modelId="{BE16B99C-4EAC-7F47-8867-A4C76D9F80B9}" type="pres">
      <dgm:prSet presAssocID="{2275CDEE-68EB-D345-A170-8D7851B5B366}" presName="level1Shape" presStyleLbl="node0" presStyleIdx="0" presStyleCnt="1" custScaleX="107592" custScaleY="180147">
        <dgm:presLayoutVars>
          <dgm:chPref val="3"/>
        </dgm:presLayoutVars>
      </dgm:prSet>
      <dgm:spPr/>
      <dgm:t>
        <a:bodyPr/>
        <a:lstStyle/>
        <a:p>
          <a:endParaRPr lang="en-US"/>
        </a:p>
      </dgm:t>
    </dgm:pt>
    <dgm:pt modelId="{46606BAE-AC36-E041-9994-4708BB3D5C3C}" type="pres">
      <dgm:prSet presAssocID="{2275CDEE-68EB-D345-A170-8D7851B5B366}" presName="hierChild2" presStyleCnt="0"/>
      <dgm:spPr/>
    </dgm:pt>
    <dgm:pt modelId="{D9DAF0E8-88AE-9D49-97D7-BB2E2BAD5635}" type="pres">
      <dgm:prSet presAssocID="{3FB52000-0A77-1548-8CA4-7E00B08DC4C7}" presName="Name25" presStyleLbl="parChTrans1D2" presStyleIdx="0" presStyleCnt="2"/>
      <dgm:spPr/>
      <dgm:t>
        <a:bodyPr/>
        <a:lstStyle/>
        <a:p>
          <a:endParaRPr lang="en-US"/>
        </a:p>
      </dgm:t>
    </dgm:pt>
    <dgm:pt modelId="{CBC4E109-D074-5547-996B-94C1923E7BA1}" type="pres">
      <dgm:prSet presAssocID="{3FB52000-0A77-1548-8CA4-7E00B08DC4C7}" presName="connTx" presStyleLbl="parChTrans1D2" presStyleIdx="0" presStyleCnt="2"/>
      <dgm:spPr/>
      <dgm:t>
        <a:bodyPr/>
        <a:lstStyle/>
        <a:p>
          <a:endParaRPr lang="en-US"/>
        </a:p>
      </dgm:t>
    </dgm:pt>
    <dgm:pt modelId="{31CB4DB6-764B-CB4C-9376-63030974CD8A}" type="pres">
      <dgm:prSet presAssocID="{D322EA15-3033-4341-B8B6-248C36BA6C2B}" presName="Name30" presStyleCnt="0"/>
      <dgm:spPr/>
    </dgm:pt>
    <dgm:pt modelId="{4877654D-7D28-164B-92B9-382C31F42FCB}" type="pres">
      <dgm:prSet presAssocID="{D322EA15-3033-4341-B8B6-248C36BA6C2B}" presName="level2Shape" presStyleLbl="node2" presStyleIdx="0" presStyleCnt="2" custScaleX="89792" custScaleY="70399"/>
      <dgm:spPr/>
      <dgm:t>
        <a:bodyPr/>
        <a:lstStyle/>
        <a:p>
          <a:endParaRPr lang="en-US"/>
        </a:p>
      </dgm:t>
    </dgm:pt>
    <dgm:pt modelId="{270C1A6A-64ED-2945-B66C-A57204640FE5}" type="pres">
      <dgm:prSet presAssocID="{D322EA15-3033-4341-B8B6-248C36BA6C2B}" presName="hierChild3" presStyleCnt="0"/>
      <dgm:spPr/>
    </dgm:pt>
    <dgm:pt modelId="{46DC0573-937E-AD4B-991E-D1C6705C9487}" type="pres">
      <dgm:prSet presAssocID="{ADAFB166-8754-3441-A9D6-724C18E4746E}" presName="Name25" presStyleLbl="parChTrans1D2" presStyleIdx="1" presStyleCnt="2"/>
      <dgm:spPr/>
      <dgm:t>
        <a:bodyPr/>
        <a:lstStyle/>
        <a:p>
          <a:endParaRPr lang="en-US"/>
        </a:p>
      </dgm:t>
    </dgm:pt>
    <dgm:pt modelId="{4664B0F1-D798-3846-AF8F-B6646E46D270}" type="pres">
      <dgm:prSet presAssocID="{ADAFB166-8754-3441-A9D6-724C18E4746E}" presName="connTx" presStyleLbl="parChTrans1D2" presStyleIdx="1" presStyleCnt="2"/>
      <dgm:spPr/>
      <dgm:t>
        <a:bodyPr/>
        <a:lstStyle/>
        <a:p>
          <a:endParaRPr lang="en-US"/>
        </a:p>
      </dgm:t>
    </dgm:pt>
    <dgm:pt modelId="{6D17E579-CC47-404D-ABE2-06B453D6E79A}" type="pres">
      <dgm:prSet presAssocID="{FBC420F0-B3CC-094B-B113-F7AD9AFF1F65}" presName="Name30" presStyleCnt="0"/>
      <dgm:spPr/>
    </dgm:pt>
    <dgm:pt modelId="{EDE292BD-4C6C-2B42-BD10-FDE3CE5FB6C6}" type="pres">
      <dgm:prSet presAssocID="{FBC420F0-B3CC-094B-B113-F7AD9AFF1F65}" presName="level2Shape" presStyleLbl="node2" presStyleIdx="1" presStyleCnt="2" custScaleX="89970" custScaleY="71736"/>
      <dgm:spPr/>
      <dgm:t>
        <a:bodyPr/>
        <a:lstStyle/>
        <a:p>
          <a:endParaRPr lang="en-US"/>
        </a:p>
      </dgm:t>
    </dgm:pt>
    <dgm:pt modelId="{A45A240B-41C8-8A40-B815-09FBB631487A}" type="pres">
      <dgm:prSet presAssocID="{FBC420F0-B3CC-094B-B113-F7AD9AFF1F65}" presName="hierChild3" presStyleCnt="0"/>
      <dgm:spPr/>
    </dgm:pt>
    <dgm:pt modelId="{C7B2103C-5DF0-174D-92E4-C4F08AB6A7F6}" type="pres">
      <dgm:prSet presAssocID="{BB0F948F-59C5-504A-A819-C3222257C0AD}" presName="bgShapesFlow" presStyleCnt="0"/>
      <dgm:spPr/>
    </dgm:pt>
  </dgm:ptLst>
  <dgm:cxnLst>
    <dgm:cxn modelId="{9B8C6AA5-2662-0443-8634-CD0E3934345B}" type="presOf" srcId="{3FB52000-0A77-1548-8CA4-7E00B08DC4C7}" destId="{CBC4E109-D074-5547-996B-94C1923E7BA1}" srcOrd="1" destOrd="0" presId="urn:microsoft.com/office/officeart/2005/8/layout/hierarchy5"/>
    <dgm:cxn modelId="{B97ACFA3-DDE7-3A42-94D1-90C2BBA6E9EC}" type="presOf" srcId="{2275CDEE-68EB-D345-A170-8D7851B5B366}" destId="{BE16B99C-4EAC-7F47-8867-A4C76D9F80B9}" srcOrd="0" destOrd="0" presId="urn:microsoft.com/office/officeart/2005/8/layout/hierarchy5"/>
    <dgm:cxn modelId="{C3D8309A-7756-2143-9B07-4D5F0C5CBCCF}" type="presOf" srcId="{ADAFB166-8754-3441-A9D6-724C18E4746E}" destId="{46DC0573-937E-AD4B-991E-D1C6705C9487}" srcOrd="0" destOrd="0" presId="urn:microsoft.com/office/officeart/2005/8/layout/hierarchy5"/>
    <dgm:cxn modelId="{68781037-8DAF-2640-B332-44F325063286}" type="presOf" srcId="{BB0F948F-59C5-504A-A819-C3222257C0AD}" destId="{5E0F28B1-3F75-504A-AABC-CD8C7E9CDBF4}" srcOrd="0" destOrd="0" presId="urn:microsoft.com/office/officeart/2005/8/layout/hierarchy5"/>
    <dgm:cxn modelId="{2DE55CF7-2D05-124A-895D-907969115EA2}" srcId="{2275CDEE-68EB-D345-A170-8D7851B5B366}" destId="{D322EA15-3033-4341-B8B6-248C36BA6C2B}" srcOrd="0" destOrd="0" parTransId="{3FB52000-0A77-1548-8CA4-7E00B08DC4C7}" sibTransId="{AE8A2AB5-41FD-BB40-A3D0-ACE782BA9FC2}"/>
    <dgm:cxn modelId="{B973B89E-4EB6-214D-B68D-93D1BAC4CD0B}" type="presOf" srcId="{3FB52000-0A77-1548-8CA4-7E00B08DC4C7}" destId="{D9DAF0E8-88AE-9D49-97D7-BB2E2BAD5635}" srcOrd="0" destOrd="0" presId="urn:microsoft.com/office/officeart/2005/8/layout/hierarchy5"/>
    <dgm:cxn modelId="{564FC639-E357-D742-B6A2-0C8F94FB5770}" type="presOf" srcId="{D322EA15-3033-4341-B8B6-248C36BA6C2B}" destId="{4877654D-7D28-164B-92B9-382C31F42FCB}" srcOrd="0" destOrd="0" presId="urn:microsoft.com/office/officeart/2005/8/layout/hierarchy5"/>
    <dgm:cxn modelId="{4AEC7BD7-0EC7-344A-9E23-BF5EF2C2B158}" type="presOf" srcId="{ADAFB166-8754-3441-A9D6-724C18E4746E}" destId="{4664B0F1-D798-3846-AF8F-B6646E46D270}" srcOrd="1" destOrd="0" presId="urn:microsoft.com/office/officeart/2005/8/layout/hierarchy5"/>
    <dgm:cxn modelId="{0973166F-3EE3-D447-B6A4-2098CBA591A2}" srcId="{2275CDEE-68EB-D345-A170-8D7851B5B366}" destId="{FBC420F0-B3CC-094B-B113-F7AD9AFF1F65}" srcOrd="1" destOrd="0" parTransId="{ADAFB166-8754-3441-A9D6-724C18E4746E}" sibTransId="{BCBDDBFF-CE6C-7B47-BD1E-8595D7769704}"/>
    <dgm:cxn modelId="{3E1ED69C-7277-404A-A4C3-871F243067FF}" srcId="{BB0F948F-59C5-504A-A819-C3222257C0AD}" destId="{2275CDEE-68EB-D345-A170-8D7851B5B366}" srcOrd="0" destOrd="0" parTransId="{4B3E9F9D-1BB7-354D-8326-B77785D729BA}" sibTransId="{30A08914-744A-D047-BB1F-02E7BEB9DDCE}"/>
    <dgm:cxn modelId="{5A7C08C2-D676-A940-935E-C409344E1B26}" type="presOf" srcId="{FBC420F0-B3CC-094B-B113-F7AD9AFF1F65}" destId="{EDE292BD-4C6C-2B42-BD10-FDE3CE5FB6C6}" srcOrd="0" destOrd="0" presId="urn:microsoft.com/office/officeart/2005/8/layout/hierarchy5"/>
    <dgm:cxn modelId="{25B53F07-2240-9041-B0BC-DF2822EF9DEA}" type="presParOf" srcId="{5E0F28B1-3F75-504A-AABC-CD8C7E9CDBF4}" destId="{36C4D4F6-307E-FB4D-B0EF-54CCAE6C41ED}" srcOrd="0" destOrd="0" presId="urn:microsoft.com/office/officeart/2005/8/layout/hierarchy5"/>
    <dgm:cxn modelId="{6212D9CA-DD2C-A447-92CD-2F72F9C6B7BB}" type="presParOf" srcId="{36C4D4F6-307E-FB4D-B0EF-54CCAE6C41ED}" destId="{85D2371A-BF0F-A14E-9A2B-EBC24D28518D}" srcOrd="0" destOrd="0" presId="urn:microsoft.com/office/officeart/2005/8/layout/hierarchy5"/>
    <dgm:cxn modelId="{3CDCD8C5-9E37-4541-9562-020A68CBB47D}" type="presParOf" srcId="{85D2371A-BF0F-A14E-9A2B-EBC24D28518D}" destId="{2A780AB7-0B60-1549-BE67-A02DC437033F}" srcOrd="0" destOrd="0" presId="urn:microsoft.com/office/officeart/2005/8/layout/hierarchy5"/>
    <dgm:cxn modelId="{5534BEEF-F8B4-2C41-850D-053A3D56BC0D}" type="presParOf" srcId="{2A780AB7-0B60-1549-BE67-A02DC437033F}" destId="{BE16B99C-4EAC-7F47-8867-A4C76D9F80B9}" srcOrd="0" destOrd="0" presId="urn:microsoft.com/office/officeart/2005/8/layout/hierarchy5"/>
    <dgm:cxn modelId="{86205A75-9CF1-E54B-AE2D-DDA690A3A41F}" type="presParOf" srcId="{2A780AB7-0B60-1549-BE67-A02DC437033F}" destId="{46606BAE-AC36-E041-9994-4708BB3D5C3C}" srcOrd="1" destOrd="0" presId="urn:microsoft.com/office/officeart/2005/8/layout/hierarchy5"/>
    <dgm:cxn modelId="{886D6E86-189F-A34D-8BF2-5FC7E79A4C98}" type="presParOf" srcId="{46606BAE-AC36-E041-9994-4708BB3D5C3C}" destId="{D9DAF0E8-88AE-9D49-97D7-BB2E2BAD5635}" srcOrd="0" destOrd="0" presId="urn:microsoft.com/office/officeart/2005/8/layout/hierarchy5"/>
    <dgm:cxn modelId="{53AA3935-FBA3-FC4F-83FB-14BB1E46BE17}" type="presParOf" srcId="{D9DAF0E8-88AE-9D49-97D7-BB2E2BAD5635}" destId="{CBC4E109-D074-5547-996B-94C1923E7BA1}" srcOrd="0" destOrd="0" presId="urn:microsoft.com/office/officeart/2005/8/layout/hierarchy5"/>
    <dgm:cxn modelId="{2B3BCA61-E6F1-A249-B48C-B31815C85C09}" type="presParOf" srcId="{46606BAE-AC36-E041-9994-4708BB3D5C3C}" destId="{31CB4DB6-764B-CB4C-9376-63030974CD8A}" srcOrd="1" destOrd="0" presId="urn:microsoft.com/office/officeart/2005/8/layout/hierarchy5"/>
    <dgm:cxn modelId="{AD9B0D0D-1339-EA4E-A9AC-9323A642B6D0}" type="presParOf" srcId="{31CB4DB6-764B-CB4C-9376-63030974CD8A}" destId="{4877654D-7D28-164B-92B9-382C31F42FCB}" srcOrd="0" destOrd="0" presId="urn:microsoft.com/office/officeart/2005/8/layout/hierarchy5"/>
    <dgm:cxn modelId="{35D8B2DB-4C7E-AC48-90A5-7F0B15E165AA}" type="presParOf" srcId="{31CB4DB6-764B-CB4C-9376-63030974CD8A}" destId="{270C1A6A-64ED-2945-B66C-A57204640FE5}" srcOrd="1" destOrd="0" presId="urn:microsoft.com/office/officeart/2005/8/layout/hierarchy5"/>
    <dgm:cxn modelId="{A233EC55-C8B2-BF49-BE22-FC5F167BF95D}" type="presParOf" srcId="{46606BAE-AC36-E041-9994-4708BB3D5C3C}" destId="{46DC0573-937E-AD4B-991E-D1C6705C9487}" srcOrd="2" destOrd="0" presId="urn:microsoft.com/office/officeart/2005/8/layout/hierarchy5"/>
    <dgm:cxn modelId="{FF79EE01-305D-3043-9363-509BD170DE6E}" type="presParOf" srcId="{46DC0573-937E-AD4B-991E-D1C6705C9487}" destId="{4664B0F1-D798-3846-AF8F-B6646E46D270}" srcOrd="0" destOrd="0" presId="urn:microsoft.com/office/officeart/2005/8/layout/hierarchy5"/>
    <dgm:cxn modelId="{91A50962-0B89-F048-89D6-7AB4AFD12B7C}" type="presParOf" srcId="{46606BAE-AC36-E041-9994-4708BB3D5C3C}" destId="{6D17E579-CC47-404D-ABE2-06B453D6E79A}" srcOrd="3" destOrd="0" presId="urn:microsoft.com/office/officeart/2005/8/layout/hierarchy5"/>
    <dgm:cxn modelId="{2067C482-1238-7148-94BA-8CFC4FDF7A09}" type="presParOf" srcId="{6D17E579-CC47-404D-ABE2-06B453D6E79A}" destId="{EDE292BD-4C6C-2B42-BD10-FDE3CE5FB6C6}" srcOrd="0" destOrd="0" presId="urn:microsoft.com/office/officeart/2005/8/layout/hierarchy5"/>
    <dgm:cxn modelId="{1C0C3C58-79FB-0C41-8323-8D648C0953D6}" type="presParOf" srcId="{6D17E579-CC47-404D-ABE2-06B453D6E79A}" destId="{A45A240B-41C8-8A40-B815-09FBB631487A}" srcOrd="1" destOrd="0" presId="urn:microsoft.com/office/officeart/2005/8/layout/hierarchy5"/>
    <dgm:cxn modelId="{1E253402-48D0-924A-A28B-8DFBFD6D0E6A}" type="presParOf" srcId="{5E0F28B1-3F75-504A-AABC-CD8C7E9CDBF4}" destId="{C7B2103C-5DF0-174D-92E4-C4F08AB6A7F6}" srcOrd="1" destOrd="0" presId="urn:microsoft.com/office/officeart/2005/8/layout/hierarchy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3221851-5EF1-A140-8B11-BFC4A60FE09A}"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3950D1DF-2125-6643-A4F0-5058A2FDD6B3}">
      <dgm:prSet custT="1"/>
      <dgm:spPr/>
      <dgm:t>
        <a:bodyPr/>
        <a:lstStyle/>
        <a:p>
          <a:pPr rtl="0"/>
          <a:r>
            <a:rPr lang="en-US" sz="3200" dirty="0" smtClean="0"/>
            <a:t>The design of the memory management portion of an operating system depends on three fundamental areas of choice:</a:t>
          </a:r>
          <a:endParaRPr lang="en-US" sz="3200" dirty="0"/>
        </a:p>
      </dgm:t>
    </dgm:pt>
    <dgm:pt modelId="{063F761E-965A-E94C-8C0B-B64776EE0A44}" type="parTrans" cxnId="{BE8B2ED8-3299-5741-B982-20A9A3AE5266}">
      <dgm:prSet/>
      <dgm:spPr/>
      <dgm:t>
        <a:bodyPr/>
        <a:lstStyle/>
        <a:p>
          <a:endParaRPr lang="en-US"/>
        </a:p>
      </dgm:t>
    </dgm:pt>
    <dgm:pt modelId="{8A992A4A-DBA3-D84A-B4D1-590AE5416B17}" type="sibTrans" cxnId="{BE8B2ED8-3299-5741-B982-20A9A3AE5266}">
      <dgm:prSet/>
      <dgm:spPr/>
      <dgm:t>
        <a:bodyPr/>
        <a:lstStyle/>
        <a:p>
          <a:endParaRPr lang="en-US"/>
        </a:p>
      </dgm:t>
    </dgm:pt>
    <dgm:pt modelId="{36818CF7-E2BE-534C-B91B-3920E332C25E}">
      <dgm:prSet custT="1"/>
      <dgm:spPr/>
      <dgm:t>
        <a:bodyPr/>
        <a:lstStyle/>
        <a:p>
          <a:pPr rtl="0"/>
          <a:r>
            <a:rPr lang="en-US" sz="2800" dirty="0" smtClean="0"/>
            <a:t>whether or </a:t>
          </a:r>
          <a:r>
            <a:rPr lang="en-US" sz="2800" dirty="0" smtClean="0">
              <a:solidFill>
                <a:srgbClr val="FF0000"/>
              </a:solidFill>
            </a:rPr>
            <a:t>not to use virtual memory</a:t>
          </a:r>
          <a:r>
            <a:rPr lang="en-US" sz="2800" dirty="0" smtClean="0"/>
            <a:t> techniques</a:t>
          </a:r>
          <a:endParaRPr lang="en-US" sz="2800" dirty="0"/>
        </a:p>
      </dgm:t>
    </dgm:pt>
    <dgm:pt modelId="{A9E31F8A-AC41-6043-8766-00DACBF9D2AE}" type="parTrans" cxnId="{187D516F-B1EB-E04C-8CE9-3C6A4EAB992E}">
      <dgm:prSet/>
      <dgm:spPr/>
      <dgm:t>
        <a:bodyPr/>
        <a:lstStyle/>
        <a:p>
          <a:endParaRPr lang="en-US"/>
        </a:p>
      </dgm:t>
    </dgm:pt>
    <dgm:pt modelId="{65F29B4D-4271-0340-AE09-359A3127F142}" type="sibTrans" cxnId="{187D516F-B1EB-E04C-8CE9-3C6A4EAB992E}">
      <dgm:prSet/>
      <dgm:spPr/>
      <dgm:t>
        <a:bodyPr/>
        <a:lstStyle/>
        <a:p>
          <a:endParaRPr lang="en-US"/>
        </a:p>
      </dgm:t>
    </dgm:pt>
    <dgm:pt modelId="{8A5BD9AA-BCE2-BC45-9094-4C8BABFDF403}">
      <dgm:prSet custT="1"/>
      <dgm:spPr/>
      <dgm:t>
        <a:bodyPr/>
        <a:lstStyle/>
        <a:p>
          <a:pPr rtl="0"/>
          <a:r>
            <a:rPr lang="en-US" sz="2800" dirty="0" smtClean="0"/>
            <a:t>the use of </a:t>
          </a:r>
          <a:r>
            <a:rPr lang="en-US" sz="2800" dirty="0" smtClean="0">
              <a:solidFill>
                <a:srgbClr val="FF0000"/>
              </a:solidFill>
            </a:rPr>
            <a:t>paging or segmentation or both</a:t>
          </a:r>
          <a:endParaRPr lang="en-US" sz="2800" dirty="0">
            <a:solidFill>
              <a:srgbClr val="FF0000"/>
            </a:solidFill>
          </a:endParaRPr>
        </a:p>
      </dgm:t>
    </dgm:pt>
    <dgm:pt modelId="{2067813C-0F83-F44D-A2BC-07D449861BAD}" type="parTrans" cxnId="{4C5AACB4-A416-C542-B511-39DC36B23D0C}">
      <dgm:prSet/>
      <dgm:spPr/>
      <dgm:t>
        <a:bodyPr/>
        <a:lstStyle/>
        <a:p>
          <a:endParaRPr lang="en-US"/>
        </a:p>
      </dgm:t>
    </dgm:pt>
    <dgm:pt modelId="{2B45429E-4452-9F48-A3B6-B791A86262B1}" type="sibTrans" cxnId="{4C5AACB4-A416-C542-B511-39DC36B23D0C}">
      <dgm:prSet/>
      <dgm:spPr/>
      <dgm:t>
        <a:bodyPr/>
        <a:lstStyle/>
        <a:p>
          <a:endParaRPr lang="en-US"/>
        </a:p>
      </dgm:t>
    </dgm:pt>
    <dgm:pt modelId="{00531C10-3067-D94C-A96F-7F0369ED4FBD}">
      <dgm:prSet custT="1"/>
      <dgm:spPr/>
      <dgm:t>
        <a:bodyPr/>
        <a:lstStyle/>
        <a:p>
          <a:pPr rtl="0"/>
          <a:r>
            <a:rPr lang="en-NZ" sz="2800" dirty="0" smtClean="0"/>
            <a:t>the </a:t>
          </a:r>
          <a:r>
            <a:rPr lang="en-NZ" sz="2800" dirty="0" smtClean="0">
              <a:solidFill>
                <a:srgbClr val="FF0000"/>
              </a:solidFill>
            </a:rPr>
            <a:t>algorithms </a:t>
          </a:r>
          <a:r>
            <a:rPr lang="en-NZ" sz="2800" dirty="0" smtClean="0"/>
            <a:t>employed for various aspects of </a:t>
          </a:r>
          <a:r>
            <a:rPr lang="en-NZ" sz="2800" dirty="0" smtClean="0">
              <a:solidFill>
                <a:srgbClr val="FF0000"/>
              </a:solidFill>
            </a:rPr>
            <a:t>memory management</a:t>
          </a:r>
          <a:endParaRPr lang="en-NZ" sz="2800" dirty="0">
            <a:solidFill>
              <a:srgbClr val="FF0000"/>
            </a:solidFill>
          </a:endParaRPr>
        </a:p>
      </dgm:t>
    </dgm:pt>
    <dgm:pt modelId="{5DE211B5-48AB-FD4D-8441-04C6DD704370}" type="sibTrans" cxnId="{860AD2C2-BAF0-EE49-AA88-816DC8798D63}">
      <dgm:prSet/>
      <dgm:spPr/>
      <dgm:t>
        <a:bodyPr/>
        <a:lstStyle/>
        <a:p>
          <a:endParaRPr lang="en-US"/>
        </a:p>
      </dgm:t>
    </dgm:pt>
    <dgm:pt modelId="{F31B542D-F021-BE41-8935-5D8D3CB4AF95}" type="parTrans" cxnId="{860AD2C2-BAF0-EE49-AA88-816DC8798D63}">
      <dgm:prSet/>
      <dgm:spPr/>
      <dgm:t>
        <a:bodyPr/>
        <a:lstStyle/>
        <a:p>
          <a:endParaRPr lang="en-US"/>
        </a:p>
      </dgm:t>
    </dgm:pt>
    <dgm:pt modelId="{CC2B19CB-FA6F-2344-8167-93A322E2E20C}" type="pres">
      <dgm:prSet presAssocID="{B3221851-5EF1-A140-8B11-BFC4A60FE09A}" presName="linear" presStyleCnt="0">
        <dgm:presLayoutVars>
          <dgm:animLvl val="lvl"/>
          <dgm:resizeHandles val="exact"/>
        </dgm:presLayoutVars>
      </dgm:prSet>
      <dgm:spPr/>
      <dgm:t>
        <a:bodyPr/>
        <a:lstStyle/>
        <a:p>
          <a:endParaRPr lang="en-US"/>
        </a:p>
      </dgm:t>
    </dgm:pt>
    <dgm:pt modelId="{2C54C350-B66A-6B43-B459-56DA696A90E8}" type="pres">
      <dgm:prSet presAssocID="{3950D1DF-2125-6643-A4F0-5058A2FDD6B3}" presName="parentText" presStyleLbl="node1" presStyleIdx="0" presStyleCnt="1">
        <dgm:presLayoutVars>
          <dgm:chMax val="0"/>
          <dgm:bulletEnabled val="1"/>
        </dgm:presLayoutVars>
      </dgm:prSet>
      <dgm:spPr/>
      <dgm:t>
        <a:bodyPr/>
        <a:lstStyle/>
        <a:p>
          <a:endParaRPr lang="en-US"/>
        </a:p>
      </dgm:t>
    </dgm:pt>
    <dgm:pt modelId="{BB770BBE-6E3E-6C42-A86E-16AF039670AE}" type="pres">
      <dgm:prSet presAssocID="{3950D1DF-2125-6643-A4F0-5058A2FDD6B3}" presName="childText" presStyleLbl="revTx" presStyleIdx="0" presStyleCnt="1" custScaleY="210628">
        <dgm:presLayoutVars>
          <dgm:bulletEnabled val="1"/>
        </dgm:presLayoutVars>
      </dgm:prSet>
      <dgm:spPr/>
      <dgm:t>
        <a:bodyPr/>
        <a:lstStyle/>
        <a:p>
          <a:endParaRPr lang="en-US"/>
        </a:p>
      </dgm:t>
    </dgm:pt>
  </dgm:ptLst>
  <dgm:cxnLst>
    <dgm:cxn modelId="{C178C416-7623-9544-A57E-568E27792114}" type="presOf" srcId="{3950D1DF-2125-6643-A4F0-5058A2FDD6B3}" destId="{2C54C350-B66A-6B43-B459-56DA696A90E8}" srcOrd="0" destOrd="0" presId="urn:microsoft.com/office/officeart/2005/8/layout/vList2"/>
    <dgm:cxn modelId="{BE8B2ED8-3299-5741-B982-20A9A3AE5266}" srcId="{B3221851-5EF1-A140-8B11-BFC4A60FE09A}" destId="{3950D1DF-2125-6643-A4F0-5058A2FDD6B3}" srcOrd="0" destOrd="0" parTransId="{063F761E-965A-E94C-8C0B-B64776EE0A44}" sibTransId="{8A992A4A-DBA3-D84A-B4D1-590AE5416B17}"/>
    <dgm:cxn modelId="{187D516F-B1EB-E04C-8CE9-3C6A4EAB992E}" srcId="{3950D1DF-2125-6643-A4F0-5058A2FDD6B3}" destId="{36818CF7-E2BE-534C-B91B-3920E332C25E}" srcOrd="0" destOrd="0" parTransId="{A9E31F8A-AC41-6043-8766-00DACBF9D2AE}" sibTransId="{65F29B4D-4271-0340-AE09-359A3127F142}"/>
    <dgm:cxn modelId="{C830E828-862E-D041-BCC5-D5B44F5CAB29}" type="presOf" srcId="{00531C10-3067-D94C-A96F-7F0369ED4FBD}" destId="{BB770BBE-6E3E-6C42-A86E-16AF039670AE}" srcOrd="0" destOrd="2" presId="urn:microsoft.com/office/officeart/2005/8/layout/vList2"/>
    <dgm:cxn modelId="{4C5AACB4-A416-C542-B511-39DC36B23D0C}" srcId="{3950D1DF-2125-6643-A4F0-5058A2FDD6B3}" destId="{8A5BD9AA-BCE2-BC45-9094-4C8BABFDF403}" srcOrd="1" destOrd="0" parTransId="{2067813C-0F83-F44D-A2BC-07D449861BAD}" sibTransId="{2B45429E-4452-9F48-A3B6-B791A86262B1}"/>
    <dgm:cxn modelId="{2B30DA47-4291-7940-AD1D-27834A2301DA}" type="presOf" srcId="{36818CF7-E2BE-534C-B91B-3920E332C25E}" destId="{BB770BBE-6E3E-6C42-A86E-16AF039670AE}" srcOrd="0" destOrd="0" presId="urn:microsoft.com/office/officeart/2005/8/layout/vList2"/>
    <dgm:cxn modelId="{860AD2C2-BAF0-EE49-AA88-816DC8798D63}" srcId="{3950D1DF-2125-6643-A4F0-5058A2FDD6B3}" destId="{00531C10-3067-D94C-A96F-7F0369ED4FBD}" srcOrd="2" destOrd="0" parTransId="{F31B542D-F021-BE41-8935-5D8D3CB4AF95}" sibTransId="{5DE211B5-48AB-FD4D-8441-04C6DD704370}"/>
    <dgm:cxn modelId="{4F5C39E4-C5F9-8149-B707-9FF9F0119CAE}" type="presOf" srcId="{8A5BD9AA-BCE2-BC45-9094-4C8BABFDF403}" destId="{BB770BBE-6E3E-6C42-A86E-16AF039670AE}" srcOrd="0" destOrd="1" presId="urn:microsoft.com/office/officeart/2005/8/layout/vList2"/>
    <dgm:cxn modelId="{958EE13B-CA9D-0648-9594-CB3C545D1135}" type="presOf" srcId="{B3221851-5EF1-A140-8B11-BFC4A60FE09A}" destId="{CC2B19CB-FA6F-2344-8167-93A322E2E20C}" srcOrd="0" destOrd="0" presId="urn:microsoft.com/office/officeart/2005/8/layout/vList2"/>
    <dgm:cxn modelId="{0AE7CAA0-C21E-3A44-B268-139C09DD95BF}" type="presParOf" srcId="{CC2B19CB-FA6F-2344-8167-93A322E2E20C}" destId="{2C54C350-B66A-6B43-B459-56DA696A90E8}" srcOrd="0" destOrd="0" presId="urn:microsoft.com/office/officeart/2005/8/layout/vList2"/>
    <dgm:cxn modelId="{9A5C3BC0-741B-BF44-BC2F-40E43C8DA751}" type="presParOf" srcId="{CC2B19CB-FA6F-2344-8167-93A322E2E20C}" destId="{BB770BBE-6E3E-6C42-A86E-16AF039670AE}"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E35E02B-71EA-A248-A9D1-2F965A2C7B31}" type="doc">
      <dgm:prSet loTypeId="urn:microsoft.com/office/officeart/2005/8/layout/hierarchy6" loCatId="hierarchy" qsTypeId="urn:microsoft.com/office/officeart/2005/8/quickstyle/simple4" qsCatId="simple" csTypeId="urn:microsoft.com/office/officeart/2005/8/colors/accent1_2" csCatId="accent1" phldr="1"/>
      <dgm:spPr/>
    </dgm:pt>
    <dgm:pt modelId="{23084231-31CB-4743-B4A4-79D75B471C13}">
      <dgm:prSet phldrT="[Text]"/>
      <dgm:spPr/>
      <dgm:t>
        <a:bodyPr/>
        <a:lstStyle/>
        <a:p>
          <a:r>
            <a:rPr lang="en-US" dirty="0" smtClean="0"/>
            <a:t>Two main types:</a:t>
          </a:r>
          <a:endParaRPr lang="en-US" dirty="0"/>
        </a:p>
      </dgm:t>
    </dgm:pt>
    <dgm:pt modelId="{401E3C16-4AAC-704D-82E4-0D66DF61552E}" type="parTrans" cxnId="{BF33AFCF-4A2A-FE43-A8ED-38A099C1D8BC}">
      <dgm:prSet/>
      <dgm:spPr/>
      <dgm:t>
        <a:bodyPr/>
        <a:lstStyle/>
        <a:p>
          <a:endParaRPr lang="en-US"/>
        </a:p>
      </dgm:t>
    </dgm:pt>
    <dgm:pt modelId="{692FF7BF-C0A4-674A-BF1F-0B151DCF5D64}" type="sibTrans" cxnId="{BF33AFCF-4A2A-FE43-A8ED-38A099C1D8BC}">
      <dgm:prSet/>
      <dgm:spPr/>
      <dgm:t>
        <a:bodyPr/>
        <a:lstStyle/>
        <a:p>
          <a:endParaRPr lang="en-US"/>
        </a:p>
      </dgm:t>
    </dgm:pt>
    <dgm:pt modelId="{1DA8F05A-5B38-7A4B-A17B-66CF5B6872DE}">
      <dgm:prSet/>
      <dgm:spPr/>
      <dgm:t>
        <a:bodyPr/>
        <a:lstStyle/>
        <a:p>
          <a:r>
            <a:rPr lang="en-US" dirty="0" smtClean="0"/>
            <a:t>Demand Paging </a:t>
          </a:r>
        </a:p>
      </dgm:t>
    </dgm:pt>
    <dgm:pt modelId="{1D73C883-0270-7D43-A3D6-E088B19F4F0C}" type="parTrans" cxnId="{8166DABC-C6DB-E84B-B775-E9C5DA2FF9BF}">
      <dgm:prSet/>
      <dgm:spPr/>
      <dgm:t>
        <a:bodyPr/>
        <a:lstStyle/>
        <a:p>
          <a:endParaRPr lang="en-US"/>
        </a:p>
      </dgm:t>
    </dgm:pt>
    <dgm:pt modelId="{F1121A77-6FE8-5E4F-A442-5C1A505C93F3}" type="sibTrans" cxnId="{8166DABC-C6DB-E84B-B775-E9C5DA2FF9BF}">
      <dgm:prSet/>
      <dgm:spPr/>
      <dgm:t>
        <a:bodyPr/>
        <a:lstStyle/>
        <a:p>
          <a:endParaRPr lang="en-US"/>
        </a:p>
      </dgm:t>
    </dgm:pt>
    <dgm:pt modelId="{CC2EA49D-6FA8-6A47-B280-61DE471AFC17}">
      <dgm:prSet/>
      <dgm:spPr/>
      <dgm:t>
        <a:bodyPr/>
        <a:lstStyle/>
        <a:p>
          <a:r>
            <a:rPr lang="en-US" dirty="0" err="1" smtClean="0"/>
            <a:t>Prepaging</a:t>
          </a:r>
          <a:endParaRPr lang="en-US" dirty="0"/>
        </a:p>
      </dgm:t>
    </dgm:pt>
    <dgm:pt modelId="{171EE2B2-D007-7D47-8175-5BDD56D3449B}" type="parTrans" cxnId="{B1F7B894-93BA-2548-A9A3-AB31E3BCC975}">
      <dgm:prSet/>
      <dgm:spPr/>
      <dgm:t>
        <a:bodyPr/>
        <a:lstStyle/>
        <a:p>
          <a:endParaRPr lang="en-US"/>
        </a:p>
      </dgm:t>
    </dgm:pt>
    <dgm:pt modelId="{134C7CA8-BAE9-DB47-AB35-D07CD95CDBF0}" type="sibTrans" cxnId="{B1F7B894-93BA-2548-A9A3-AB31E3BCC975}">
      <dgm:prSet/>
      <dgm:spPr/>
      <dgm:t>
        <a:bodyPr/>
        <a:lstStyle/>
        <a:p>
          <a:endParaRPr lang="en-US"/>
        </a:p>
      </dgm:t>
    </dgm:pt>
    <dgm:pt modelId="{BF8FBDCF-9F23-B04B-9764-EDEEC6AE3CC3}" type="pres">
      <dgm:prSet presAssocID="{FE35E02B-71EA-A248-A9D1-2F965A2C7B31}" presName="mainComposite" presStyleCnt="0">
        <dgm:presLayoutVars>
          <dgm:chPref val="1"/>
          <dgm:dir/>
          <dgm:animOne val="branch"/>
          <dgm:animLvl val="lvl"/>
          <dgm:resizeHandles val="exact"/>
        </dgm:presLayoutVars>
      </dgm:prSet>
      <dgm:spPr/>
    </dgm:pt>
    <dgm:pt modelId="{11B3C1A2-A3EF-8B49-8AF1-E5A487FD2393}" type="pres">
      <dgm:prSet presAssocID="{FE35E02B-71EA-A248-A9D1-2F965A2C7B31}" presName="hierFlow" presStyleCnt="0"/>
      <dgm:spPr/>
    </dgm:pt>
    <dgm:pt modelId="{4D67A21D-19CC-6E43-A3F1-A15C6A73DF92}" type="pres">
      <dgm:prSet presAssocID="{FE35E02B-71EA-A248-A9D1-2F965A2C7B31}" presName="hierChild1" presStyleCnt="0">
        <dgm:presLayoutVars>
          <dgm:chPref val="1"/>
          <dgm:animOne val="branch"/>
          <dgm:animLvl val="lvl"/>
        </dgm:presLayoutVars>
      </dgm:prSet>
      <dgm:spPr/>
    </dgm:pt>
    <dgm:pt modelId="{DF163FF9-EA40-8440-B861-2E1397F85C61}" type="pres">
      <dgm:prSet presAssocID="{23084231-31CB-4743-B4A4-79D75B471C13}" presName="Name14" presStyleCnt="0"/>
      <dgm:spPr/>
    </dgm:pt>
    <dgm:pt modelId="{47D2CDED-EA25-D245-9A3E-EE424E47FA09}" type="pres">
      <dgm:prSet presAssocID="{23084231-31CB-4743-B4A4-79D75B471C13}" presName="level1Shape" presStyleLbl="node0" presStyleIdx="0" presStyleCnt="1">
        <dgm:presLayoutVars>
          <dgm:chPref val="3"/>
        </dgm:presLayoutVars>
      </dgm:prSet>
      <dgm:spPr/>
      <dgm:t>
        <a:bodyPr/>
        <a:lstStyle/>
        <a:p>
          <a:endParaRPr lang="en-US"/>
        </a:p>
      </dgm:t>
    </dgm:pt>
    <dgm:pt modelId="{5EF37113-2D19-0E46-8593-FD43CE105843}" type="pres">
      <dgm:prSet presAssocID="{23084231-31CB-4743-B4A4-79D75B471C13}" presName="hierChild2" presStyleCnt="0"/>
      <dgm:spPr/>
    </dgm:pt>
    <dgm:pt modelId="{7FC00B2B-D0BE-C64D-B097-B67C2E9E9C42}" type="pres">
      <dgm:prSet presAssocID="{1D73C883-0270-7D43-A3D6-E088B19F4F0C}" presName="Name19" presStyleLbl="parChTrans1D2" presStyleIdx="0" presStyleCnt="2"/>
      <dgm:spPr/>
      <dgm:t>
        <a:bodyPr/>
        <a:lstStyle/>
        <a:p>
          <a:endParaRPr lang="en-US"/>
        </a:p>
      </dgm:t>
    </dgm:pt>
    <dgm:pt modelId="{C99ED07D-A25F-8346-81DF-D33C644F84B8}" type="pres">
      <dgm:prSet presAssocID="{1DA8F05A-5B38-7A4B-A17B-66CF5B6872DE}" presName="Name21" presStyleCnt="0"/>
      <dgm:spPr/>
    </dgm:pt>
    <dgm:pt modelId="{A27BAF8F-2698-424F-B03A-2E28D1896C52}" type="pres">
      <dgm:prSet presAssocID="{1DA8F05A-5B38-7A4B-A17B-66CF5B6872DE}" presName="level2Shape" presStyleLbl="node2" presStyleIdx="0" presStyleCnt="2"/>
      <dgm:spPr/>
      <dgm:t>
        <a:bodyPr/>
        <a:lstStyle/>
        <a:p>
          <a:endParaRPr lang="en-US"/>
        </a:p>
      </dgm:t>
    </dgm:pt>
    <dgm:pt modelId="{3F3AA4E7-618F-E244-998D-27516C7E5FED}" type="pres">
      <dgm:prSet presAssocID="{1DA8F05A-5B38-7A4B-A17B-66CF5B6872DE}" presName="hierChild3" presStyleCnt="0"/>
      <dgm:spPr/>
    </dgm:pt>
    <dgm:pt modelId="{91D0E1FC-3442-2845-AFA8-8E8BBBCA9554}" type="pres">
      <dgm:prSet presAssocID="{171EE2B2-D007-7D47-8175-5BDD56D3449B}" presName="Name19" presStyleLbl="parChTrans1D2" presStyleIdx="1" presStyleCnt="2"/>
      <dgm:spPr/>
      <dgm:t>
        <a:bodyPr/>
        <a:lstStyle/>
        <a:p>
          <a:endParaRPr lang="en-US"/>
        </a:p>
      </dgm:t>
    </dgm:pt>
    <dgm:pt modelId="{B60C33D1-E949-1643-9BC9-92DFFADB1C88}" type="pres">
      <dgm:prSet presAssocID="{CC2EA49D-6FA8-6A47-B280-61DE471AFC17}" presName="Name21" presStyleCnt="0"/>
      <dgm:spPr/>
    </dgm:pt>
    <dgm:pt modelId="{343A2062-4385-2E48-AA5A-BF53FA94A158}" type="pres">
      <dgm:prSet presAssocID="{CC2EA49D-6FA8-6A47-B280-61DE471AFC17}" presName="level2Shape" presStyleLbl="node2" presStyleIdx="1" presStyleCnt="2"/>
      <dgm:spPr/>
      <dgm:t>
        <a:bodyPr/>
        <a:lstStyle/>
        <a:p>
          <a:endParaRPr lang="en-US"/>
        </a:p>
      </dgm:t>
    </dgm:pt>
    <dgm:pt modelId="{073A1675-0456-3C40-9261-E44F86126930}" type="pres">
      <dgm:prSet presAssocID="{CC2EA49D-6FA8-6A47-B280-61DE471AFC17}" presName="hierChild3" presStyleCnt="0"/>
      <dgm:spPr/>
    </dgm:pt>
    <dgm:pt modelId="{D073093C-41EC-4048-98FC-2346A84A853D}" type="pres">
      <dgm:prSet presAssocID="{FE35E02B-71EA-A248-A9D1-2F965A2C7B31}" presName="bgShapesFlow" presStyleCnt="0"/>
      <dgm:spPr/>
    </dgm:pt>
  </dgm:ptLst>
  <dgm:cxnLst>
    <dgm:cxn modelId="{D6D12E6C-5E0E-904A-B0BB-B46CAD1AACEE}" type="presOf" srcId="{1DA8F05A-5B38-7A4B-A17B-66CF5B6872DE}" destId="{A27BAF8F-2698-424F-B03A-2E28D1896C52}" srcOrd="0" destOrd="0" presId="urn:microsoft.com/office/officeart/2005/8/layout/hierarchy6"/>
    <dgm:cxn modelId="{D6FF2DE3-2AED-F943-B3CC-9704C3D89C02}" type="presOf" srcId="{23084231-31CB-4743-B4A4-79D75B471C13}" destId="{47D2CDED-EA25-D245-9A3E-EE424E47FA09}" srcOrd="0" destOrd="0" presId="urn:microsoft.com/office/officeart/2005/8/layout/hierarchy6"/>
    <dgm:cxn modelId="{0F04D6CA-6CF0-844A-97CA-99DC93E70AB6}" type="presOf" srcId="{1D73C883-0270-7D43-A3D6-E088B19F4F0C}" destId="{7FC00B2B-D0BE-C64D-B097-B67C2E9E9C42}" srcOrd="0" destOrd="0" presId="urn:microsoft.com/office/officeart/2005/8/layout/hierarchy6"/>
    <dgm:cxn modelId="{85D2F7DB-E6F4-C245-87F3-1AC2A2230B7A}" type="presOf" srcId="{171EE2B2-D007-7D47-8175-5BDD56D3449B}" destId="{91D0E1FC-3442-2845-AFA8-8E8BBBCA9554}" srcOrd="0" destOrd="0" presId="urn:microsoft.com/office/officeart/2005/8/layout/hierarchy6"/>
    <dgm:cxn modelId="{F2515CEA-6117-DD49-AD3A-2DD354C3AF64}" type="presOf" srcId="{CC2EA49D-6FA8-6A47-B280-61DE471AFC17}" destId="{343A2062-4385-2E48-AA5A-BF53FA94A158}" srcOrd="0" destOrd="0" presId="urn:microsoft.com/office/officeart/2005/8/layout/hierarchy6"/>
    <dgm:cxn modelId="{8166DABC-C6DB-E84B-B775-E9C5DA2FF9BF}" srcId="{23084231-31CB-4743-B4A4-79D75B471C13}" destId="{1DA8F05A-5B38-7A4B-A17B-66CF5B6872DE}" srcOrd="0" destOrd="0" parTransId="{1D73C883-0270-7D43-A3D6-E088B19F4F0C}" sibTransId="{F1121A77-6FE8-5E4F-A442-5C1A505C93F3}"/>
    <dgm:cxn modelId="{BF33AFCF-4A2A-FE43-A8ED-38A099C1D8BC}" srcId="{FE35E02B-71EA-A248-A9D1-2F965A2C7B31}" destId="{23084231-31CB-4743-B4A4-79D75B471C13}" srcOrd="0" destOrd="0" parTransId="{401E3C16-4AAC-704D-82E4-0D66DF61552E}" sibTransId="{692FF7BF-C0A4-674A-BF1F-0B151DCF5D64}"/>
    <dgm:cxn modelId="{B1F7B894-93BA-2548-A9A3-AB31E3BCC975}" srcId="{23084231-31CB-4743-B4A4-79D75B471C13}" destId="{CC2EA49D-6FA8-6A47-B280-61DE471AFC17}" srcOrd="1" destOrd="0" parTransId="{171EE2B2-D007-7D47-8175-5BDD56D3449B}" sibTransId="{134C7CA8-BAE9-DB47-AB35-D07CD95CDBF0}"/>
    <dgm:cxn modelId="{628A0B51-E72F-EC40-8F25-C24C8A9CAD9F}" type="presOf" srcId="{FE35E02B-71EA-A248-A9D1-2F965A2C7B31}" destId="{BF8FBDCF-9F23-B04B-9764-EDEEC6AE3CC3}" srcOrd="0" destOrd="0" presId="urn:microsoft.com/office/officeart/2005/8/layout/hierarchy6"/>
    <dgm:cxn modelId="{0679AED4-817C-2B41-94BD-7395C6142497}" type="presParOf" srcId="{BF8FBDCF-9F23-B04B-9764-EDEEC6AE3CC3}" destId="{11B3C1A2-A3EF-8B49-8AF1-E5A487FD2393}" srcOrd="0" destOrd="0" presId="urn:microsoft.com/office/officeart/2005/8/layout/hierarchy6"/>
    <dgm:cxn modelId="{11CCD670-7989-DE4C-9B4D-A6D3CD79FF11}" type="presParOf" srcId="{11B3C1A2-A3EF-8B49-8AF1-E5A487FD2393}" destId="{4D67A21D-19CC-6E43-A3F1-A15C6A73DF92}" srcOrd="0" destOrd="0" presId="urn:microsoft.com/office/officeart/2005/8/layout/hierarchy6"/>
    <dgm:cxn modelId="{0AA34C06-C056-C040-9EB5-0F98F9DE7321}" type="presParOf" srcId="{4D67A21D-19CC-6E43-A3F1-A15C6A73DF92}" destId="{DF163FF9-EA40-8440-B861-2E1397F85C61}" srcOrd="0" destOrd="0" presId="urn:microsoft.com/office/officeart/2005/8/layout/hierarchy6"/>
    <dgm:cxn modelId="{ED24D379-8316-2F43-A7BA-8B00897BCD64}" type="presParOf" srcId="{DF163FF9-EA40-8440-B861-2E1397F85C61}" destId="{47D2CDED-EA25-D245-9A3E-EE424E47FA09}" srcOrd="0" destOrd="0" presId="urn:microsoft.com/office/officeart/2005/8/layout/hierarchy6"/>
    <dgm:cxn modelId="{DE323534-214F-8745-BDB8-50A1196A8879}" type="presParOf" srcId="{DF163FF9-EA40-8440-B861-2E1397F85C61}" destId="{5EF37113-2D19-0E46-8593-FD43CE105843}" srcOrd="1" destOrd="0" presId="urn:microsoft.com/office/officeart/2005/8/layout/hierarchy6"/>
    <dgm:cxn modelId="{E76F9F36-F70F-5A43-B5F2-6E1418D8D0FA}" type="presParOf" srcId="{5EF37113-2D19-0E46-8593-FD43CE105843}" destId="{7FC00B2B-D0BE-C64D-B097-B67C2E9E9C42}" srcOrd="0" destOrd="0" presId="urn:microsoft.com/office/officeart/2005/8/layout/hierarchy6"/>
    <dgm:cxn modelId="{53EA85A8-A93B-4845-885E-5C3AB4C42965}" type="presParOf" srcId="{5EF37113-2D19-0E46-8593-FD43CE105843}" destId="{C99ED07D-A25F-8346-81DF-D33C644F84B8}" srcOrd="1" destOrd="0" presId="urn:microsoft.com/office/officeart/2005/8/layout/hierarchy6"/>
    <dgm:cxn modelId="{EE26AA27-6D05-DA41-9DFB-8DD95E517B00}" type="presParOf" srcId="{C99ED07D-A25F-8346-81DF-D33C644F84B8}" destId="{A27BAF8F-2698-424F-B03A-2E28D1896C52}" srcOrd="0" destOrd="0" presId="urn:microsoft.com/office/officeart/2005/8/layout/hierarchy6"/>
    <dgm:cxn modelId="{1F81367A-E956-064D-97A7-E3011EC7F52A}" type="presParOf" srcId="{C99ED07D-A25F-8346-81DF-D33C644F84B8}" destId="{3F3AA4E7-618F-E244-998D-27516C7E5FED}" srcOrd="1" destOrd="0" presId="urn:microsoft.com/office/officeart/2005/8/layout/hierarchy6"/>
    <dgm:cxn modelId="{A883DE1F-FBC8-9846-9985-8D1ECF56ABF4}" type="presParOf" srcId="{5EF37113-2D19-0E46-8593-FD43CE105843}" destId="{91D0E1FC-3442-2845-AFA8-8E8BBBCA9554}" srcOrd="2" destOrd="0" presId="urn:microsoft.com/office/officeart/2005/8/layout/hierarchy6"/>
    <dgm:cxn modelId="{F932A395-2236-9D4B-BB3E-EC1278019E38}" type="presParOf" srcId="{5EF37113-2D19-0E46-8593-FD43CE105843}" destId="{B60C33D1-E949-1643-9BC9-92DFFADB1C88}" srcOrd="3" destOrd="0" presId="urn:microsoft.com/office/officeart/2005/8/layout/hierarchy6"/>
    <dgm:cxn modelId="{81B49FFA-2F11-8B47-A79E-B575F5A8BBC6}" type="presParOf" srcId="{B60C33D1-E949-1643-9BC9-92DFFADB1C88}" destId="{343A2062-4385-2E48-AA5A-BF53FA94A158}" srcOrd="0" destOrd="0" presId="urn:microsoft.com/office/officeart/2005/8/layout/hierarchy6"/>
    <dgm:cxn modelId="{E266B7DB-918D-C742-B42A-694AF0B2A2CD}" type="presParOf" srcId="{B60C33D1-E949-1643-9BC9-92DFFADB1C88}" destId="{073A1675-0456-3C40-9261-E44F86126930}" srcOrd="1" destOrd="0" presId="urn:microsoft.com/office/officeart/2005/8/layout/hierarchy6"/>
    <dgm:cxn modelId="{E4430E8E-352C-5E45-A638-7DA5271F9007}" type="presParOf" srcId="{BF8FBDCF-9F23-B04B-9764-EDEEC6AE3CC3}" destId="{D073093C-41EC-4048-98FC-2346A84A853D}" srcOrd="1" destOrd="0" presId="urn:microsoft.com/office/officeart/2005/8/layout/hierarchy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A557B8-20C6-9042-8F72-03A210D067C2}" type="doc">
      <dgm:prSet loTypeId="urn:microsoft.com/office/officeart/2005/8/layout/vList3" loCatId="list" qsTypeId="urn:microsoft.com/office/officeart/2005/8/quickstyle/simple4" qsCatId="simple" csTypeId="urn:microsoft.com/office/officeart/2005/8/colors/accent1_2" csCatId="accent1" phldr="1"/>
      <dgm:spPr/>
      <dgm:t>
        <a:bodyPr/>
        <a:lstStyle/>
        <a:p>
          <a:endParaRPr lang="en-US"/>
        </a:p>
      </dgm:t>
    </dgm:pt>
    <dgm:pt modelId="{6774DE01-6233-B249-8E19-C7D51CE87F9A}">
      <dgm:prSet/>
      <dgm:spPr/>
      <dgm:t>
        <a:bodyPr/>
        <a:lstStyle/>
        <a:p>
          <a:pPr rtl="0"/>
          <a:r>
            <a:rPr lang="en-US" dirty="0" smtClean="0"/>
            <a:t>Algorithms used for </a:t>
          </a:r>
          <a:r>
            <a:rPr lang="en-US" dirty="0" smtClean="0">
              <a:solidFill>
                <a:schemeClr val="accent2">
                  <a:lumMod val="60000"/>
                  <a:lumOff val="40000"/>
                </a:schemeClr>
              </a:solidFill>
            </a:rPr>
            <a:t>the selection of a page to replace:</a:t>
          </a:r>
          <a:endParaRPr lang="en-US" dirty="0">
            <a:solidFill>
              <a:schemeClr val="accent2">
                <a:lumMod val="60000"/>
                <a:lumOff val="40000"/>
              </a:schemeClr>
            </a:solidFill>
          </a:endParaRPr>
        </a:p>
      </dgm:t>
    </dgm:pt>
    <dgm:pt modelId="{FFD2C51C-0256-664F-B449-65DC58CAE24F}" type="parTrans" cxnId="{03764115-0E24-3A4B-9923-0E71C9E8080A}">
      <dgm:prSet/>
      <dgm:spPr/>
      <dgm:t>
        <a:bodyPr/>
        <a:lstStyle/>
        <a:p>
          <a:endParaRPr lang="en-US"/>
        </a:p>
      </dgm:t>
    </dgm:pt>
    <dgm:pt modelId="{5C1FAF83-8542-F343-8582-FC2EF309697E}" type="sibTrans" cxnId="{03764115-0E24-3A4B-9923-0E71C9E8080A}">
      <dgm:prSet/>
      <dgm:spPr/>
      <dgm:t>
        <a:bodyPr/>
        <a:lstStyle/>
        <a:p>
          <a:endParaRPr lang="en-US"/>
        </a:p>
      </dgm:t>
    </dgm:pt>
    <dgm:pt modelId="{A0E01A37-5A2E-954D-A02D-BB1F485E3E7F}">
      <dgm:prSet/>
      <dgm:spPr/>
      <dgm:t>
        <a:bodyPr/>
        <a:lstStyle/>
        <a:p>
          <a:pPr rtl="0"/>
          <a:r>
            <a:rPr lang="en-US" dirty="0" smtClean="0"/>
            <a:t>Optimal</a:t>
          </a:r>
          <a:endParaRPr lang="en-US" dirty="0"/>
        </a:p>
      </dgm:t>
    </dgm:pt>
    <dgm:pt modelId="{AFBC8F9A-3E43-6B45-B16F-2B12FB2D024C}" type="parTrans" cxnId="{D54CA063-EAA4-1649-B602-CD8010403DAA}">
      <dgm:prSet/>
      <dgm:spPr/>
      <dgm:t>
        <a:bodyPr/>
        <a:lstStyle/>
        <a:p>
          <a:endParaRPr lang="en-US"/>
        </a:p>
      </dgm:t>
    </dgm:pt>
    <dgm:pt modelId="{8297DF41-8C61-984D-AA0A-2381C54157BB}" type="sibTrans" cxnId="{D54CA063-EAA4-1649-B602-CD8010403DAA}">
      <dgm:prSet/>
      <dgm:spPr/>
      <dgm:t>
        <a:bodyPr/>
        <a:lstStyle/>
        <a:p>
          <a:endParaRPr lang="en-US"/>
        </a:p>
      </dgm:t>
    </dgm:pt>
    <dgm:pt modelId="{FC0E906F-4515-3C47-8A56-FE7BB23BE0EF}">
      <dgm:prSet/>
      <dgm:spPr/>
      <dgm:t>
        <a:bodyPr/>
        <a:lstStyle/>
        <a:p>
          <a:pPr rtl="0"/>
          <a:r>
            <a:rPr lang="en-US" dirty="0" smtClean="0"/>
            <a:t>Least recently used (LRU)</a:t>
          </a:r>
          <a:endParaRPr lang="en-US" dirty="0"/>
        </a:p>
      </dgm:t>
    </dgm:pt>
    <dgm:pt modelId="{34F1AEA6-0BA0-074C-8963-C9741D6BBF71}" type="parTrans" cxnId="{686E4058-2042-5444-8B93-0B32148AB080}">
      <dgm:prSet/>
      <dgm:spPr/>
      <dgm:t>
        <a:bodyPr/>
        <a:lstStyle/>
        <a:p>
          <a:endParaRPr lang="en-US"/>
        </a:p>
      </dgm:t>
    </dgm:pt>
    <dgm:pt modelId="{18E08C4F-67D2-0341-ACC4-7DD73E48FE98}" type="sibTrans" cxnId="{686E4058-2042-5444-8B93-0B32148AB080}">
      <dgm:prSet/>
      <dgm:spPr/>
      <dgm:t>
        <a:bodyPr/>
        <a:lstStyle/>
        <a:p>
          <a:endParaRPr lang="en-US"/>
        </a:p>
      </dgm:t>
    </dgm:pt>
    <dgm:pt modelId="{7D3CDA99-250F-944F-BF47-BF47CD003577}">
      <dgm:prSet/>
      <dgm:spPr/>
      <dgm:t>
        <a:bodyPr/>
        <a:lstStyle/>
        <a:p>
          <a:pPr rtl="0"/>
          <a:r>
            <a:rPr lang="en-US" dirty="0" smtClean="0"/>
            <a:t>First-in-first-out (FIFO)</a:t>
          </a:r>
          <a:endParaRPr lang="en-US" dirty="0"/>
        </a:p>
      </dgm:t>
    </dgm:pt>
    <dgm:pt modelId="{E349C3F7-A6BC-2C42-BDC3-75060C32BE75}" type="parTrans" cxnId="{88660A57-85F2-A145-93F0-85F76122EA97}">
      <dgm:prSet/>
      <dgm:spPr/>
      <dgm:t>
        <a:bodyPr/>
        <a:lstStyle/>
        <a:p>
          <a:endParaRPr lang="en-US"/>
        </a:p>
      </dgm:t>
    </dgm:pt>
    <dgm:pt modelId="{7DBF36F5-A635-4641-8ED8-B9CE79F6B450}" type="sibTrans" cxnId="{88660A57-85F2-A145-93F0-85F76122EA97}">
      <dgm:prSet/>
      <dgm:spPr/>
      <dgm:t>
        <a:bodyPr/>
        <a:lstStyle/>
        <a:p>
          <a:endParaRPr lang="en-US"/>
        </a:p>
      </dgm:t>
    </dgm:pt>
    <dgm:pt modelId="{A23A6ABD-0BB1-6B44-9048-7D79B7FA6C4F}">
      <dgm:prSet/>
      <dgm:spPr/>
      <dgm:t>
        <a:bodyPr/>
        <a:lstStyle/>
        <a:p>
          <a:pPr rtl="0"/>
          <a:r>
            <a:rPr lang="en-US" dirty="0" smtClean="0"/>
            <a:t>Clock</a:t>
          </a:r>
          <a:endParaRPr lang="en-US" dirty="0"/>
        </a:p>
      </dgm:t>
    </dgm:pt>
    <dgm:pt modelId="{3E257FC9-8BD6-2D44-8493-1148F9A4C49F}" type="parTrans" cxnId="{270B4709-4B78-0548-8A78-7F4B2EAAE44D}">
      <dgm:prSet/>
      <dgm:spPr/>
      <dgm:t>
        <a:bodyPr/>
        <a:lstStyle/>
        <a:p>
          <a:endParaRPr lang="en-US"/>
        </a:p>
      </dgm:t>
    </dgm:pt>
    <dgm:pt modelId="{2C7E5A72-F5BE-9744-9123-07298F5AFF8B}" type="sibTrans" cxnId="{270B4709-4B78-0548-8A78-7F4B2EAAE44D}">
      <dgm:prSet/>
      <dgm:spPr/>
      <dgm:t>
        <a:bodyPr/>
        <a:lstStyle/>
        <a:p>
          <a:endParaRPr lang="en-US"/>
        </a:p>
      </dgm:t>
    </dgm:pt>
    <dgm:pt modelId="{DF055627-9BCF-0941-A55D-F60516006CF8}" type="pres">
      <dgm:prSet presAssocID="{3DA557B8-20C6-9042-8F72-03A210D067C2}" presName="linearFlow" presStyleCnt="0">
        <dgm:presLayoutVars>
          <dgm:dir/>
          <dgm:resizeHandles val="exact"/>
        </dgm:presLayoutVars>
      </dgm:prSet>
      <dgm:spPr/>
      <dgm:t>
        <a:bodyPr/>
        <a:lstStyle/>
        <a:p>
          <a:endParaRPr lang="en-US"/>
        </a:p>
      </dgm:t>
    </dgm:pt>
    <dgm:pt modelId="{2544A3F1-E2E8-B74E-8711-2EC9EA6064C6}" type="pres">
      <dgm:prSet presAssocID="{6774DE01-6233-B249-8E19-C7D51CE87F9A}" presName="composite" presStyleCnt="0"/>
      <dgm:spPr/>
    </dgm:pt>
    <dgm:pt modelId="{30C7C1FC-ABE9-9F49-B497-834E86732140}" type="pres">
      <dgm:prSet presAssocID="{6774DE01-6233-B249-8E19-C7D51CE87F9A}" presName="imgShp" presStyleLbl="fgImgPlace1" presStyleIdx="0" presStyleCnt="1" custScaleX="109386" custScaleY="106012"/>
      <dgm:spPr/>
    </dgm:pt>
    <dgm:pt modelId="{B2EFD19C-DD54-B24D-B755-43F907118B14}" type="pres">
      <dgm:prSet presAssocID="{6774DE01-6233-B249-8E19-C7D51CE87F9A}" presName="txShp" presStyleLbl="node1" presStyleIdx="0" presStyleCnt="1" custScaleX="108939" custScaleY="122751">
        <dgm:presLayoutVars>
          <dgm:bulletEnabled val="1"/>
        </dgm:presLayoutVars>
      </dgm:prSet>
      <dgm:spPr/>
      <dgm:t>
        <a:bodyPr/>
        <a:lstStyle/>
        <a:p>
          <a:endParaRPr lang="en-US"/>
        </a:p>
      </dgm:t>
    </dgm:pt>
  </dgm:ptLst>
  <dgm:cxnLst>
    <dgm:cxn modelId="{88660A57-85F2-A145-93F0-85F76122EA97}" srcId="{6774DE01-6233-B249-8E19-C7D51CE87F9A}" destId="{7D3CDA99-250F-944F-BF47-BF47CD003577}" srcOrd="2" destOrd="0" parTransId="{E349C3F7-A6BC-2C42-BDC3-75060C32BE75}" sibTransId="{7DBF36F5-A635-4641-8ED8-B9CE79F6B450}"/>
    <dgm:cxn modelId="{0EA809CF-79D6-3D44-9025-8234DB7D2F47}" type="presOf" srcId="{A0E01A37-5A2E-954D-A02D-BB1F485E3E7F}" destId="{B2EFD19C-DD54-B24D-B755-43F907118B14}" srcOrd="0" destOrd="1" presId="urn:microsoft.com/office/officeart/2005/8/layout/vList3"/>
    <dgm:cxn modelId="{D54CA063-EAA4-1649-B602-CD8010403DAA}" srcId="{6774DE01-6233-B249-8E19-C7D51CE87F9A}" destId="{A0E01A37-5A2E-954D-A02D-BB1F485E3E7F}" srcOrd="0" destOrd="0" parTransId="{AFBC8F9A-3E43-6B45-B16F-2B12FB2D024C}" sibTransId="{8297DF41-8C61-984D-AA0A-2381C54157BB}"/>
    <dgm:cxn modelId="{03764115-0E24-3A4B-9923-0E71C9E8080A}" srcId="{3DA557B8-20C6-9042-8F72-03A210D067C2}" destId="{6774DE01-6233-B249-8E19-C7D51CE87F9A}" srcOrd="0" destOrd="0" parTransId="{FFD2C51C-0256-664F-B449-65DC58CAE24F}" sibTransId="{5C1FAF83-8542-F343-8582-FC2EF309697E}"/>
    <dgm:cxn modelId="{B1240A90-09F5-8544-8A3B-D7214630869C}" type="presOf" srcId="{7D3CDA99-250F-944F-BF47-BF47CD003577}" destId="{B2EFD19C-DD54-B24D-B755-43F907118B14}" srcOrd="0" destOrd="3" presId="urn:microsoft.com/office/officeart/2005/8/layout/vList3"/>
    <dgm:cxn modelId="{53E23C13-A2D0-A14E-87C3-74406FBF3ECD}" type="presOf" srcId="{3DA557B8-20C6-9042-8F72-03A210D067C2}" destId="{DF055627-9BCF-0941-A55D-F60516006CF8}" srcOrd="0" destOrd="0" presId="urn:microsoft.com/office/officeart/2005/8/layout/vList3"/>
    <dgm:cxn modelId="{270B4709-4B78-0548-8A78-7F4B2EAAE44D}" srcId="{6774DE01-6233-B249-8E19-C7D51CE87F9A}" destId="{A23A6ABD-0BB1-6B44-9048-7D79B7FA6C4F}" srcOrd="3" destOrd="0" parTransId="{3E257FC9-8BD6-2D44-8493-1148F9A4C49F}" sibTransId="{2C7E5A72-F5BE-9744-9123-07298F5AFF8B}"/>
    <dgm:cxn modelId="{936A99B1-4641-6442-BF1C-92E2720B48DF}" type="presOf" srcId="{FC0E906F-4515-3C47-8A56-FE7BB23BE0EF}" destId="{B2EFD19C-DD54-B24D-B755-43F907118B14}" srcOrd="0" destOrd="2" presId="urn:microsoft.com/office/officeart/2005/8/layout/vList3"/>
    <dgm:cxn modelId="{686E4058-2042-5444-8B93-0B32148AB080}" srcId="{6774DE01-6233-B249-8E19-C7D51CE87F9A}" destId="{FC0E906F-4515-3C47-8A56-FE7BB23BE0EF}" srcOrd="1" destOrd="0" parTransId="{34F1AEA6-0BA0-074C-8963-C9741D6BBF71}" sibTransId="{18E08C4F-67D2-0341-ACC4-7DD73E48FE98}"/>
    <dgm:cxn modelId="{40F6FE5F-CAF0-8A4A-B661-23CC9BCCEDB9}" type="presOf" srcId="{6774DE01-6233-B249-8E19-C7D51CE87F9A}" destId="{B2EFD19C-DD54-B24D-B755-43F907118B14}" srcOrd="0" destOrd="0" presId="urn:microsoft.com/office/officeart/2005/8/layout/vList3"/>
    <dgm:cxn modelId="{F645A592-DC7C-A043-B003-B57E3C86678F}" type="presOf" srcId="{A23A6ABD-0BB1-6B44-9048-7D79B7FA6C4F}" destId="{B2EFD19C-DD54-B24D-B755-43F907118B14}" srcOrd="0" destOrd="4" presId="urn:microsoft.com/office/officeart/2005/8/layout/vList3"/>
    <dgm:cxn modelId="{608E0C69-3B1B-474C-A7C9-A430C4B87941}" type="presParOf" srcId="{DF055627-9BCF-0941-A55D-F60516006CF8}" destId="{2544A3F1-E2E8-B74E-8711-2EC9EA6064C6}" srcOrd="0" destOrd="0" presId="urn:microsoft.com/office/officeart/2005/8/layout/vList3"/>
    <dgm:cxn modelId="{4BEF9B87-7F0F-594D-BCDC-F82884A78572}" type="presParOf" srcId="{2544A3F1-E2E8-B74E-8711-2EC9EA6064C6}" destId="{30C7C1FC-ABE9-9F49-B497-834E86732140}" srcOrd="0" destOrd="0" presId="urn:microsoft.com/office/officeart/2005/8/layout/vList3"/>
    <dgm:cxn modelId="{063E8CB7-19FD-D54E-8DBB-27DBA2A9D3B3}" type="presParOf" srcId="{2544A3F1-E2E8-B74E-8711-2EC9EA6064C6}" destId="{B2EFD19C-DD54-B24D-B755-43F907118B14}"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45DBCFB-C194-A74B-833C-964515412432}"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52068A9C-94BF-5F43-9513-AEE471E86B97}">
      <dgm:prSet phldrT="[Text]"/>
      <dgm:spPr/>
      <dgm:t>
        <a:bodyPr/>
        <a:lstStyle/>
        <a:p>
          <a:r>
            <a:rPr lang="en-US" dirty="0" smtClean="0">
              <a:solidFill>
                <a:schemeClr val="accent1">
                  <a:lumMod val="60000"/>
                  <a:lumOff val="40000"/>
                </a:schemeClr>
              </a:solidFill>
            </a:rPr>
            <a:t>A replaced page is not lost</a:t>
          </a:r>
          <a:r>
            <a:rPr lang="en-US" dirty="0" smtClean="0"/>
            <a:t>, but rather assigned to one of two lists:</a:t>
          </a:r>
          <a:endParaRPr lang="en-US" dirty="0"/>
        </a:p>
      </dgm:t>
    </dgm:pt>
    <dgm:pt modelId="{B97D859C-44BC-6049-91D5-CE34D36757AA}" type="parTrans" cxnId="{129B26C9-3D1B-1E4F-9218-1A6F4A033514}">
      <dgm:prSet/>
      <dgm:spPr/>
      <dgm:t>
        <a:bodyPr/>
        <a:lstStyle/>
        <a:p>
          <a:endParaRPr lang="en-US"/>
        </a:p>
      </dgm:t>
    </dgm:pt>
    <dgm:pt modelId="{D41AF72F-78E0-FE41-B0A0-797798B63222}" type="sibTrans" cxnId="{129B26C9-3D1B-1E4F-9218-1A6F4A033514}">
      <dgm:prSet/>
      <dgm:spPr/>
      <dgm:t>
        <a:bodyPr/>
        <a:lstStyle/>
        <a:p>
          <a:endParaRPr lang="en-US"/>
        </a:p>
      </dgm:t>
    </dgm:pt>
    <dgm:pt modelId="{86710346-DBC2-A14D-9175-42A625E18F03}">
      <dgm:prSet/>
      <dgm:spPr/>
      <dgm:t>
        <a:bodyPr/>
        <a:lstStyle/>
        <a:p>
          <a:r>
            <a:rPr lang="en-US" smtClean="0"/>
            <a:t>Free page list</a:t>
          </a:r>
          <a:endParaRPr lang="en-US" dirty="0" smtClean="0"/>
        </a:p>
      </dgm:t>
    </dgm:pt>
    <dgm:pt modelId="{3DEA17B4-0A08-9142-A8EA-2B30A62028A9}" type="parTrans" cxnId="{15EC9AEB-196F-1E4B-800C-565697245EFF}">
      <dgm:prSet/>
      <dgm:spPr/>
      <dgm:t>
        <a:bodyPr/>
        <a:lstStyle/>
        <a:p>
          <a:endParaRPr lang="en-US"/>
        </a:p>
      </dgm:t>
    </dgm:pt>
    <dgm:pt modelId="{B935FCB2-AE4B-1E4A-8056-C6E1F4A72C5A}" type="sibTrans" cxnId="{15EC9AEB-196F-1E4B-800C-565697245EFF}">
      <dgm:prSet/>
      <dgm:spPr/>
      <dgm:t>
        <a:bodyPr/>
        <a:lstStyle/>
        <a:p>
          <a:endParaRPr lang="en-US"/>
        </a:p>
      </dgm:t>
    </dgm:pt>
    <dgm:pt modelId="{E42CD1A5-3AD0-774A-8E9D-F1E11172EFD7}">
      <dgm:prSet/>
      <dgm:spPr/>
      <dgm:t>
        <a:bodyPr/>
        <a:lstStyle/>
        <a:p>
          <a:r>
            <a:rPr lang="en-US" smtClean="0"/>
            <a:t>list of page frames available for reading in pages</a:t>
          </a:r>
          <a:endParaRPr lang="en-US" dirty="0" smtClean="0"/>
        </a:p>
      </dgm:t>
    </dgm:pt>
    <dgm:pt modelId="{689DC02B-2816-5D40-9029-D900346D9154}" type="parTrans" cxnId="{1B6F3FE9-BEA0-0244-8712-3F7B3E480893}">
      <dgm:prSet/>
      <dgm:spPr/>
      <dgm:t>
        <a:bodyPr/>
        <a:lstStyle/>
        <a:p>
          <a:endParaRPr lang="en-US"/>
        </a:p>
      </dgm:t>
    </dgm:pt>
    <dgm:pt modelId="{838F0615-7F48-454B-B321-502E874BBEE0}" type="sibTrans" cxnId="{1B6F3FE9-BEA0-0244-8712-3F7B3E480893}">
      <dgm:prSet/>
      <dgm:spPr/>
      <dgm:t>
        <a:bodyPr/>
        <a:lstStyle/>
        <a:p>
          <a:endParaRPr lang="en-US"/>
        </a:p>
      </dgm:t>
    </dgm:pt>
    <dgm:pt modelId="{9EE0B396-88A5-C446-A9DA-C142878CF25E}">
      <dgm:prSet/>
      <dgm:spPr/>
      <dgm:t>
        <a:bodyPr/>
        <a:lstStyle/>
        <a:p>
          <a:r>
            <a:rPr lang="en-US" smtClean="0"/>
            <a:t>Modified page list</a:t>
          </a:r>
          <a:endParaRPr lang="en-US" dirty="0" smtClean="0"/>
        </a:p>
      </dgm:t>
    </dgm:pt>
    <dgm:pt modelId="{9908A658-0666-AE44-9862-45C8F0943437}" type="parTrans" cxnId="{F2F6C6C3-BF24-3449-9791-4901337BD84A}">
      <dgm:prSet/>
      <dgm:spPr/>
      <dgm:t>
        <a:bodyPr/>
        <a:lstStyle/>
        <a:p>
          <a:endParaRPr lang="en-US"/>
        </a:p>
      </dgm:t>
    </dgm:pt>
    <dgm:pt modelId="{B06F97F8-7990-DE4A-B6AE-C5C028698B64}" type="sibTrans" cxnId="{F2F6C6C3-BF24-3449-9791-4901337BD84A}">
      <dgm:prSet/>
      <dgm:spPr/>
      <dgm:t>
        <a:bodyPr/>
        <a:lstStyle/>
        <a:p>
          <a:endParaRPr lang="en-US"/>
        </a:p>
      </dgm:t>
    </dgm:pt>
    <dgm:pt modelId="{9E2E4F1C-D092-524E-A4F4-0BF2C7F8096E}">
      <dgm:prSet/>
      <dgm:spPr/>
      <dgm:t>
        <a:bodyPr/>
        <a:lstStyle/>
        <a:p>
          <a:r>
            <a:rPr lang="en-US" smtClean="0"/>
            <a:t>pages are written out in clusters </a:t>
          </a:r>
          <a:endParaRPr lang="en-US" dirty="0"/>
        </a:p>
      </dgm:t>
    </dgm:pt>
    <dgm:pt modelId="{D499F05E-9039-1D4F-9DEC-59AB7497D428}" type="parTrans" cxnId="{D6A61340-3777-A94B-A56F-6FD50297EF48}">
      <dgm:prSet/>
      <dgm:spPr/>
      <dgm:t>
        <a:bodyPr/>
        <a:lstStyle/>
        <a:p>
          <a:endParaRPr lang="en-US"/>
        </a:p>
      </dgm:t>
    </dgm:pt>
    <dgm:pt modelId="{B9B0821A-6B85-E14B-8F61-8B456DD1E177}" type="sibTrans" cxnId="{D6A61340-3777-A94B-A56F-6FD50297EF48}">
      <dgm:prSet/>
      <dgm:spPr/>
      <dgm:t>
        <a:bodyPr/>
        <a:lstStyle/>
        <a:p>
          <a:endParaRPr lang="en-US"/>
        </a:p>
      </dgm:t>
    </dgm:pt>
    <dgm:pt modelId="{9C348023-2CFE-404D-84C4-617142D96F46}" type="pres">
      <dgm:prSet presAssocID="{A45DBCFB-C194-A74B-833C-964515412432}" presName="hierChild1" presStyleCnt="0">
        <dgm:presLayoutVars>
          <dgm:chPref val="1"/>
          <dgm:dir/>
          <dgm:animOne val="branch"/>
          <dgm:animLvl val="lvl"/>
          <dgm:resizeHandles/>
        </dgm:presLayoutVars>
      </dgm:prSet>
      <dgm:spPr/>
      <dgm:t>
        <a:bodyPr/>
        <a:lstStyle/>
        <a:p>
          <a:endParaRPr lang="en-US"/>
        </a:p>
      </dgm:t>
    </dgm:pt>
    <dgm:pt modelId="{178F531F-4CEB-2E46-A30C-CA632D0374D7}" type="pres">
      <dgm:prSet presAssocID="{52068A9C-94BF-5F43-9513-AEE471E86B97}" presName="hierRoot1" presStyleCnt="0"/>
      <dgm:spPr/>
    </dgm:pt>
    <dgm:pt modelId="{E181698B-AD00-EC48-AEC0-9ED3A9DDAB4C}" type="pres">
      <dgm:prSet presAssocID="{52068A9C-94BF-5F43-9513-AEE471E86B97}" presName="composite" presStyleCnt="0"/>
      <dgm:spPr/>
    </dgm:pt>
    <dgm:pt modelId="{E9E6A144-BDA8-8445-95FE-B4DEFF1353E5}" type="pres">
      <dgm:prSet presAssocID="{52068A9C-94BF-5F43-9513-AEE471E86B97}" presName="background" presStyleLbl="node0" presStyleIdx="0" presStyleCnt="1"/>
      <dgm:spPr/>
    </dgm:pt>
    <dgm:pt modelId="{66CF74FE-7C99-B147-94AD-327B0056B130}" type="pres">
      <dgm:prSet presAssocID="{52068A9C-94BF-5F43-9513-AEE471E86B97}" presName="text" presStyleLbl="fgAcc0" presStyleIdx="0" presStyleCnt="1">
        <dgm:presLayoutVars>
          <dgm:chPref val="3"/>
        </dgm:presLayoutVars>
      </dgm:prSet>
      <dgm:spPr/>
      <dgm:t>
        <a:bodyPr/>
        <a:lstStyle/>
        <a:p>
          <a:endParaRPr lang="en-US"/>
        </a:p>
      </dgm:t>
    </dgm:pt>
    <dgm:pt modelId="{A62D6F1B-AF0D-054C-A263-5240D99CFC02}" type="pres">
      <dgm:prSet presAssocID="{52068A9C-94BF-5F43-9513-AEE471E86B97}" presName="hierChild2" presStyleCnt="0"/>
      <dgm:spPr/>
    </dgm:pt>
    <dgm:pt modelId="{FAB3ABC9-CE51-6E46-A582-477033F7909E}" type="pres">
      <dgm:prSet presAssocID="{3DEA17B4-0A08-9142-A8EA-2B30A62028A9}" presName="Name10" presStyleLbl="parChTrans1D2" presStyleIdx="0" presStyleCnt="2"/>
      <dgm:spPr/>
      <dgm:t>
        <a:bodyPr/>
        <a:lstStyle/>
        <a:p>
          <a:endParaRPr lang="en-US"/>
        </a:p>
      </dgm:t>
    </dgm:pt>
    <dgm:pt modelId="{ADCE56BC-B51A-644D-8703-0D1BBBF001DB}" type="pres">
      <dgm:prSet presAssocID="{86710346-DBC2-A14D-9175-42A625E18F03}" presName="hierRoot2" presStyleCnt="0"/>
      <dgm:spPr/>
    </dgm:pt>
    <dgm:pt modelId="{E161B099-77F9-FD43-9A4D-697DBB1A9DB9}" type="pres">
      <dgm:prSet presAssocID="{86710346-DBC2-A14D-9175-42A625E18F03}" presName="composite2" presStyleCnt="0"/>
      <dgm:spPr/>
    </dgm:pt>
    <dgm:pt modelId="{28CE6EFF-FA06-4A40-A514-B15AF719A036}" type="pres">
      <dgm:prSet presAssocID="{86710346-DBC2-A14D-9175-42A625E18F03}" presName="background2" presStyleLbl="node2" presStyleIdx="0" presStyleCnt="2"/>
      <dgm:spPr/>
    </dgm:pt>
    <dgm:pt modelId="{36F1355C-6C7A-3F4E-9338-F578F474E3F6}" type="pres">
      <dgm:prSet presAssocID="{86710346-DBC2-A14D-9175-42A625E18F03}" presName="text2" presStyleLbl="fgAcc2" presStyleIdx="0" presStyleCnt="2">
        <dgm:presLayoutVars>
          <dgm:chPref val="3"/>
        </dgm:presLayoutVars>
      </dgm:prSet>
      <dgm:spPr/>
      <dgm:t>
        <a:bodyPr/>
        <a:lstStyle/>
        <a:p>
          <a:endParaRPr lang="en-US"/>
        </a:p>
      </dgm:t>
    </dgm:pt>
    <dgm:pt modelId="{E902744D-6C91-704E-96B1-839C1E5C0A71}" type="pres">
      <dgm:prSet presAssocID="{86710346-DBC2-A14D-9175-42A625E18F03}" presName="hierChild3" presStyleCnt="0"/>
      <dgm:spPr/>
    </dgm:pt>
    <dgm:pt modelId="{83175078-7932-F44A-9E39-84D1EDA4A644}" type="pres">
      <dgm:prSet presAssocID="{689DC02B-2816-5D40-9029-D900346D9154}" presName="Name17" presStyleLbl="parChTrans1D3" presStyleIdx="0" presStyleCnt="2"/>
      <dgm:spPr/>
      <dgm:t>
        <a:bodyPr/>
        <a:lstStyle/>
        <a:p>
          <a:endParaRPr lang="en-US"/>
        </a:p>
      </dgm:t>
    </dgm:pt>
    <dgm:pt modelId="{61C18124-325C-E041-99FB-17EB84ABFD43}" type="pres">
      <dgm:prSet presAssocID="{E42CD1A5-3AD0-774A-8E9D-F1E11172EFD7}" presName="hierRoot3" presStyleCnt="0"/>
      <dgm:spPr/>
    </dgm:pt>
    <dgm:pt modelId="{2223441E-B806-FF44-B6FC-99CA6BC2D18C}" type="pres">
      <dgm:prSet presAssocID="{E42CD1A5-3AD0-774A-8E9D-F1E11172EFD7}" presName="composite3" presStyleCnt="0"/>
      <dgm:spPr/>
    </dgm:pt>
    <dgm:pt modelId="{61509F13-ECF5-824E-AB0E-238E43561F9B}" type="pres">
      <dgm:prSet presAssocID="{E42CD1A5-3AD0-774A-8E9D-F1E11172EFD7}" presName="background3" presStyleLbl="node3" presStyleIdx="0" presStyleCnt="2"/>
      <dgm:spPr/>
    </dgm:pt>
    <dgm:pt modelId="{03C502F8-A858-FC44-9EBA-F09ED388A4F5}" type="pres">
      <dgm:prSet presAssocID="{E42CD1A5-3AD0-774A-8E9D-F1E11172EFD7}" presName="text3" presStyleLbl="fgAcc3" presStyleIdx="0" presStyleCnt="2">
        <dgm:presLayoutVars>
          <dgm:chPref val="3"/>
        </dgm:presLayoutVars>
      </dgm:prSet>
      <dgm:spPr/>
      <dgm:t>
        <a:bodyPr/>
        <a:lstStyle/>
        <a:p>
          <a:endParaRPr lang="en-US"/>
        </a:p>
      </dgm:t>
    </dgm:pt>
    <dgm:pt modelId="{CD615948-73BA-CE4B-8051-DFD53B3B0E6E}" type="pres">
      <dgm:prSet presAssocID="{E42CD1A5-3AD0-774A-8E9D-F1E11172EFD7}" presName="hierChild4" presStyleCnt="0"/>
      <dgm:spPr/>
    </dgm:pt>
    <dgm:pt modelId="{7B165121-B4DA-3D41-B59D-340BEFD6B021}" type="pres">
      <dgm:prSet presAssocID="{9908A658-0666-AE44-9862-45C8F0943437}" presName="Name10" presStyleLbl="parChTrans1D2" presStyleIdx="1" presStyleCnt="2"/>
      <dgm:spPr/>
      <dgm:t>
        <a:bodyPr/>
        <a:lstStyle/>
        <a:p>
          <a:endParaRPr lang="en-US"/>
        </a:p>
      </dgm:t>
    </dgm:pt>
    <dgm:pt modelId="{0F9ACB6B-394F-614A-9640-DF391012056F}" type="pres">
      <dgm:prSet presAssocID="{9EE0B396-88A5-C446-A9DA-C142878CF25E}" presName="hierRoot2" presStyleCnt="0"/>
      <dgm:spPr/>
    </dgm:pt>
    <dgm:pt modelId="{20B140E6-0299-E244-979A-2390721DBC25}" type="pres">
      <dgm:prSet presAssocID="{9EE0B396-88A5-C446-A9DA-C142878CF25E}" presName="composite2" presStyleCnt="0"/>
      <dgm:spPr/>
    </dgm:pt>
    <dgm:pt modelId="{C014E9E6-13FA-5444-9BC3-3D89E8915179}" type="pres">
      <dgm:prSet presAssocID="{9EE0B396-88A5-C446-A9DA-C142878CF25E}" presName="background2" presStyleLbl="node2" presStyleIdx="1" presStyleCnt="2"/>
      <dgm:spPr/>
    </dgm:pt>
    <dgm:pt modelId="{E7D1A8F5-82B3-3D4D-B2BB-8402CE6DF5DF}" type="pres">
      <dgm:prSet presAssocID="{9EE0B396-88A5-C446-A9DA-C142878CF25E}" presName="text2" presStyleLbl="fgAcc2" presStyleIdx="1" presStyleCnt="2">
        <dgm:presLayoutVars>
          <dgm:chPref val="3"/>
        </dgm:presLayoutVars>
      </dgm:prSet>
      <dgm:spPr/>
      <dgm:t>
        <a:bodyPr/>
        <a:lstStyle/>
        <a:p>
          <a:endParaRPr lang="en-US"/>
        </a:p>
      </dgm:t>
    </dgm:pt>
    <dgm:pt modelId="{3336881A-8E9F-984F-9871-05E190F8CF30}" type="pres">
      <dgm:prSet presAssocID="{9EE0B396-88A5-C446-A9DA-C142878CF25E}" presName="hierChild3" presStyleCnt="0"/>
      <dgm:spPr/>
    </dgm:pt>
    <dgm:pt modelId="{959669F8-0B44-7F4A-BE1E-E4EDB174AE9B}" type="pres">
      <dgm:prSet presAssocID="{D499F05E-9039-1D4F-9DEC-59AB7497D428}" presName="Name17" presStyleLbl="parChTrans1D3" presStyleIdx="1" presStyleCnt="2"/>
      <dgm:spPr/>
      <dgm:t>
        <a:bodyPr/>
        <a:lstStyle/>
        <a:p>
          <a:endParaRPr lang="en-US"/>
        </a:p>
      </dgm:t>
    </dgm:pt>
    <dgm:pt modelId="{82472A6C-D4AA-E64C-927D-2B09476DCA2B}" type="pres">
      <dgm:prSet presAssocID="{9E2E4F1C-D092-524E-A4F4-0BF2C7F8096E}" presName="hierRoot3" presStyleCnt="0"/>
      <dgm:spPr/>
    </dgm:pt>
    <dgm:pt modelId="{51749F20-E656-C042-AD50-4A09706514B0}" type="pres">
      <dgm:prSet presAssocID="{9E2E4F1C-D092-524E-A4F4-0BF2C7F8096E}" presName="composite3" presStyleCnt="0"/>
      <dgm:spPr/>
    </dgm:pt>
    <dgm:pt modelId="{9DE444D1-71C7-6D47-8D20-D17B0958CE50}" type="pres">
      <dgm:prSet presAssocID="{9E2E4F1C-D092-524E-A4F4-0BF2C7F8096E}" presName="background3" presStyleLbl="node3" presStyleIdx="1" presStyleCnt="2"/>
      <dgm:spPr/>
    </dgm:pt>
    <dgm:pt modelId="{076EFA28-0F84-924A-99EB-2F55769FB300}" type="pres">
      <dgm:prSet presAssocID="{9E2E4F1C-D092-524E-A4F4-0BF2C7F8096E}" presName="text3" presStyleLbl="fgAcc3" presStyleIdx="1" presStyleCnt="2">
        <dgm:presLayoutVars>
          <dgm:chPref val="3"/>
        </dgm:presLayoutVars>
      </dgm:prSet>
      <dgm:spPr/>
      <dgm:t>
        <a:bodyPr/>
        <a:lstStyle/>
        <a:p>
          <a:endParaRPr lang="en-US"/>
        </a:p>
      </dgm:t>
    </dgm:pt>
    <dgm:pt modelId="{8CE5404A-7CC4-2D4C-A1DF-21FCC9742653}" type="pres">
      <dgm:prSet presAssocID="{9E2E4F1C-D092-524E-A4F4-0BF2C7F8096E}" presName="hierChild4" presStyleCnt="0"/>
      <dgm:spPr/>
    </dgm:pt>
  </dgm:ptLst>
  <dgm:cxnLst>
    <dgm:cxn modelId="{4E26E113-2FFE-944A-BA86-CC1B2091C1B4}" type="presOf" srcId="{9E2E4F1C-D092-524E-A4F4-0BF2C7F8096E}" destId="{076EFA28-0F84-924A-99EB-2F55769FB300}" srcOrd="0" destOrd="0" presId="urn:microsoft.com/office/officeart/2005/8/layout/hierarchy1"/>
    <dgm:cxn modelId="{DF203326-4169-4F49-9D09-2F6E3A576862}" type="presOf" srcId="{86710346-DBC2-A14D-9175-42A625E18F03}" destId="{36F1355C-6C7A-3F4E-9338-F578F474E3F6}" srcOrd="0" destOrd="0" presId="urn:microsoft.com/office/officeart/2005/8/layout/hierarchy1"/>
    <dgm:cxn modelId="{986688B5-ECBE-0945-BEBF-FB278D4804D4}" type="presOf" srcId="{D499F05E-9039-1D4F-9DEC-59AB7497D428}" destId="{959669F8-0B44-7F4A-BE1E-E4EDB174AE9B}" srcOrd="0" destOrd="0" presId="urn:microsoft.com/office/officeart/2005/8/layout/hierarchy1"/>
    <dgm:cxn modelId="{2BD0D141-3078-044C-A9FA-944EF4482C72}" type="presOf" srcId="{52068A9C-94BF-5F43-9513-AEE471E86B97}" destId="{66CF74FE-7C99-B147-94AD-327B0056B130}" srcOrd="0" destOrd="0" presId="urn:microsoft.com/office/officeart/2005/8/layout/hierarchy1"/>
    <dgm:cxn modelId="{F2F6C6C3-BF24-3449-9791-4901337BD84A}" srcId="{52068A9C-94BF-5F43-9513-AEE471E86B97}" destId="{9EE0B396-88A5-C446-A9DA-C142878CF25E}" srcOrd="1" destOrd="0" parTransId="{9908A658-0666-AE44-9862-45C8F0943437}" sibTransId="{B06F97F8-7990-DE4A-B6AE-C5C028698B64}"/>
    <dgm:cxn modelId="{D6A61340-3777-A94B-A56F-6FD50297EF48}" srcId="{9EE0B396-88A5-C446-A9DA-C142878CF25E}" destId="{9E2E4F1C-D092-524E-A4F4-0BF2C7F8096E}" srcOrd="0" destOrd="0" parTransId="{D499F05E-9039-1D4F-9DEC-59AB7497D428}" sibTransId="{B9B0821A-6B85-E14B-8F61-8B456DD1E177}"/>
    <dgm:cxn modelId="{0B925E84-7A37-AA45-9E75-CC735BBC6A02}" type="presOf" srcId="{3DEA17B4-0A08-9142-A8EA-2B30A62028A9}" destId="{FAB3ABC9-CE51-6E46-A582-477033F7909E}" srcOrd="0" destOrd="0" presId="urn:microsoft.com/office/officeart/2005/8/layout/hierarchy1"/>
    <dgm:cxn modelId="{15EC9AEB-196F-1E4B-800C-565697245EFF}" srcId="{52068A9C-94BF-5F43-9513-AEE471E86B97}" destId="{86710346-DBC2-A14D-9175-42A625E18F03}" srcOrd="0" destOrd="0" parTransId="{3DEA17B4-0A08-9142-A8EA-2B30A62028A9}" sibTransId="{B935FCB2-AE4B-1E4A-8056-C6E1F4A72C5A}"/>
    <dgm:cxn modelId="{CA914E04-1DD2-4B47-9091-5BEE5E28A57E}" type="presOf" srcId="{9908A658-0666-AE44-9862-45C8F0943437}" destId="{7B165121-B4DA-3D41-B59D-340BEFD6B021}" srcOrd="0" destOrd="0" presId="urn:microsoft.com/office/officeart/2005/8/layout/hierarchy1"/>
    <dgm:cxn modelId="{83398243-CF57-F34E-9F66-04934C360F13}" type="presOf" srcId="{A45DBCFB-C194-A74B-833C-964515412432}" destId="{9C348023-2CFE-404D-84C4-617142D96F46}" srcOrd="0" destOrd="0" presId="urn:microsoft.com/office/officeart/2005/8/layout/hierarchy1"/>
    <dgm:cxn modelId="{D641C5BD-0D8D-EA49-A38A-8B2D104A6201}" type="presOf" srcId="{689DC02B-2816-5D40-9029-D900346D9154}" destId="{83175078-7932-F44A-9E39-84D1EDA4A644}" srcOrd="0" destOrd="0" presId="urn:microsoft.com/office/officeart/2005/8/layout/hierarchy1"/>
    <dgm:cxn modelId="{661B5935-5D36-1448-A281-404375D34919}" type="presOf" srcId="{E42CD1A5-3AD0-774A-8E9D-F1E11172EFD7}" destId="{03C502F8-A858-FC44-9EBA-F09ED388A4F5}" srcOrd="0" destOrd="0" presId="urn:microsoft.com/office/officeart/2005/8/layout/hierarchy1"/>
    <dgm:cxn modelId="{1B6F3FE9-BEA0-0244-8712-3F7B3E480893}" srcId="{86710346-DBC2-A14D-9175-42A625E18F03}" destId="{E42CD1A5-3AD0-774A-8E9D-F1E11172EFD7}" srcOrd="0" destOrd="0" parTransId="{689DC02B-2816-5D40-9029-D900346D9154}" sibTransId="{838F0615-7F48-454B-B321-502E874BBEE0}"/>
    <dgm:cxn modelId="{1442A053-F0BC-7E47-9883-8497A634EC07}" type="presOf" srcId="{9EE0B396-88A5-C446-A9DA-C142878CF25E}" destId="{E7D1A8F5-82B3-3D4D-B2BB-8402CE6DF5DF}" srcOrd="0" destOrd="0" presId="urn:microsoft.com/office/officeart/2005/8/layout/hierarchy1"/>
    <dgm:cxn modelId="{129B26C9-3D1B-1E4F-9218-1A6F4A033514}" srcId="{A45DBCFB-C194-A74B-833C-964515412432}" destId="{52068A9C-94BF-5F43-9513-AEE471E86B97}" srcOrd="0" destOrd="0" parTransId="{B97D859C-44BC-6049-91D5-CE34D36757AA}" sibTransId="{D41AF72F-78E0-FE41-B0A0-797798B63222}"/>
    <dgm:cxn modelId="{DC0DE4B7-821C-434A-A062-B53081E12996}" type="presParOf" srcId="{9C348023-2CFE-404D-84C4-617142D96F46}" destId="{178F531F-4CEB-2E46-A30C-CA632D0374D7}" srcOrd="0" destOrd="0" presId="urn:microsoft.com/office/officeart/2005/8/layout/hierarchy1"/>
    <dgm:cxn modelId="{B59B5469-7218-D94F-8C0D-511D59CA2AC8}" type="presParOf" srcId="{178F531F-4CEB-2E46-A30C-CA632D0374D7}" destId="{E181698B-AD00-EC48-AEC0-9ED3A9DDAB4C}" srcOrd="0" destOrd="0" presId="urn:microsoft.com/office/officeart/2005/8/layout/hierarchy1"/>
    <dgm:cxn modelId="{AB8A9873-B702-AA4E-A1B0-D6B8C1C6EAB5}" type="presParOf" srcId="{E181698B-AD00-EC48-AEC0-9ED3A9DDAB4C}" destId="{E9E6A144-BDA8-8445-95FE-B4DEFF1353E5}" srcOrd="0" destOrd="0" presId="urn:microsoft.com/office/officeart/2005/8/layout/hierarchy1"/>
    <dgm:cxn modelId="{BB23A93D-E100-8C41-8A9B-CCA9B6967DFB}" type="presParOf" srcId="{E181698B-AD00-EC48-AEC0-9ED3A9DDAB4C}" destId="{66CF74FE-7C99-B147-94AD-327B0056B130}" srcOrd="1" destOrd="0" presId="urn:microsoft.com/office/officeart/2005/8/layout/hierarchy1"/>
    <dgm:cxn modelId="{B3F95B38-0768-6544-9040-8F5FD57CAA39}" type="presParOf" srcId="{178F531F-4CEB-2E46-A30C-CA632D0374D7}" destId="{A62D6F1B-AF0D-054C-A263-5240D99CFC02}" srcOrd="1" destOrd="0" presId="urn:microsoft.com/office/officeart/2005/8/layout/hierarchy1"/>
    <dgm:cxn modelId="{7CF29D25-8ED5-C045-B57E-F4D1262F551E}" type="presParOf" srcId="{A62D6F1B-AF0D-054C-A263-5240D99CFC02}" destId="{FAB3ABC9-CE51-6E46-A582-477033F7909E}" srcOrd="0" destOrd="0" presId="urn:microsoft.com/office/officeart/2005/8/layout/hierarchy1"/>
    <dgm:cxn modelId="{33A2A22F-62BB-094F-9A9C-D8B4EB7002AF}" type="presParOf" srcId="{A62D6F1B-AF0D-054C-A263-5240D99CFC02}" destId="{ADCE56BC-B51A-644D-8703-0D1BBBF001DB}" srcOrd="1" destOrd="0" presId="urn:microsoft.com/office/officeart/2005/8/layout/hierarchy1"/>
    <dgm:cxn modelId="{7D9EB3F5-D6BE-074A-8464-B9B5FD52655C}" type="presParOf" srcId="{ADCE56BC-B51A-644D-8703-0D1BBBF001DB}" destId="{E161B099-77F9-FD43-9A4D-697DBB1A9DB9}" srcOrd="0" destOrd="0" presId="urn:microsoft.com/office/officeart/2005/8/layout/hierarchy1"/>
    <dgm:cxn modelId="{BED6681D-C250-0F45-9139-7D752834095A}" type="presParOf" srcId="{E161B099-77F9-FD43-9A4D-697DBB1A9DB9}" destId="{28CE6EFF-FA06-4A40-A514-B15AF719A036}" srcOrd="0" destOrd="0" presId="urn:microsoft.com/office/officeart/2005/8/layout/hierarchy1"/>
    <dgm:cxn modelId="{D625127F-E123-0C46-B78B-A0C8038A6E73}" type="presParOf" srcId="{E161B099-77F9-FD43-9A4D-697DBB1A9DB9}" destId="{36F1355C-6C7A-3F4E-9338-F578F474E3F6}" srcOrd="1" destOrd="0" presId="urn:microsoft.com/office/officeart/2005/8/layout/hierarchy1"/>
    <dgm:cxn modelId="{C9E2E91D-BB70-6541-9521-FE3F55A04D78}" type="presParOf" srcId="{ADCE56BC-B51A-644D-8703-0D1BBBF001DB}" destId="{E902744D-6C91-704E-96B1-839C1E5C0A71}" srcOrd="1" destOrd="0" presId="urn:microsoft.com/office/officeart/2005/8/layout/hierarchy1"/>
    <dgm:cxn modelId="{3026D4FF-5CB2-D747-8FF0-D89BC8B1EE10}" type="presParOf" srcId="{E902744D-6C91-704E-96B1-839C1E5C0A71}" destId="{83175078-7932-F44A-9E39-84D1EDA4A644}" srcOrd="0" destOrd="0" presId="urn:microsoft.com/office/officeart/2005/8/layout/hierarchy1"/>
    <dgm:cxn modelId="{E1A47D71-D336-B64D-B12F-932A88B88D12}" type="presParOf" srcId="{E902744D-6C91-704E-96B1-839C1E5C0A71}" destId="{61C18124-325C-E041-99FB-17EB84ABFD43}" srcOrd="1" destOrd="0" presId="urn:microsoft.com/office/officeart/2005/8/layout/hierarchy1"/>
    <dgm:cxn modelId="{DA937FD5-C63E-A245-BDCB-278495DAF904}" type="presParOf" srcId="{61C18124-325C-E041-99FB-17EB84ABFD43}" destId="{2223441E-B806-FF44-B6FC-99CA6BC2D18C}" srcOrd="0" destOrd="0" presId="urn:microsoft.com/office/officeart/2005/8/layout/hierarchy1"/>
    <dgm:cxn modelId="{CF393A92-706D-B345-9355-CDB803A8D06F}" type="presParOf" srcId="{2223441E-B806-FF44-B6FC-99CA6BC2D18C}" destId="{61509F13-ECF5-824E-AB0E-238E43561F9B}" srcOrd="0" destOrd="0" presId="urn:microsoft.com/office/officeart/2005/8/layout/hierarchy1"/>
    <dgm:cxn modelId="{CD49245A-654F-5344-95BB-E819476BA9C9}" type="presParOf" srcId="{2223441E-B806-FF44-B6FC-99CA6BC2D18C}" destId="{03C502F8-A858-FC44-9EBA-F09ED388A4F5}" srcOrd="1" destOrd="0" presId="urn:microsoft.com/office/officeart/2005/8/layout/hierarchy1"/>
    <dgm:cxn modelId="{3468C7DE-6A59-EA4F-A9D6-B3AB347646E1}" type="presParOf" srcId="{61C18124-325C-E041-99FB-17EB84ABFD43}" destId="{CD615948-73BA-CE4B-8051-DFD53B3B0E6E}" srcOrd="1" destOrd="0" presId="urn:microsoft.com/office/officeart/2005/8/layout/hierarchy1"/>
    <dgm:cxn modelId="{4E93B43A-14E2-E745-AADF-864773801BF5}" type="presParOf" srcId="{A62D6F1B-AF0D-054C-A263-5240D99CFC02}" destId="{7B165121-B4DA-3D41-B59D-340BEFD6B021}" srcOrd="2" destOrd="0" presId="urn:microsoft.com/office/officeart/2005/8/layout/hierarchy1"/>
    <dgm:cxn modelId="{5CB5EF8E-0605-B941-8C36-079413D70A82}" type="presParOf" srcId="{A62D6F1B-AF0D-054C-A263-5240D99CFC02}" destId="{0F9ACB6B-394F-614A-9640-DF391012056F}" srcOrd="3" destOrd="0" presId="urn:microsoft.com/office/officeart/2005/8/layout/hierarchy1"/>
    <dgm:cxn modelId="{8A9FBDA7-6F18-484C-90BC-0DC2D306CC24}" type="presParOf" srcId="{0F9ACB6B-394F-614A-9640-DF391012056F}" destId="{20B140E6-0299-E244-979A-2390721DBC25}" srcOrd="0" destOrd="0" presId="urn:microsoft.com/office/officeart/2005/8/layout/hierarchy1"/>
    <dgm:cxn modelId="{8E804764-A691-6A44-895A-500ADCFC24E3}" type="presParOf" srcId="{20B140E6-0299-E244-979A-2390721DBC25}" destId="{C014E9E6-13FA-5444-9BC3-3D89E8915179}" srcOrd="0" destOrd="0" presId="urn:microsoft.com/office/officeart/2005/8/layout/hierarchy1"/>
    <dgm:cxn modelId="{AD03AAE2-7C41-B549-BCC2-EEBAB6756075}" type="presParOf" srcId="{20B140E6-0299-E244-979A-2390721DBC25}" destId="{E7D1A8F5-82B3-3D4D-B2BB-8402CE6DF5DF}" srcOrd="1" destOrd="0" presId="urn:microsoft.com/office/officeart/2005/8/layout/hierarchy1"/>
    <dgm:cxn modelId="{01DDDEEE-81B1-D646-8B7B-9702F9352E8E}" type="presParOf" srcId="{0F9ACB6B-394F-614A-9640-DF391012056F}" destId="{3336881A-8E9F-984F-9871-05E190F8CF30}" srcOrd="1" destOrd="0" presId="urn:microsoft.com/office/officeart/2005/8/layout/hierarchy1"/>
    <dgm:cxn modelId="{E26BCC7C-D817-2442-9D21-A534F927234E}" type="presParOf" srcId="{3336881A-8E9F-984F-9871-05E190F8CF30}" destId="{959669F8-0B44-7F4A-BE1E-E4EDB174AE9B}" srcOrd="0" destOrd="0" presId="urn:microsoft.com/office/officeart/2005/8/layout/hierarchy1"/>
    <dgm:cxn modelId="{C47B739A-325F-3A45-AECE-E537988E3928}" type="presParOf" srcId="{3336881A-8E9F-984F-9871-05E190F8CF30}" destId="{82472A6C-D4AA-E64C-927D-2B09476DCA2B}" srcOrd="1" destOrd="0" presId="urn:microsoft.com/office/officeart/2005/8/layout/hierarchy1"/>
    <dgm:cxn modelId="{FED0D4AD-6F8E-544D-B3B8-88AB931B25E4}" type="presParOf" srcId="{82472A6C-D4AA-E64C-927D-2B09476DCA2B}" destId="{51749F20-E656-C042-AD50-4A09706514B0}" srcOrd="0" destOrd="0" presId="urn:microsoft.com/office/officeart/2005/8/layout/hierarchy1"/>
    <dgm:cxn modelId="{8303292A-7E88-DE48-B210-3906C6C4AB1A}" type="presParOf" srcId="{51749F20-E656-C042-AD50-4A09706514B0}" destId="{9DE444D1-71C7-6D47-8D20-D17B0958CE50}" srcOrd="0" destOrd="0" presId="urn:microsoft.com/office/officeart/2005/8/layout/hierarchy1"/>
    <dgm:cxn modelId="{F134A8C5-6318-7F49-A4B9-BF974BDFA887}" type="presParOf" srcId="{51749F20-E656-C042-AD50-4A09706514B0}" destId="{076EFA28-0F84-924A-99EB-2F55769FB300}" srcOrd="1" destOrd="0" presId="urn:microsoft.com/office/officeart/2005/8/layout/hierarchy1"/>
    <dgm:cxn modelId="{DF531D8C-8359-C345-97C4-BEB7BEAD8720}" type="presParOf" srcId="{82472A6C-D4AA-E64C-927D-2B09476DCA2B}" destId="{8CE5404A-7CC4-2D4C-A1DF-21FCC9742653}"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B6B6F28-BAD6-C44B-8F5E-660D7F4E23E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798E27F3-E111-0845-B7DD-F5246E4F66FB}">
      <dgm:prSet phldrT="[Text]"/>
      <dgm:spPr>
        <a:solidFill>
          <a:schemeClr val="accent6"/>
        </a:solidFill>
      </dgm:spPr>
      <dgm:t>
        <a:bodyPr/>
        <a:lstStyle/>
        <a:p>
          <a:r>
            <a:rPr lang="en-NZ" dirty="0" smtClean="0"/>
            <a:t>Local</a:t>
          </a:r>
          <a:endParaRPr lang="en-US" dirty="0"/>
        </a:p>
      </dgm:t>
    </dgm:pt>
    <dgm:pt modelId="{CCDC85DC-E461-8647-BB1E-701825A3E73D}" type="parTrans" cxnId="{AFA3A390-74C3-6B48-BB9D-B559D4776D79}">
      <dgm:prSet/>
      <dgm:spPr/>
      <dgm:t>
        <a:bodyPr/>
        <a:lstStyle/>
        <a:p>
          <a:endParaRPr lang="en-US"/>
        </a:p>
      </dgm:t>
    </dgm:pt>
    <dgm:pt modelId="{1BE4CFA5-625B-6F4A-BC48-10C8E8AFB249}" type="sibTrans" cxnId="{AFA3A390-74C3-6B48-BB9D-B559D4776D79}">
      <dgm:prSet/>
      <dgm:spPr/>
      <dgm:t>
        <a:bodyPr/>
        <a:lstStyle/>
        <a:p>
          <a:endParaRPr lang="en-US"/>
        </a:p>
      </dgm:t>
    </dgm:pt>
    <dgm:pt modelId="{80147448-1DE9-B848-BEB0-15EDA5CB0DE1}">
      <dgm:prSet/>
      <dgm:spPr/>
      <dgm:t>
        <a:bodyPr/>
        <a:lstStyle/>
        <a:p>
          <a:r>
            <a:rPr lang="en-NZ" dirty="0" smtClean="0"/>
            <a:t>chooses </a:t>
          </a:r>
          <a:r>
            <a:rPr lang="en-NZ" dirty="0" smtClean="0">
              <a:solidFill>
                <a:schemeClr val="accent1">
                  <a:lumMod val="60000"/>
                  <a:lumOff val="40000"/>
                </a:schemeClr>
              </a:solidFill>
            </a:rPr>
            <a:t>only among the resident pages of the process </a:t>
          </a:r>
          <a:r>
            <a:rPr lang="en-NZ" dirty="0" smtClean="0"/>
            <a:t>that generated the page fault</a:t>
          </a:r>
        </a:p>
      </dgm:t>
    </dgm:pt>
    <dgm:pt modelId="{1FD85FB9-3BA5-C04C-AAC9-8640871C3D85}" type="parTrans" cxnId="{EF94A5CB-C293-4240-B275-D8795693DA10}">
      <dgm:prSet/>
      <dgm:spPr/>
      <dgm:t>
        <a:bodyPr/>
        <a:lstStyle/>
        <a:p>
          <a:endParaRPr lang="en-US"/>
        </a:p>
      </dgm:t>
    </dgm:pt>
    <dgm:pt modelId="{304E3287-850F-AA4D-9A65-CF93F374AD51}" type="sibTrans" cxnId="{EF94A5CB-C293-4240-B275-D8795693DA10}">
      <dgm:prSet/>
      <dgm:spPr/>
      <dgm:t>
        <a:bodyPr/>
        <a:lstStyle/>
        <a:p>
          <a:endParaRPr lang="en-US"/>
        </a:p>
      </dgm:t>
    </dgm:pt>
    <dgm:pt modelId="{C4936588-5FAD-604B-84C9-C52322122FCE}">
      <dgm:prSet/>
      <dgm:spPr>
        <a:solidFill>
          <a:schemeClr val="accent6"/>
        </a:solidFill>
      </dgm:spPr>
      <dgm:t>
        <a:bodyPr/>
        <a:lstStyle/>
        <a:p>
          <a:r>
            <a:rPr lang="en-NZ" smtClean="0"/>
            <a:t>Global </a:t>
          </a:r>
          <a:endParaRPr lang="en-NZ" dirty="0" smtClean="0"/>
        </a:p>
      </dgm:t>
    </dgm:pt>
    <dgm:pt modelId="{8C34572B-56E3-3D41-B5E9-1F79F6FF5758}" type="parTrans" cxnId="{B04E65E4-A3BE-8145-998F-0027FE018025}">
      <dgm:prSet/>
      <dgm:spPr/>
      <dgm:t>
        <a:bodyPr/>
        <a:lstStyle/>
        <a:p>
          <a:endParaRPr lang="en-US"/>
        </a:p>
      </dgm:t>
    </dgm:pt>
    <dgm:pt modelId="{2E99022B-F687-6540-A6F2-D4A88AA42A39}" type="sibTrans" cxnId="{B04E65E4-A3BE-8145-998F-0027FE018025}">
      <dgm:prSet/>
      <dgm:spPr/>
      <dgm:t>
        <a:bodyPr/>
        <a:lstStyle/>
        <a:p>
          <a:endParaRPr lang="en-US"/>
        </a:p>
      </dgm:t>
    </dgm:pt>
    <dgm:pt modelId="{4504CDCC-C4B8-3B48-AED4-82C0B9F7EEBF}">
      <dgm:prSet/>
      <dgm:spPr/>
      <dgm:t>
        <a:bodyPr/>
        <a:lstStyle/>
        <a:p>
          <a:r>
            <a:rPr lang="en-NZ" dirty="0" smtClean="0"/>
            <a:t>considers </a:t>
          </a:r>
          <a:r>
            <a:rPr lang="en-NZ" dirty="0" smtClean="0">
              <a:solidFill>
                <a:schemeClr val="accent1">
                  <a:lumMod val="60000"/>
                  <a:lumOff val="40000"/>
                </a:schemeClr>
              </a:solidFill>
            </a:rPr>
            <a:t>all unlocked pages in main memory </a:t>
          </a:r>
        </a:p>
      </dgm:t>
    </dgm:pt>
    <dgm:pt modelId="{3BCB6518-9F55-8649-9A17-EDED1B9457E2}" type="parTrans" cxnId="{66CE158F-6498-0849-BC0A-8A2A63A89AD5}">
      <dgm:prSet/>
      <dgm:spPr/>
      <dgm:t>
        <a:bodyPr/>
        <a:lstStyle/>
        <a:p>
          <a:endParaRPr lang="en-US"/>
        </a:p>
      </dgm:t>
    </dgm:pt>
    <dgm:pt modelId="{A3795618-B461-D04D-96F6-1EBD45B41DEC}" type="sibTrans" cxnId="{66CE158F-6498-0849-BC0A-8A2A63A89AD5}">
      <dgm:prSet/>
      <dgm:spPr/>
      <dgm:t>
        <a:bodyPr/>
        <a:lstStyle/>
        <a:p>
          <a:endParaRPr lang="en-US"/>
        </a:p>
      </dgm:t>
    </dgm:pt>
    <dgm:pt modelId="{C3F9BFDF-FA09-B746-AB26-918CA903E160}" type="pres">
      <dgm:prSet presAssocID="{7B6B6F28-BAD6-C44B-8F5E-660D7F4E23EC}" presName="linear" presStyleCnt="0">
        <dgm:presLayoutVars>
          <dgm:animLvl val="lvl"/>
          <dgm:resizeHandles val="exact"/>
        </dgm:presLayoutVars>
      </dgm:prSet>
      <dgm:spPr/>
      <dgm:t>
        <a:bodyPr/>
        <a:lstStyle/>
        <a:p>
          <a:endParaRPr lang="en-US"/>
        </a:p>
      </dgm:t>
    </dgm:pt>
    <dgm:pt modelId="{E2F92B32-D071-5940-877B-38311F86814B}" type="pres">
      <dgm:prSet presAssocID="{798E27F3-E111-0845-B7DD-F5246E4F66FB}" presName="parentText" presStyleLbl="node1" presStyleIdx="0" presStyleCnt="2" custScaleX="35185" custScaleY="72088" custLinFactNeighborX="-31482" custLinFactNeighborY="-2965">
        <dgm:presLayoutVars>
          <dgm:chMax val="0"/>
          <dgm:bulletEnabled val="1"/>
        </dgm:presLayoutVars>
      </dgm:prSet>
      <dgm:spPr/>
      <dgm:t>
        <a:bodyPr/>
        <a:lstStyle/>
        <a:p>
          <a:endParaRPr lang="en-US"/>
        </a:p>
      </dgm:t>
    </dgm:pt>
    <dgm:pt modelId="{5F7AB775-FAF6-E849-8811-B100CD75B0F2}" type="pres">
      <dgm:prSet presAssocID="{798E27F3-E111-0845-B7DD-F5246E4F66FB}" presName="childText" presStyleLbl="revTx" presStyleIdx="0" presStyleCnt="2">
        <dgm:presLayoutVars>
          <dgm:bulletEnabled val="1"/>
        </dgm:presLayoutVars>
      </dgm:prSet>
      <dgm:spPr/>
      <dgm:t>
        <a:bodyPr/>
        <a:lstStyle/>
        <a:p>
          <a:endParaRPr lang="en-US"/>
        </a:p>
      </dgm:t>
    </dgm:pt>
    <dgm:pt modelId="{B56FBF80-00E2-FF4E-8FF2-A799A9DE27E0}" type="pres">
      <dgm:prSet presAssocID="{C4936588-5FAD-604B-84C9-C52322122FCE}" presName="parentText" presStyleLbl="node1" presStyleIdx="1" presStyleCnt="2" custScaleX="35186" custScaleY="66692" custLinFactNeighborX="-31481" custLinFactNeighborY="-21127">
        <dgm:presLayoutVars>
          <dgm:chMax val="0"/>
          <dgm:bulletEnabled val="1"/>
        </dgm:presLayoutVars>
      </dgm:prSet>
      <dgm:spPr/>
      <dgm:t>
        <a:bodyPr/>
        <a:lstStyle/>
        <a:p>
          <a:endParaRPr lang="en-US"/>
        </a:p>
      </dgm:t>
    </dgm:pt>
    <dgm:pt modelId="{4B31C88C-DD9B-3342-8992-8F00F87AF1D1}" type="pres">
      <dgm:prSet presAssocID="{C4936588-5FAD-604B-84C9-C52322122FCE}" presName="childText" presStyleLbl="revTx" presStyleIdx="1" presStyleCnt="2" custLinFactNeighborY="-4001">
        <dgm:presLayoutVars>
          <dgm:bulletEnabled val="1"/>
        </dgm:presLayoutVars>
      </dgm:prSet>
      <dgm:spPr/>
      <dgm:t>
        <a:bodyPr/>
        <a:lstStyle/>
        <a:p>
          <a:endParaRPr lang="en-US"/>
        </a:p>
      </dgm:t>
    </dgm:pt>
  </dgm:ptLst>
  <dgm:cxnLst>
    <dgm:cxn modelId="{C4E387F5-FD93-6E44-86A4-06E4B15272F8}" type="presOf" srcId="{798E27F3-E111-0845-B7DD-F5246E4F66FB}" destId="{E2F92B32-D071-5940-877B-38311F86814B}" srcOrd="0" destOrd="0" presId="urn:microsoft.com/office/officeart/2005/8/layout/vList2"/>
    <dgm:cxn modelId="{AFA3A390-74C3-6B48-BB9D-B559D4776D79}" srcId="{7B6B6F28-BAD6-C44B-8F5E-660D7F4E23EC}" destId="{798E27F3-E111-0845-B7DD-F5246E4F66FB}" srcOrd="0" destOrd="0" parTransId="{CCDC85DC-E461-8647-BB1E-701825A3E73D}" sibTransId="{1BE4CFA5-625B-6F4A-BC48-10C8E8AFB249}"/>
    <dgm:cxn modelId="{B04E65E4-A3BE-8145-998F-0027FE018025}" srcId="{7B6B6F28-BAD6-C44B-8F5E-660D7F4E23EC}" destId="{C4936588-5FAD-604B-84C9-C52322122FCE}" srcOrd="1" destOrd="0" parTransId="{8C34572B-56E3-3D41-B5E9-1F79F6FF5758}" sibTransId="{2E99022B-F687-6540-A6F2-D4A88AA42A39}"/>
    <dgm:cxn modelId="{66CE158F-6498-0849-BC0A-8A2A63A89AD5}" srcId="{C4936588-5FAD-604B-84C9-C52322122FCE}" destId="{4504CDCC-C4B8-3B48-AED4-82C0B9F7EEBF}" srcOrd="0" destOrd="0" parTransId="{3BCB6518-9F55-8649-9A17-EDED1B9457E2}" sibTransId="{A3795618-B461-D04D-96F6-1EBD45B41DEC}"/>
    <dgm:cxn modelId="{9F63BD8F-E589-C24F-BE36-C7C6B0CE4788}" type="presOf" srcId="{4504CDCC-C4B8-3B48-AED4-82C0B9F7EEBF}" destId="{4B31C88C-DD9B-3342-8992-8F00F87AF1D1}" srcOrd="0" destOrd="0" presId="urn:microsoft.com/office/officeart/2005/8/layout/vList2"/>
    <dgm:cxn modelId="{36460B40-9EA2-1B4F-AE3C-59A7CBF9EB0F}" type="presOf" srcId="{80147448-1DE9-B848-BEB0-15EDA5CB0DE1}" destId="{5F7AB775-FAF6-E849-8811-B100CD75B0F2}" srcOrd="0" destOrd="0" presId="urn:microsoft.com/office/officeart/2005/8/layout/vList2"/>
    <dgm:cxn modelId="{1FC9C6D6-4D99-6A4D-B22D-A07A90FDFD20}" type="presOf" srcId="{C4936588-5FAD-604B-84C9-C52322122FCE}" destId="{B56FBF80-00E2-FF4E-8FF2-A799A9DE27E0}" srcOrd="0" destOrd="0" presId="urn:microsoft.com/office/officeart/2005/8/layout/vList2"/>
    <dgm:cxn modelId="{7D6080B0-0A83-2242-8F24-E94F2C943886}" type="presOf" srcId="{7B6B6F28-BAD6-C44B-8F5E-660D7F4E23EC}" destId="{C3F9BFDF-FA09-B746-AB26-918CA903E160}" srcOrd="0" destOrd="0" presId="urn:microsoft.com/office/officeart/2005/8/layout/vList2"/>
    <dgm:cxn modelId="{EF94A5CB-C293-4240-B275-D8795693DA10}" srcId="{798E27F3-E111-0845-B7DD-F5246E4F66FB}" destId="{80147448-1DE9-B848-BEB0-15EDA5CB0DE1}" srcOrd="0" destOrd="0" parTransId="{1FD85FB9-3BA5-C04C-AAC9-8640871C3D85}" sibTransId="{304E3287-850F-AA4D-9A65-CF93F374AD51}"/>
    <dgm:cxn modelId="{30D4200D-7405-784A-8CA5-7CBD265319E0}" type="presParOf" srcId="{C3F9BFDF-FA09-B746-AB26-918CA903E160}" destId="{E2F92B32-D071-5940-877B-38311F86814B}" srcOrd="0" destOrd="0" presId="urn:microsoft.com/office/officeart/2005/8/layout/vList2"/>
    <dgm:cxn modelId="{DD6B7574-83C9-A44D-A958-860CCF4753C5}" type="presParOf" srcId="{C3F9BFDF-FA09-B746-AB26-918CA903E160}" destId="{5F7AB775-FAF6-E849-8811-B100CD75B0F2}" srcOrd="1" destOrd="0" presId="urn:microsoft.com/office/officeart/2005/8/layout/vList2"/>
    <dgm:cxn modelId="{AD4BC021-E3E2-814C-A46C-D201B8445B3F}" type="presParOf" srcId="{C3F9BFDF-FA09-B746-AB26-918CA903E160}" destId="{B56FBF80-00E2-FF4E-8FF2-A799A9DE27E0}" srcOrd="2" destOrd="0" presId="urn:microsoft.com/office/officeart/2005/8/layout/vList2"/>
    <dgm:cxn modelId="{C346C59B-0A9B-014C-BC12-34C6CD5B4532}" type="presParOf" srcId="{C3F9BFDF-FA09-B746-AB26-918CA903E160}" destId="{4B31C88C-DD9B-3342-8992-8F00F87AF1D1}"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72943D1-2568-584E-8CD3-B623F34F6A0E}" type="doc">
      <dgm:prSet loTypeId="urn:microsoft.com/office/officeart/2005/8/layout/process4" loCatId="process" qsTypeId="urn:microsoft.com/office/officeart/2005/8/quickstyle/simple4" qsCatId="simple" csTypeId="urn:microsoft.com/office/officeart/2005/8/colors/accent1_2" csCatId="accent1" phldr="1"/>
      <dgm:spPr/>
      <dgm:t>
        <a:bodyPr/>
        <a:lstStyle/>
        <a:p>
          <a:endParaRPr lang="en-US"/>
        </a:p>
      </dgm:t>
    </dgm:pt>
    <dgm:pt modelId="{1EC6D619-D04E-E24E-89A2-08D1B7C025C5}">
      <dgm:prSet phldrT="[Text]"/>
      <dgm:spPr>
        <a:solidFill>
          <a:schemeClr val="accent6">
            <a:lumMod val="75000"/>
          </a:schemeClr>
        </a:solidFill>
        <a:ln>
          <a:solidFill>
            <a:schemeClr val="accent6">
              <a:lumMod val="75000"/>
            </a:schemeClr>
          </a:solidFill>
        </a:ln>
      </dgm:spPr>
      <dgm:t>
        <a:bodyPr/>
        <a:lstStyle/>
        <a:p>
          <a:r>
            <a:rPr lang="en-US" dirty="0" smtClean="0"/>
            <a:t>Demand Cleaning</a:t>
          </a:r>
          <a:endParaRPr lang="en-US" dirty="0"/>
        </a:p>
      </dgm:t>
    </dgm:pt>
    <dgm:pt modelId="{D7946C2B-2597-3448-944F-B8701E2D12C9}" type="parTrans" cxnId="{2DE39A2D-D90E-E54A-9427-0F0F5D63C488}">
      <dgm:prSet/>
      <dgm:spPr/>
      <dgm:t>
        <a:bodyPr/>
        <a:lstStyle/>
        <a:p>
          <a:endParaRPr lang="en-US"/>
        </a:p>
      </dgm:t>
    </dgm:pt>
    <dgm:pt modelId="{103A7F24-2A26-444A-ABF1-6A3E6AE9E548}" type="sibTrans" cxnId="{2DE39A2D-D90E-E54A-9427-0F0F5D63C488}">
      <dgm:prSet/>
      <dgm:spPr/>
      <dgm:t>
        <a:bodyPr/>
        <a:lstStyle/>
        <a:p>
          <a:endParaRPr lang="en-US"/>
        </a:p>
      </dgm:t>
    </dgm:pt>
    <dgm:pt modelId="{0F4BF5E1-5CE0-9C40-AD30-D32A57814383}">
      <dgm:prSet/>
      <dgm:spPr>
        <a:ln>
          <a:solidFill>
            <a:schemeClr val="accent6">
              <a:lumMod val="75000"/>
            </a:schemeClr>
          </a:solidFill>
        </a:ln>
      </dgm:spPr>
      <dgm:t>
        <a:bodyPr/>
        <a:lstStyle/>
        <a:p>
          <a:r>
            <a:rPr lang="en-US" dirty="0" smtClean="0"/>
            <a:t>a page is written out to secondary memory only when it has been selected for replacement</a:t>
          </a:r>
        </a:p>
      </dgm:t>
    </dgm:pt>
    <dgm:pt modelId="{C18200A3-CB02-844A-8878-4236179B51AB}" type="parTrans" cxnId="{F674E52A-A6F2-CC44-B766-84240FA0FAB0}">
      <dgm:prSet/>
      <dgm:spPr/>
      <dgm:t>
        <a:bodyPr/>
        <a:lstStyle/>
        <a:p>
          <a:endParaRPr lang="en-US"/>
        </a:p>
      </dgm:t>
    </dgm:pt>
    <dgm:pt modelId="{B28021C4-3880-3D4C-9AA0-818ED1F686D0}" type="sibTrans" cxnId="{F674E52A-A6F2-CC44-B766-84240FA0FAB0}">
      <dgm:prSet/>
      <dgm:spPr/>
      <dgm:t>
        <a:bodyPr/>
        <a:lstStyle/>
        <a:p>
          <a:endParaRPr lang="en-US"/>
        </a:p>
      </dgm:t>
    </dgm:pt>
    <dgm:pt modelId="{CE323300-7303-CB40-A0D7-653E25DA960E}">
      <dgm:prSet/>
      <dgm:spPr>
        <a:solidFill>
          <a:schemeClr val="accent6">
            <a:lumMod val="75000"/>
          </a:schemeClr>
        </a:solidFill>
      </dgm:spPr>
      <dgm:t>
        <a:bodyPr/>
        <a:lstStyle/>
        <a:p>
          <a:r>
            <a:rPr lang="en-US" smtClean="0"/>
            <a:t>Precleaning</a:t>
          </a:r>
          <a:endParaRPr lang="en-US" dirty="0" smtClean="0"/>
        </a:p>
      </dgm:t>
    </dgm:pt>
    <dgm:pt modelId="{A5CD520B-7EF3-9043-9EA6-65657D6772E9}" type="parTrans" cxnId="{FAF5C5B2-8A38-0A4C-851F-F27854FD4511}">
      <dgm:prSet/>
      <dgm:spPr/>
      <dgm:t>
        <a:bodyPr/>
        <a:lstStyle/>
        <a:p>
          <a:endParaRPr lang="en-US"/>
        </a:p>
      </dgm:t>
    </dgm:pt>
    <dgm:pt modelId="{31E38444-3C5D-514C-827B-4DE4DCDF706E}" type="sibTrans" cxnId="{FAF5C5B2-8A38-0A4C-851F-F27854FD4511}">
      <dgm:prSet/>
      <dgm:spPr/>
      <dgm:t>
        <a:bodyPr/>
        <a:lstStyle/>
        <a:p>
          <a:endParaRPr lang="en-US"/>
        </a:p>
      </dgm:t>
    </dgm:pt>
    <dgm:pt modelId="{F102D7A2-8117-CA48-875B-40A8C604C550}">
      <dgm:prSet/>
      <dgm:spPr>
        <a:ln>
          <a:solidFill>
            <a:schemeClr val="accent6">
              <a:lumMod val="75000"/>
            </a:schemeClr>
          </a:solidFill>
        </a:ln>
      </dgm:spPr>
      <dgm:t>
        <a:bodyPr/>
        <a:lstStyle/>
        <a:p>
          <a:r>
            <a:rPr lang="en-US" smtClean="0"/>
            <a:t>allows the writing of pages in batches</a:t>
          </a:r>
          <a:endParaRPr lang="en-US" dirty="0"/>
        </a:p>
      </dgm:t>
    </dgm:pt>
    <dgm:pt modelId="{57E4BB84-139B-AF4A-B31C-FB50E6B764A8}" type="parTrans" cxnId="{7708B8E6-2D14-BB4B-9BF6-BBBCC9389AA6}">
      <dgm:prSet/>
      <dgm:spPr/>
      <dgm:t>
        <a:bodyPr/>
        <a:lstStyle/>
        <a:p>
          <a:endParaRPr lang="en-US"/>
        </a:p>
      </dgm:t>
    </dgm:pt>
    <dgm:pt modelId="{1AB0C6AD-E345-C242-B36E-E2C75EB3C1F4}" type="sibTrans" cxnId="{7708B8E6-2D14-BB4B-9BF6-BBBCC9389AA6}">
      <dgm:prSet/>
      <dgm:spPr/>
      <dgm:t>
        <a:bodyPr/>
        <a:lstStyle/>
        <a:p>
          <a:endParaRPr lang="en-US"/>
        </a:p>
      </dgm:t>
    </dgm:pt>
    <dgm:pt modelId="{B2738878-1DE2-8841-A687-62CA16FF18D8}" type="pres">
      <dgm:prSet presAssocID="{272943D1-2568-584E-8CD3-B623F34F6A0E}" presName="Name0" presStyleCnt="0">
        <dgm:presLayoutVars>
          <dgm:dir/>
          <dgm:animLvl val="lvl"/>
          <dgm:resizeHandles val="exact"/>
        </dgm:presLayoutVars>
      </dgm:prSet>
      <dgm:spPr/>
      <dgm:t>
        <a:bodyPr/>
        <a:lstStyle/>
        <a:p>
          <a:endParaRPr lang="en-US"/>
        </a:p>
      </dgm:t>
    </dgm:pt>
    <dgm:pt modelId="{170A8933-CFC6-3A4D-A7C2-B49B91911673}" type="pres">
      <dgm:prSet presAssocID="{CE323300-7303-CB40-A0D7-653E25DA960E}" presName="boxAndChildren" presStyleCnt="0"/>
      <dgm:spPr/>
    </dgm:pt>
    <dgm:pt modelId="{827701AC-6710-9848-B602-443B91EF7739}" type="pres">
      <dgm:prSet presAssocID="{CE323300-7303-CB40-A0D7-653E25DA960E}" presName="parentTextBox" presStyleLbl="node1" presStyleIdx="0" presStyleCnt="2"/>
      <dgm:spPr/>
      <dgm:t>
        <a:bodyPr/>
        <a:lstStyle/>
        <a:p>
          <a:endParaRPr lang="en-US"/>
        </a:p>
      </dgm:t>
    </dgm:pt>
    <dgm:pt modelId="{0AABCAFC-DF0A-5549-A2F3-6215A5F91819}" type="pres">
      <dgm:prSet presAssocID="{CE323300-7303-CB40-A0D7-653E25DA960E}" presName="entireBox" presStyleLbl="node1" presStyleIdx="0" presStyleCnt="2"/>
      <dgm:spPr/>
      <dgm:t>
        <a:bodyPr/>
        <a:lstStyle/>
        <a:p>
          <a:endParaRPr lang="en-US"/>
        </a:p>
      </dgm:t>
    </dgm:pt>
    <dgm:pt modelId="{BFF594F9-B99D-3A4E-A04F-587BBB2A53B0}" type="pres">
      <dgm:prSet presAssocID="{CE323300-7303-CB40-A0D7-653E25DA960E}" presName="descendantBox" presStyleCnt="0"/>
      <dgm:spPr/>
    </dgm:pt>
    <dgm:pt modelId="{018DC2B8-76E2-0D4E-ADFB-FC2DFEC19ABD}" type="pres">
      <dgm:prSet presAssocID="{F102D7A2-8117-CA48-875B-40A8C604C550}" presName="childTextBox" presStyleLbl="fgAccFollowNode1" presStyleIdx="0" presStyleCnt="2">
        <dgm:presLayoutVars>
          <dgm:bulletEnabled val="1"/>
        </dgm:presLayoutVars>
      </dgm:prSet>
      <dgm:spPr/>
      <dgm:t>
        <a:bodyPr/>
        <a:lstStyle/>
        <a:p>
          <a:endParaRPr lang="en-US"/>
        </a:p>
      </dgm:t>
    </dgm:pt>
    <dgm:pt modelId="{48933506-D830-9747-9BCF-1F7306C3B79F}" type="pres">
      <dgm:prSet presAssocID="{103A7F24-2A26-444A-ABF1-6A3E6AE9E548}" presName="sp" presStyleCnt="0"/>
      <dgm:spPr/>
    </dgm:pt>
    <dgm:pt modelId="{8B965C95-642E-854D-8681-5D51862499FB}" type="pres">
      <dgm:prSet presAssocID="{1EC6D619-D04E-E24E-89A2-08D1B7C025C5}" presName="arrowAndChildren" presStyleCnt="0"/>
      <dgm:spPr/>
    </dgm:pt>
    <dgm:pt modelId="{57BB884C-AF80-ED4A-A41B-F38AB0AA1893}" type="pres">
      <dgm:prSet presAssocID="{1EC6D619-D04E-E24E-89A2-08D1B7C025C5}" presName="parentTextArrow" presStyleLbl="node1" presStyleIdx="0" presStyleCnt="2"/>
      <dgm:spPr/>
      <dgm:t>
        <a:bodyPr/>
        <a:lstStyle/>
        <a:p>
          <a:endParaRPr lang="en-US"/>
        </a:p>
      </dgm:t>
    </dgm:pt>
    <dgm:pt modelId="{07D657C2-6456-3E4C-98E3-58A8B5462A1D}" type="pres">
      <dgm:prSet presAssocID="{1EC6D619-D04E-E24E-89A2-08D1B7C025C5}" presName="arrow" presStyleLbl="node1" presStyleIdx="1" presStyleCnt="2"/>
      <dgm:spPr/>
      <dgm:t>
        <a:bodyPr/>
        <a:lstStyle/>
        <a:p>
          <a:endParaRPr lang="en-US"/>
        </a:p>
      </dgm:t>
    </dgm:pt>
    <dgm:pt modelId="{97877287-7011-3646-B84E-1047763DCAA7}" type="pres">
      <dgm:prSet presAssocID="{1EC6D619-D04E-E24E-89A2-08D1B7C025C5}" presName="descendantArrow" presStyleCnt="0"/>
      <dgm:spPr/>
    </dgm:pt>
    <dgm:pt modelId="{D77A17F0-FD24-804F-B9BA-B89549FA1E9B}" type="pres">
      <dgm:prSet presAssocID="{0F4BF5E1-5CE0-9C40-AD30-D32A57814383}" presName="childTextArrow" presStyleLbl="fgAccFollowNode1" presStyleIdx="1" presStyleCnt="2">
        <dgm:presLayoutVars>
          <dgm:bulletEnabled val="1"/>
        </dgm:presLayoutVars>
      </dgm:prSet>
      <dgm:spPr/>
      <dgm:t>
        <a:bodyPr/>
        <a:lstStyle/>
        <a:p>
          <a:endParaRPr lang="en-US"/>
        </a:p>
      </dgm:t>
    </dgm:pt>
  </dgm:ptLst>
  <dgm:cxnLst>
    <dgm:cxn modelId="{8552DC67-BA05-FD4E-884D-B5F4C09DB7BB}" type="presOf" srcId="{272943D1-2568-584E-8CD3-B623F34F6A0E}" destId="{B2738878-1DE2-8841-A687-62CA16FF18D8}" srcOrd="0" destOrd="0" presId="urn:microsoft.com/office/officeart/2005/8/layout/process4"/>
    <dgm:cxn modelId="{5527DFF8-6B9F-BD4E-A78F-288D2308CA9C}" type="presOf" srcId="{CE323300-7303-CB40-A0D7-653E25DA960E}" destId="{0AABCAFC-DF0A-5549-A2F3-6215A5F91819}" srcOrd="1" destOrd="0" presId="urn:microsoft.com/office/officeart/2005/8/layout/process4"/>
    <dgm:cxn modelId="{291FE673-44BA-4B4A-986C-CADD87317D2A}" type="presOf" srcId="{1EC6D619-D04E-E24E-89A2-08D1B7C025C5}" destId="{57BB884C-AF80-ED4A-A41B-F38AB0AA1893}" srcOrd="0" destOrd="0" presId="urn:microsoft.com/office/officeart/2005/8/layout/process4"/>
    <dgm:cxn modelId="{FAF5C5B2-8A38-0A4C-851F-F27854FD4511}" srcId="{272943D1-2568-584E-8CD3-B623F34F6A0E}" destId="{CE323300-7303-CB40-A0D7-653E25DA960E}" srcOrd="1" destOrd="0" parTransId="{A5CD520B-7EF3-9043-9EA6-65657D6772E9}" sibTransId="{31E38444-3C5D-514C-827B-4DE4DCDF706E}"/>
    <dgm:cxn modelId="{F674E52A-A6F2-CC44-B766-84240FA0FAB0}" srcId="{1EC6D619-D04E-E24E-89A2-08D1B7C025C5}" destId="{0F4BF5E1-5CE0-9C40-AD30-D32A57814383}" srcOrd="0" destOrd="0" parTransId="{C18200A3-CB02-844A-8878-4236179B51AB}" sibTransId="{B28021C4-3880-3D4C-9AA0-818ED1F686D0}"/>
    <dgm:cxn modelId="{B739C664-A43F-E949-A22D-E93F83FB44BA}" type="presOf" srcId="{0F4BF5E1-5CE0-9C40-AD30-D32A57814383}" destId="{D77A17F0-FD24-804F-B9BA-B89549FA1E9B}" srcOrd="0" destOrd="0" presId="urn:microsoft.com/office/officeart/2005/8/layout/process4"/>
    <dgm:cxn modelId="{7708B8E6-2D14-BB4B-9BF6-BBBCC9389AA6}" srcId="{CE323300-7303-CB40-A0D7-653E25DA960E}" destId="{F102D7A2-8117-CA48-875B-40A8C604C550}" srcOrd="0" destOrd="0" parTransId="{57E4BB84-139B-AF4A-B31C-FB50E6B764A8}" sibTransId="{1AB0C6AD-E345-C242-B36E-E2C75EB3C1F4}"/>
    <dgm:cxn modelId="{6CF76868-A2A0-1C49-8C26-8AECD9606010}" type="presOf" srcId="{CE323300-7303-CB40-A0D7-653E25DA960E}" destId="{827701AC-6710-9848-B602-443B91EF7739}" srcOrd="0" destOrd="0" presId="urn:microsoft.com/office/officeart/2005/8/layout/process4"/>
    <dgm:cxn modelId="{9DC52A3B-CAB9-7D4D-8C65-A3FA6C0BD235}" type="presOf" srcId="{F102D7A2-8117-CA48-875B-40A8C604C550}" destId="{018DC2B8-76E2-0D4E-ADFB-FC2DFEC19ABD}" srcOrd="0" destOrd="0" presId="urn:microsoft.com/office/officeart/2005/8/layout/process4"/>
    <dgm:cxn modelId="{2DE39A2D-D90E-E54A-9427-0F0F5D63C488}" srcId="{272943D1-2568-584E-8CD3-B623F34F6A0E}" destId="{1EC6D619-D04E-E24E-89A2-08D1B7C025C5}" srcOrd="0" destOrd="0" parTransId="{D7946C2B-2597-3448-944F-B8701E2D12C9}" sibTransId="{103A7F24-2A26-444A-ABF1-6A3E6AE9E548}"/>
    <dgm:cxn modelId="{9DC9CB73-8C2B-494A-8482-363074FC017D}" type="presOf" srcId="{1EC6D619-D04E-E24E-89A2-08D1B7C025C5}" destId="{07D657C2-6456-3E4C-98E3-58A8B5462A1D}" srcOrd="1" destOrd="0" presId="urn:microsoft.com/office/officeart/2005/8/layout/process4"/>
    <dgm:cxn modelId="{422DE0D6-9235-724A-A181-CCEC5A19EAE2}" type="presParOf" srcId="{B2738878-1DE2-8841-A687-62CA16FF18D8}" destId="{170A8933-CFC6-3A4D-A7C2-B49B91911673}" srcOrd="0" destOrd="0" presId="urn:microsoft.com/office/officeart/2005/8/layout/process4"/>
    <dgm:cxn modelId="{46145297-76A0-F24F-A848-FB4D23266BFC}" type="presParOf" srcId="{170A8933-CFC6-3A4D-A7C2-B49B91911673}" destId="{827701AC-6710-9848-B602-443B91EF7739}" srcOrd="0" destOrd="0" presId="urn:microsoft.com/office/officeart/2005/8/layout/process4"/>
    <dgm:cxn modelId="{786AF1DE-CAAF-D040-B420-755793666438}" type="presParOf" srcId="{170A8933-CFC6-3A4D-A7C2-B49B91911673}" destId="{0AABCAFC-DF0A-5549-A2F3-6215A5F91819}" srcOrd="1" destOrd="0" presId="urn:microsoft.com/office/officeart/2005/8/layout/process4"/>
    <dgm:cxn modelId="{16EB6B96-1CE5-8E44-AFB2-8768D956DA86}" type="presParOf" srcId="{170A8933-CFC6-3A4D-A7C2-B49B91911673}" destId="{BFF594F9-B99D-3A4E-A04F-587BBB2A53B0}" srcOrd="2" destOrd="0" presId="urn:microsoft.com/office/officeart/2005/8/layout/process4"/>
    <dgm:cxn modelId="{B2B13373-6701-FA4A-B5C7-766E428656AF}" type="presParOf" srcId="{BFF594F9-B99D-3A4E-A04F-587BBB2A53B0}" destId="{018DC2B8-76E2-0D4E-ADFB-FC2DFEC19ABD}" srcOrd="0" destOrd="0" presId="urn:microsoft.com/office/officeart/2005/8/layout/process4"/>
    <dgm:cxn modelId="{FF47DD3E-AB02-4340-B096-8024FA2EE6A7}" type="presParOf" srcId="{B2738878-1DE2-8841-A687-62CA16FF18D8}" destId="{48933506-D830-9747-9BCF-1F7306C3B79F}" srcOrd="1" destOrd="0" presId="urn:microsoft.com/office/officeart/2005/8/layout/process4"/>
    <dgm:cxn modelId="{5F33105B-A415-6E4B-9902-49DA3D12F8EE}" type="presParOf" srcId="{B2738878-1DE2-8841-A687-62CA16FF18D8}" destId="{8B965C95-642E-854D-8681-5D51862499FB}" srcOrd="2" destOrd="0" presId="urn:microsoft.com/office/officeart/2005/8/layout/process4"/>
    <dgm:cxn modelId="{D2A4F4A3-4E09-4147-8921-22F46A396052}" type="presParOf" srcId="{8B965C95-642E-854D-8681-5D51862499FB}" destId="{57BB884C-AF80-ED4A-A41B-F38AB0AA1893}" srcOrd="0" destOrd="0" presId="urn:microsoft.com/office/officeart/2005/8/layout/process4"/>
    <dgm:cxn modelId="{8604887F-46F2-304A-A58C-88DEBF2D290A}" type="presParOf" srcId="{8B965C95-642E-854D-8681-5D51862499FB}" destId="{07D657C2-6456-3E4C-98E3-58A8B5462A1D}" srcOrd="1" destOrd="0" presId="urn:microsoft.com/office/officeart/2005/8/layout/process4"/>
    <dgm:cxn modelId="{5845738C-832F-4E4E-A46A-A9880525E34B}" type="presParOf" srcId="{8B965C95-642E-854D-8681-5D51862499FB}" destId="{97877287-7011-3646-B84E-1047763DCAA7}" srcOrd="2" destOrd="0" presId="urn:microsoft.com/office/officeart/2005/8/layout/process4"/>
    <dgm:cxn modelId="{CB83B179-865E-8446-A1EF-14A75FFD6A41}" type="presParOf" srcId="{97877287-7011-3646-B84E-1047763DCAA7}" destId="{D77A17F0-FD24-804F-B9BA-B89549FA1E9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3D9C3C5-4EE0-E848-B699-8A0E9E9D69D8}"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6B7ADE3E-8E57-D34C-9646-5DE55D005F5A}">
      <dgm:prSet phldrT="[Text]"/>
      <dgm:spPr/>
      <dgm:t>
        <a:bodyPr/>
        <a:lstStyle/>
        <a:p>
          <a:r>
            <a:rPr lang="en-NZ" smtClean="0"/>
            <a:t>possibilities </a:t>
          </a:r>
          <a:r>
            <a:rPr lang="en-NZ" dirty="0" smtClean="0"/>
            <a:t>exist:</a:t>
          </a:r>
          <a:endParaRPr lang="en-US" dirty="0"/>
        </a:p>
      </dgm:t>
    </dgm:pt>
    <dgm:pt modelId="{AC40C00E-5C93-1F46-8985-733F101DCE1C}" type="parTrans" cxnId="{5F218AA9-C11E-E242-8470-459F2B70E9F3}">
      <dgm:prSet/>
      <dgm:spPr/>
      <dgm:t>
        <a:bodyPr/>
        <a:lstStyle/>
        <a:p>
          <a:endParaRPr lang="en-US"/>
        </a:p>
      </dgm:t>
    </dgm:pt>
    <dgm:pt modelId="{C430AF6F-328B-8240-8A2B-C0B6DCC06AD6}" type="sibTrans" cxnId="{5F218AA9-C11E-E242-8470-459F2B70E9F3}">
      <dgm:prSet/>
      <dgm:spPr/>
      <dgm:t>
        <a:bodyPr/>
        <a:lstStyle/>
        <a:p>
          <a:endParaRPr lang="en-US"/>
        </a:p>
      </dgm:t>
    </dgm:pt>
    <dgm:pt modelId="{81663232-E89C-5943-9838-D45D4A966939}">
      <dgm:prSet/>
      <dgm:spPr/>
      <dgm:t>
        <a:bodyPr/>
        <a:lstStyle/>
        <a:p>
          <a:r>
            <a:rPr lang="en-NZ" dirty="0" smtClean="0"/>
            <a:t>Lowest-priority process</a:t>
          </a:r>
        </a:p>
      </dgm:t>
    </dgm:pt>
    <dgm:pt modelId="{5324BBA9-550F-3D42-96C9-3F0CE13A61EB}" type="parTrans" cxnId="{F8ED8EC3-F1D9-BC40-AE60-506EDE95D493}">
      <dgm:prSet/>
      <dgm:spPr/>
      <dgm:t>
        <a:bodyPr/>
        <a:lstStyle/>
        <a:p>
          <a:endParaRPr lang="en-US"/>
        </a:p>
      </dgm:t>
    </dgm:pt>
    <dgm:pt modelId="{0011F9BE-1011-2F4E-A3E7-68B9EF56EE76}" type="sibTrans" cxnId="{F8ED8EC3-F1D9-BC40-AE60-506EDE95D493}">
      <dgm:prSet/>
      <dgm:spPr/>
      <dgm:t>
        <a:bodyPr/>
        <a:lstStyle/>
        <a:p>
          <a:endParaRPr lang="en-US"/>
        </a:p>
      </dgm:t>
    </dgm:pt>
    <dgm:pt modelId="{A5C047B0-673D-8E4F-A1FB-FE6419783974}">
      <dgm:prSet/>
      <dgm:spPr/>
      <dgm:t>
        <a:bodyPr/>
        <a:lstStyle/>
        <a:p>
          <a:r>
            <a:rPr lang="en-NZ" dirty="0" smtClean="0"/>
            <a:t>Faulting process</a:t>
          </a:r>
        </a:p>
      </dgm:t>
    </dgm:pt>
    <dgm:pt modelId="{25DE016B-C9A8-1744-BF22-1BDADB856E93}" type="parTrans" cxnId="{3CC7EE1B-EB12-E64E-83EE-CF215C9B416D}">
      <dgm:prSet/>
      <dgm:spPr/>
      <dgm:t>
        <a:bodyPr/>
        <a:lstStyle/>
        <a:p>
          <a:endParaRPr lang="en-US"/>
        </a:p>
      </dgm:t>
    </dgm:pt>
    <dgm:pt modelId="{6611C196-FB16-3242-8647-76B8786D248B}" type="sibTrans" cxnId="{3CC7EE1B-EB12-E64E-83EE-CF215C9B416D}">
      <dgm:prSet/>
      <dgm:spPr/>
      <dgm:t>
        <a:bodyPr/>
        <a:lstStyle/>
        <a:p>
          <a:endParaRPr lang="en-US"/>
        </a:p>
      </dgm:t>
    </dgm:pt>
    <dgm:pt modelId="{2CC078CE-CE72-DA40-A08C-B35DA6A69267}">
      <dgm:prSet/>
      <dgm:spPr/>
      <dgm:t>
        <a:bodyPr/>
        <a:lstStyle/>
        <a:p>
          <a:r>
            <a:rPr lang="en-NZ" smtClean="0"/>
            <a:t>Last process activated</a:t>
          </a:r>
          <a:endParaRPr lang="en-NZ" dirty="0" smtClean="0"/>
        </a:p>
      </dgm:t>
    </dgm:pt>
    <dgm:pt modelId="{8302FA70-9F37-A74D-B4A9-C1976750FCC0}" type="parTrans" cxnId="{E944EE72-AE0B-EC46-BCED-EC6B477FA157}">
      <dgm:prSet/>
      <dgm:spPr/>
      <dgm:t>
        <a:bodyPr/>
        <a:lstStyle/>
        <a:p>
          <a:endParaRPr lang="en-US"/>
        </a:p>
      </dgm:t>
    </dgm:pt>
    <dgm:pt modelId="{4550C1D9-63E4-3745-98EC-ACDDBBDB8704}" type="sibTrans" cxnId="{E944EE72-AE0B-EC46-BCED-EC6B477FA157}">
      <dgm:prSet/>
      <dgm:spPr/>
      <dgm:t>
        <a:bodyPr/>
        <a:lstStyle/>
        <a:p>
          <a:endParaRPr lang="en-US"/>
        </a:p>
      </dgm:t>
    </dgm:pt>
    <dgm:pt modelId="{957638B3-9D61-F545-959B-734CB6E505F5}">
      <dgm:prSet/>
      <dgm:spPr/>
      <dgm:t>
        <a:bodyPr/>
        <a:lstStyle/>
        <a:p>
          <a:r>
            <a:rPr lang="en-NZ" smtClean="0"/>
            <a:t>Process with the smallest resident set</a:t>
          </a:r>
          <a:endParaRPr lang="en-NZ" dirty="0" smtClean="0"/>
        </a:p>
      </dgm:t>
    </dgm:pt>
    <dgm:pt modelId="{7FCD3677-A710-4E4B-B87B-DC40720265B8}" type="parTrans" cxnId="{A670FF89-C4ED-794D-8EDE-F3149CD28217}">
      <dgm:prSet/>
      <dgm:spPr/>
      <dgm:t>
        <a:bodyPr/>
        <a:lstStyle/>
        <a:p>
          <a:endParaRPr lang="en-US"/>
        </a:p>
      </dgm:t>
    </dgm:pt>
    <dgm:pt modelId="{E708CCBA-46B5-734D-A5C8-C056B3C629F0}" type="sibTrans" cxnId="{A670FF89-C4ED-794D-8EDE-F3149CD28217}">
      <dgm:prSet/>
      <dgm:spPr/>
      <dgm:t>
        <a:bodyPr/>
        <a:lstStyle/>
        <a:p>
          <a:endParaRPr lang="en-US"/>
        </a:p>
      </dgm:t>
    </dgm:pt>
    <dgm:pt modelId="{FE73AC30-B099-AE43-932A-1C425C764A9D}">
      <dgm:prSet/>
      <dgm:spPr/>
      <dgm:t>
        <a:bodyPr/>
        <a:lstStyle/>
        <a:p>
          <a:r>
            <a:rPr lang="en-NZ" dirty="0" smtClean="0"/>
            <a:t>Largest process</a:t>
          </a:r>
        </a:p>
      </dgm:t>
    </dgm:pt>
    <dgm:pt modelId="{B822F12D-0982-3144-96F4-D9D913EA19B9}" type="parTrans" cxnId="{1CC5EFB8-AA37-344D-927B-8EBF70E882DF}">
      <dgm:prSet/>
      <dgm:spPr/>
      <dgm:t>
        <a:bodyPr/>
        <a:lstStyle/>
        <a:p>
          <a:endParaRPr lang="en-US"/>
        </a:p>
      </dgm:t>
    </dgm:pt>
    <dgm:pt modelId="{2068C441-CB8C-8C4D-A829-835CEE5E799C}" type="sibTrans" cxnId="{1CC5EFB8-AA37-344D-927B-8EBF70E882DF}">
      <dgm:prSet/>
      <dgm:spPr/>
      <dgm:t>
        <a:bodyPr/>
        <a:lstStyle/>
        <a:p>
          <a:endParaRPr lang="en-US"/>
        </a:p>
      </dgm:t>
    </dgm:pt>
    <dgm:pt modelId="{16543A37-E258-C04C-B577-83A872101DA6}" type="pres">
      <dgm:prSet presAssocID="{E3D9C3C5-4EE0-E848-B699-8A0E9E9D69D8}" presName="Name0" presStyleCnt="0">
        <dgm:presLayoutVars>
          <dgm:dir/>
          <dgm:resizeHandles val="exact"/>
        </dgm:presLayoutVars>
      </dgm:prSet>
      <dgm:spPr/>
      <dgm:t>
        <a:bodyPr/>
        <a:lstStyle/>
        <a:p>
          <a:endParaRPr lang="en-US"/>
        </a:p>
      </dgm:t>
    </dgm:pt>
    <dgm:pt modelId="{DD51CAA0-63EC-5F44-9DA2-A1CCB69B69C7}" type="pres">
      <dgm:prSet presAssocID="{6B7ADE3E-8E57-D34C-9646-5DE55D005F5A}" presName="node" presStyleLbl="node1" presStyleIdx="0" presStyleCnt="1">
        <dgm:presLayoutVars>
          <dgm:bulletEnabled val="1"/>
        </dgm:presLayoutVars>
      </dgm:prSet>
      <dgm:spPr/>
      <dgm:t>
        <a:bodyPr/>
        <a:lstStyle/>
        <a:p>
          <a:endParaRPr lang="en-US"/>
        </a:p>
      </dgm:t>
    </dgm:pt>
  </dgm:ptLst>
  <dgm:cxnLst>
    <dgm:cxn modelId="{5F218AA9-C11E-E242-8470-459F2B70E9F3}" srcId="{E3D9C3C5-4EE0-E848-B699-8A0E9E9D69D8}" destId="{6B7ADE3E-8E57-D34C-9646-5DE55D005F5A}" srcOrd="0" destOrd="0" parTransId="{AC40C00E-5C93-1F46-8985-733F101DCE1C}" sibTransId="{C430AF6F-328B-8240-8A2B-C0B6DCC06AD6}"/>
    <dgm:cxn modelId="{F92D81C6-C35F-6F45-9E9F-616694869C6B}" type="presOf" srcId="{E3D9C3C5-4EE0-E848-B699-8A0E9E9D69D8}" destId="{16543A37-E258-C04C-B577-83A872101DA6}" srcOrd="0" destOrd="0" presId="urn:microsoft.com/office/officeart/2005/8/layout/hList6"/>
    <dgm:cxn modelId="{E944EE72-AE0B-EC46-BCED-EC6B477FA157}" srcId="{6B7ADE3E-8E57-D34C-9646-5DE55D005F5A}" destId="{2CC078CE-CE72-DA40-A08C-B35DA6A69267}" srcOrd="2" destOrd="0" parTransId="{8302FA70-9F37-A74D-B4A9-C1976750FCC0}" sibTransId="{4550C1D9-63E4-3745-98EC-ACDDBBDB8704}"/>
    <dgm:cxn modelId="{1CC5EFB8-AA37-344D-927B-8EBF70E882DF}" srcId="{6B7ADE3E-8E57-D34C-9646-5DE55D005F5A}" destId="{FE73AC30-B099-AE43-932A-1C425C764A9D}" srcOrd="4" destOrd="0" parTransId="{B822F12D-0982-3144-96F4-D9D913EA19B9}" sibTransId="{2068C441-CB8C-8C4D-A829-835CEE5E799C}"/>
    <dgm:cxn modelId="{91089816-5403-B54F-B30A-7046F55AC893}" type="presOf" srcId="{2CC078CE-CE72-DA40-A08C-B35DA6A69267}" destId="{DD51CAA0-63EC-5F44-9DA2-A1CCB69B69C7}" srcOrd="0" destOrd="3" presId="urn:microsoft.com/office/officeart/2005/8/layout/hList6"/>
    <dgm:cxn modelId="{04848AC4-F020-D24E-9984-25CA1E097EB1}" type="presOf" srcId="{6B7ADE3E-8E57-D34C-9646-5DE55D005F5A}" destId="{DD51CAA0-63EC-5F44-9DA2-A1CCB69B69C7}" srcOrd="0" destOrd="0" presId="urn:microsoft.com/office/officeart/2005/8/layout/hList6"/>
    <dgm:cxn modelId="{F8ED8EC3-F1D9-BC40-AE60-506EDE95D493}" srcId="{6B7ADE3E-8E57-D34C-9646-5DE55D005F5A}" destId="{81663232-E89C-5943-9838-D45D4A966939}" srcOrd="0" destOrd="0" parTransId="{5324BBA9-550F-3D42-96C9-3F0CE13A61EB}" sibTransId="{0011F9BE-1011-2F4E-A3E7-68B9EF56EE76}"/>
    <dgm:cxn modelId="{52A0DCAF-4498-E54F-A021-60B5DD8C7891}" type="presOf" srcId="{957638B3-9D61-F545-959B-734CB6E505F5}" destId="{DD51CAA0-63EC-5F44-9DA2-A1CCB69B69C7}" srcOrd="0" destOrd="4" presId="urn:microsoft.com/office/officeart/2005/8/layout/hList6"/>
    <dgm:cxn modelId="{A670FF89-C4ED-794D-8EDE-F3149CD28217}" srcId="{6B7ADE3E-8E57-D34C-9646-5DE55D005F5A}" destId="{957638B3-9D61-F545-959B-734CB6E505F5}" srcOrd="3" destOrd="0" parTransId="{7FCD3677-A710-4E4B-B87B-DC40720265B8}" sibTransId="{E708CCBA-46B5-734D-A5C8-C056B3C629F0}"/>
    <dgm:cxn modelId="{E4E66158-CDCE-2E45-9E63-9069ABBAF040}" type="presOf" srcId="{A5C047B0-673D-8E4F-A1FB-FE6419783974}" destId="{DD51CAA0-63EC-5F44-9DA2-A1CCB69B69C7}" srcOrd="0" destOrd="2" presId="urn:microsoft.com/office/officeart/2005/8/layout/hList6"/>
    <dgm:cxn modelId="{3CC7EE1B-EB12-E64E-83EE-CF215C9B416D}" srcId="{6B7ADE3E-8E57-D34C-9646-5DE55D005F5A}" destId="{A5C047B0-673D-8E4F-A1FB-FE6419783974}" srcOrd="1" destOrd="0" parTransId="{25DE016B-C9A8-1744-BF22-1BDADB856E93}" sibTransId="{6611C196-FB16-3242-8647-76B8786D248B}"/>
    <dgm:cxn modelId="{33B457C0-F014-E14B-AAEA-0E5F8E8C651D}" type="presOf" srcId="{FE73AC30-B099-AE43-932A-1C425C764A9D}" destId="{DD51CAA0-63EC-5F44-9DA2-A1CCB69B69C7}" srcOrd="0" destOrd="5" presId="urn:microsoft.com/office/officeart/2005/8/layout/hList6"/>
    <dgm:cxn modelId="{D1A4603A-F3AB-0740-9B44-7B49376EF617}" type="presOf" srcId="{81663232-E89C-5943-9838-D45D4A966939}" destId="{DD51CAA0-63EC-5F44-9DA2-A1CCB69B69C7}" srcOrd="0" destOrd="1" presId="urn:microsoft.com/office/officeart/2005/8/layout/hList6"/>
    <dgm:cxn modelId="{E5D61CED-B97B-7247-A916-DE5C38538457}" type="presParOf" srcId="{16543A37-E258-C04C-B577-83A872101DA6}" destId="{DD51CAA0-63EC-5F44-9DA2-A1CCB69B69C7}" srcOrd="0"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13733E-C04A-EA45-8EF6-269FCC54FC47}">
      <dsp:nvSpPr>
        <dsp:cNvPr id="0" name=""/>
        <dsp:cNvSpPr/>
      </dsp:nvSpPr>
      <dsp:spPr>
        <a:xfrm>
          <a:off x="68407" y="38100"/>
          <a:ext cx="4653847" cy="886876"/>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rtl="0">
            <a:lnSpc>
              <a:spcPct val="90000"/>
            </a:lnSpc>
            <a:spcBef>
              <a:spcPct val="0"/>
            </a:spcBef>
            <a:spcAft>
              <a:spcPct val="35000"/>
            </a:spcAft>
          </a:pPr>
          <a:r>
            <a:rPr lang="en-US" sz="3600" kern="1200" dirty="0" smtClean="0"/>
            <a:t>Real memory</a:t>
          </a:r>
          <a:endParaRPr lang="en-US" sz="3600" kern="1200" dirty="0"/>
        </a:p>
      </dsp:txBody>
      <dsp:txXfrm>
        <a:off x="111701" y="81394"/>
        <a:ext cx="4567259" cy="800288"/>
      </dsp:txXfrm>
    </dsp:sp>
    <dsp:sp modelId="{355A92D4-4A5C-1145-9A43-C84F772689C4}">
      <dsp:nvSpPr>
        <dsp:cNvPr id="0" name=""/>
        <dsp:cNvSpPr/>
      </dsp:nvSpPr>
      <dsp:spPr>
        <a:xfrm>
          <a:off x="0" y="1022326"/>
          <a:ext cx="73914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4677" tIns="27940" rIns="156464" bIns="27940" numCol="1" spcCol="1270" anchor="t" anchorCtr="0">
          <a:noAutofit/>
        </a:bodyPr>
        <a:lstStyle/>
        <a:p>
          <a:pPr marL="228600" lvl="1" indent="-228600" algn="l" defTabSz="977900" rtl="0">
            <a:lnSpc>
              <a:spcPct val="90000"/>
            </a:lnSpc>
            <a:spcBef>
              <a:spcPct val="0"/>
            </a:spcBef>
            <a:spcAft>
              <a:spcPct val="20000"/>
            </a:spcAft>
            <a:buChar char="••"/>
          </a:pPr>
          <a:r>
            <a:rPr lang="en-US" sz="2200" kern="1200" dirty="0" smtClean="0"/>
            <a:t>main memory, the actual RAM</a:t>
          </a:r>
          <a:endParaRPr lang="en-US" sz="2200" kern="1200" dirty="0"/>
        </a:p>
      </dsp:txBody>
      <dsp:txXfrm>
        <a:off x="0" y="1022326"/>
        <a:ext cx="7391400" cy="1076400"/>
      </dsp:txXfrm>
    </dsp:sp>
    <dsp:sp modelId="{6DD79EB9-FB07-7449-9D0E-1A313A854F95}">
      <dsp:nvSpPr>
        <dsp:cNvPr id="0" name=""/>
        <dsp:cNvSpPr/>
      </dsp:nvSpPr>
      <dsp:spPr>
        <a:xfrm>
          <a:off x="68407" y="1602624"/>
          <a:ext cx="4653847" cy="956623"/>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7160" tIns="137160" rIns="137160" bIns="137160" numCol="1" spcCol="1270" anchor="ctr" anchorCtr="0">
          <a:noAutofit/>
        </a:bodyPr>
        <a:lstStyle/>
        <a:p>
          <a:pPr lvl="0" algn="l" defTabSz="1600200" rtl="0">
            <a:lnSpc>
              <a:spcPct val="90000"/>
            </a:lnSpc>
            <a:spcBef>
              <a:spcPct val="0"/>
            </a:spcBef>
            <a:spcAft>
              <a:spcPct val="35000"/>
            </a:spcAft>
          </a:pPr>
          <a:r>
            <a:rPr lang="en-US" sz="3600" kern="1200" dirty="0" smtClean="0"/>
            <a:t>Virtual memory</a:t>
          </a:r>
          <a:endParaRPr lang="en-US" sz="3600" kern="1200" dirty="0"/>
        </a:p>
      </dsp:txBody>
      <dsp:txXfrm>
        <a:off x="115105" y="1649322"/>
        <a:ext cx="4560451" cy="863227"/>
      </dsp:txXfrm>
    </dsp:sp>
    <dsp:sp modelId="{4EA5743A-2202-F84D-AC53-A30237DF7D41}">
      <dsp:nvSpPr>
        <dsp:cNvPr id="0" name=""/>
        <dsp:cNvSpPr/>
      </dsp:nvSpPr>
      <dsp:spPr>
        <a:xfrm>
          <a:off x="0" y="2638645"/>
          <a:ext cx="739140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4677" tIns="27940" rIns="156464" bIns="27940" numCol="1" spcCol="1270" anchor="t" anchorCtr="0">
          <a:noAutofit/>
        </a:bodyPr>
        <a:lstStyle/>
        <a:p>
          <a:pPr marL="228600" lvl="1" indent="-228600" algn="l" defTabSz="977900" rtl="0">
            <a:lnSpc>
              <a:spcPct val="90000"/>
            </a:lnSpc>
            <a:spcBef>
              <a:spcPct val="0"/>
            </a:spcBef>
            <a:spcAft>
              <a:spcPct val="20000"/>
            </a:spcAft>
            <a:buChar char="••"/>
          </a:pPr>
          <a:r>
            <a:rPr lang="en-US" sz="2200" kern="1200" dirty="0" smtClean="0"/>
            <a:t>memory on disk</a:t>
          </a:r>
          <a:endParaRPr lang="en-US" sz="2200" kern="1200" dirty="0"/>
        </a:p>
        <a:p>
          <a:pPr marL="228600" lvl="1" indent="-228600" algn="l" defTabSz="977900" rtl="0">
            <a:lnSpc>
              <a:spcPct val="90000"/>
            </a:lnSpc>
            <a:spcBef>
              <a:spcPct val="0"/>
            </a:spcBef>
            <a:spcAft>
              <a:spcPct val="20000"/>
            </a:spcAft>
            <a:buChar char="••"/>
          </a:pPr>
          <a:r>
            <a:rPr lang="en-US" sz="2200" kern="1200" dirty="0" smtClean="0"/>
            <a:t>allows for effective multiprogramming and relieves the user of tight constraints of main memory</a:t>
          </a:r>
          <a:endParaRPr lang="en-US" sz="2200" kern="1200" dirty="0"/>
        </a:p>
      </dsp:txBody>
      <dsp:txXfrm>
        <a:off x="0" y="2638645"/>
        <a:ext cx="7391400" cy="1076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C19F38-3CF5-3C43-BEA1-8B8F89394CDE}">
      <dsp:nvSpPr>
        <dsp:cNvPr id="0" name=""/>
        <dsp:cNvSpPr/>
      </dsp:nvSpPr>
      <dsp:spPr>
        <a:xfrm>
          <a:off x="1174054" y="381004"/>
          <a:ext cx="4335753" cy="4335753"/>
        </a:xfrm>
        <a:prstGeom prst="blockArc">
          <a:avLst>
            <a:gd name="adj1" fmla="val 6599"/>
            <a:gd name="adj2" fmla="val 21593401"/>
            <a:gd name="adj3" fmla="val 4641"/>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C5DECD05-97D0-2848-845E-9EF3FF2F3AC3}">
      <dsp:nvSpPr>
        <dsp:cNvPr id="0" name=""/>
        <dsp:cNvSpPr/>
      </dsp:nvSpPr>
      <dsp:spPr>
        <a:xfrm>
          <a:off x="2209816" y="1295391"/>
          <a:ext cx="2453337" cy="2453317"/>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590" tIns="21590" rIns="21590" bIns="21590" numCol="1" spcCol="1270" anchor="ctr" anchorCtr="0">
          <a:noAutofit/>
        </a:bodyPr>
        <a:lstStyle/>
        <a:p>
          <a:pPr lvl="0" algn="ctr" defTabSz="755650" rtl="0">
            <a:lnSpc>
              <a:spcPct val="90000"/>
            </a:lnSpc>
            <a:spcBef>
              <a:spcPct val="0"/>
            </a:spcBef>
            <a:spcAft>
              <a:spcPct val="35000"/>
            </a:spcAft>
          </a:pPr>
          <a:r>
            <a:rPr lang="en-US" sz="1700" kern="1200" dirty="0" smtClean="0"/>
            <a:t>A state in which the system spends most of its time swapping process pieces rather than executing instructions</a:t>
          </a:r>
          <a:endParaRPr lang="en-US" sz="1700" kern="1200" dirty="0"/>
        </a:p>
      </dsp:txBody>
      <dsp:txXfrm>
        <a:off x="2569099" y="1654671"/>
        <a:ext cx="1734771" cy="1734757"/>
      </dsp:txXfrm>
    </dsp:sp>
    <dsp:sp modelId="{0DE334B6-6615-2A4A-9DE0-59A931F2AE22}">
      <dsp:nvSpPr>
        <dsp:cNvPr id="0" name=""/>
        <dsp:cNvSpPr/>
      </dsp:nvSpPr>
      <dsp:spPr>
        <a:xfrm>
          <a:off x="5136471" y="914405"/>
          <a:ext cx="2835435" cy="2743199"/>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lvl="0" algn="ctr" defTabSz="711200" rtl="0">
            <a:lnSpc>
              <a:spcPct val="90000"/>
            </a:lnSpc>
            <a:spcBef>
              <a:spcPct val="0"/>
            </a:spcBef>
            <a:spcAft>
              <a:spcPct val="35000"/>
            </a:spcAft>
          </a:pPr>
          <a:r>
            <a:rPr lang="en-US" sz="1600" kern="1200" dirty="0" smtClean="0"/>
            <a:t>To avoid this, the operating system tries to guess, based on recent history, which </a:t>
          </a:r>
          <a:r>
            <a:rPr lang="en-US" sz="1600" kern="1200" dirty="0" smtClean="0">
              <a:solidFill>
                <a:schemeClr val="tx1"/>
              </a:solidFill>
            </a:rPr>
            <a:t>pieces are least likely to be used in the near future</a:t>
          </a:r>
          <a:endParaRPr lang="en-US" sz="1600" kern="1200" dirty="0">
            <a:solidFill>
              <a:schemeClr val="tx1"/>
            </a:solidFill>
          </a:endParaRPr>
        </a:p>
      </dsp:txBody>
      <dsp:txXfrm>
        <a:off x="5551711" y="1316137"/>
        <a:ext cx="2004955" cy="19397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D7E9AD-3FF4-B340-AFEC-D83943AB2430}">
      <dsp:nvSpPr>
        <dsp:cNvPr id="0" name=""/>
        <dsp:cNvSpPr/>
      </dsp:nvSpPr>
      <dsp:spPr>
        <a:xfrm>
          <a:off x="0" y="32879"/>
          <a:ext cx="7010400" cy="94149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lvl="0" algn="ctr" defTabSz="1155700" rtl="0">
            <a:lnSpc>
              <a:spcPct val="90000"/>
            </a:lnSpc>
            <a:spcBef>
              <a:spcPct val="0"/>
            </a:spcBef>
            <a:spcAft>
              <a:spcPct val="35000"/>
            </a:spcAft>
          </a:pPr>
          <a:r>
            <a:rPr lang="en-US" sz="2600" kern="1200" dirty="0" smtClean="0"/>
            <a:t>For virtual memory to be practical and effective:</a:t>
          </a:r>
          <a:endParaRPr lang="en-US" sz="2600" kern="1200" dirty="0"/>
        </a:p>
      </dsp:txBody>
      <dsp:txXfrm>
        <a:off x="0" y="32879"/>
        <a:ext cx="7010400" cy="941490"/>
      </dsp:txXfrm>
    </dsp:sp>
    <dsp:sp modelId="{B46E4BCB-7BAA-C945-A329-7D44D749EC35}">
      <dsp:nvSpPr>
        <dsp:cNvPr id="0" name=""/>
        <dsp:cNvSpPr/>
      </dsp:nvSpPr>
      <dsp:spPr>
        <a:xfrm>
          <a:off x="0" y="974369"/>
          <a:ext cx="7010400" cy="2497950"/>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rtl="0">
            <a:lnSpc>
              <a:spcPct val="90000"/>
            </a:lnSpc>
            <a:spcBef>
              <a:spcPct val="0"/>
            </a:spcBef>
            <a:spcAft>
              <a:spcPct val="15000"/>
            </a:spcAft>
            <a:buChar char="••"/>
          </a:pPr>
          <a:r>
            <a:rPr lang="en-US" sz="2600" kern="1200" dirty="0" smtClean="0"/>
            <a:t>hardware must support paging and segmentation </a:t>
          </a:r>
          <a:endParaRPr lang="en-US" sz="2600" kern="1200" dirty="0"/>
        </a:p>
        <a:p>
          <a:pPr marL="228600" lvl="1" indent="-228600" algn="l" defTabSz="1155700" rtl="0">
            <a:lnSpc>
              <a:spcPct val="90000"/>
            </a:lnSpc>
            <a:spcBef>
              <a:spcPct val="0"/>
            </a:spcBef>
            <a:spcAft>
              <a:spcPct val="15000"/>
            </a:spcAft>
            <a:buChar char="••"/>
          </a:pPr>
          <a:r>
            <a:rPr lang="en-US" sz="2600" kern="1200" dirty="0" smtClean="0"/>
            <a:t>operating system must include software for managing the movement of pages and/or segments between secondary memory and main memory</a:t>
          </a:r>
          <a:endParaRPr lang="en-US" sz="2600" kern="1200" dirty="0"/>
        </a:p>
      </dsp:txBody>
      <dsp:txXfrm>
        <a:off x="0" y="974369"/>
        <a:ext cx="7010400" cy="24979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93AF8C-04B1-4C43-A35A-CF4B8C66A757}">
      <dsp:nvSpPr>
        <dsp:cNvPr id="0" name=""/>
        <dsp:cNvSpPr/>
      </dsp:nvSpPr>
      <dsp:spPr>
        <a:xfrm>
          <a:off x="917793" y="2262"/>
          <a:ext cx="2664172" cy="1598503"/>
        </a:xfrm>
        <a:prstGeom prst="roundRect">
          <a:avLst>
            <a:gd name="adj" fmla="val 10000"/>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The design issue of page size is related to the size of physical main memory and program size</a:t>
          </a:r>
          <a:endParaRPr lang="en-US" sz="2000" kern="1200" dirty="0"/>
        </a:p>
      </dsp:txBody>
      <dsp:txXfrm>
        <a:off x="964612" y="49081"/>
        <a:ext cx="2570534" cy="1504865"/>
      </dsp:txXfrm>
    </dsp:sp>
    <dsp:sp modelId="{694744F4-F30A-864A-A98E-CF18F2203F85}">
      <dsp:nvSpPr>
        <dsp:cNvPr id="0" name=""/>
        <dsp:cNvSpPr/>
      </dsp:nvSpPr>
      <dsp:spPr>
        <a:xfrm>
          <a:off x="3816412" y="471156"/>
          <a:ext cx="564804" cy="660714"/>
        </a:xfrm>
        <a:prstGeom prst="rightArrow">
          <a:avLst>
            <a:gd name="adj1" fmla="val 60000"/>
            <a:gd name="adj2" fmla="val 50000"/>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US" sz="1600" kern="1200"/>
        </a:p>
      </dsp:txBody>
      <dsp:txXfrm>
        <a:off x="3816412" y="603299"/>
        <a:ext cx="395363" cy="396428"/>
      </dsp:txXfrm>
    </dsp:sp>
    <dsp:sp modelId="{30B20897-C5C0-5742-B563-9436CE25342C}">
      <dsp:nvSpPr>
        <dsp:cNvPr id="0" name=""/>
        <dsp:cNvSpPr/>
      </dsp:nvSpPr>
      <dsp:spPr>
        <a:xfrm>
          <a:off x="4647634" y="2262"/>
          <a:ext cx="2664172" cy="159850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main memory is getting larger and address space used by applications is also growing</a:t>
          </a:r>
        </a:p>
      </dsp:txBody>
      <dsp:txXfrm>
        <a:off x="4694453" y="49081"/>
        <a:ext cx="2570534" cy="1504865"/>
      </dsp:txXfrm>
    </dsp:sp>
    <dsp:sp modelId="{7C5C0815-BD42-D14E-93BD-94621EF68706}">
      <dsp:nvSpPr>
        <dsp:cNvPr id="0" name=""/>
        <dsp:cNvSpPr/>
      </dsp:nvSpPr>
      <dsp:spPr>
        <a:xfrm rot="5400000">
          <a:off x="5697318" y="1787257"/>
          <a:ext cx="564804" cy="660714"/>
        </a:xfrm>
        <a:prstGeom prst="rightArrow">
          <a:avLst>
            <a:gd name="adj1" fmla="val 60000"/>
            <a:gd name="adj2" fmla="val 50000"/>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711200">
            <a:lnSpc>
              <a:spcPct val="90000"/>
            </a:lnSpc>
            <a:spcBef>
              <a:spcPct val="0"/>
            </a:spcBef>
            <a:spcAft>
              <a:spcPct val="35000"/>
            </a:spcAft>
          </a:pPr>
          <a:endParaRPr lang="en-US" sz="1600" kern="1200"/>
        </a:p>
      </dsp:txBody>
      <dsp:txXfrm rot="-5400000">
        <a:off x="5781507" y="1835212"/>
        <a:ext cx="396428" cy="395363"/>
      </dsp:txXfrm>
    </dsp:sp>
    <dsp:sp modelId="{6F9D6D64-A141-6943-9325-D1CEA017D105}">
      <dsp:nvSpPr>
        <dsp:cNvPr id="0" name=""/>
        <dsp:cNvSpPr/>
      </dsp:nvSpPr>
      <dsp:spPr>
        <a:xfrm>
          <a:off x="4647634" y="2666434"/>
          <a:ext cx="2664172" cy="159850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en-US" sz="2000" kern="1200" dirty="0" smtClean="0"/>
            <a:t>most obvious on personal computers where applications are becoming increasingly complex</a:t>
          </a:r>
        </a:p>
      </dsp:txBody>
      <dsp:txXfrm>
        <a:off x="4694453" y="2713253"/>
        <a:ext cx="2570534" cy="15048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55A17C-3CC5-4B43-A976-F6E0F2BE6644}">
      <dsp:nvSpPr>
        <dsp:cNvPr id="0" name=""/>
        <dsp:cNvSpPr/>
      </dsp:nvSpPr>
      <dsp:spPr>
        <a:xfrm flipH="1" flipV="1">
          <a:off x="380994" y="3886220"/>
          <a:ext cx="211071" cy="253955"/>
        </a:xfrm>
        <a:prstGeom prst="upArrow">
          <a:avLst/>
        </a:prstGeom>
        <a:blipFill rotWithShape="0">
          <a:blip xmlns:r="http://schemas.openxmlformats.org/officeDocument/2006/relationships" r:embed="rId1"/>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EEB16B03-2A6D-2D49-923F-376AC4362048}">
      <dsp:nvSpPr>
        <dsp:cNvPr id="0" name=""/>
        <dsp:cNvSpPr/>
      </dsp:nvSpPr>
      <dsp:spPr>
        <a:xfrm>
          <a:off x="1669278" y="0"/>
          <a:ext cx="2944368" cy="452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lvl="0" algn="l" defTabSz="1244600">
            <a:lnSpc>
              <a:spcPct val="90000"/>
            </a:lnSpc>
            <a:spcBef>
              <a:spcPct val="0"/>
            </a:spcBef>
            <a:spcAft>
              <a:spcPct val="35000"/>
            </a:spcAft>
          </a:pPr>
          <a:r>
            <a:rPr lang="en-US" sz="2800" kern="1200" dirty="0" smtClean="0"/>
            <a:t>Advantages:</a:t>
          </a:r>
          <a:endParaRPr lang="en-US" sz="2800" kern="1200" dirty="0"/>
        </a:p>
        <a:p>
          <a:pPr marL="228600" lvl="1" indent="-228600" algn="l" defTabSz="977900">
            <a:lnSpc>
              <a:spcPct val="90000"/>
            </a:lnSpc>
            <a:spcBef>
              <a:spcPct val="0"/>
            </a:spcBef>
            <a:spcAft>
              <a:spcPct val="15000"/>
            </a:spcAft>
            <a:buChar char="••"/>
          </a:pPr>
          <a:r>
            <a:rPr lang="en-US" sz="2200" kern="1200" dirty="0" smtClean="0"/>
            <a:t>simplifies handling of growing data structures</a:t>
          </a:r>
        </a:p>
        <a:p>
          <a:pPr marL="228600" lvl="1" indent="-228600" algn="l" defTabSz="977900">
            <a:lnSpc>
              <a:spcPct val="90000"/>
            </a:lnSpc>
            <a:spcBef>
              <a:spcPct val="0"/>
            </a:spcBef>
            <a:spcAft>
              <a:spcPct val="15000"/>
            </a:spcAft>
            <a:buChar char="••"/>
          </a:pPr>
          <a:r>
            <a:rPr lang="en-US" sz="2200" kern="1200" dirty="0" smtClean="0"/>
            <a:t>allows programs to be altered and recompiled independently</a:t>
          </a:r>
        </a:p>
        <a:p>
          <a:pPr marL="228600" lvl="1" indent="-228600" algn="l" defTabSz="977900">
            <a:lnSpc>
              <a:spcPct val="90000"/>
            </a:lnSpc>
            <a:spcBef>
              <a:spcPct val="0"/>
            </a:spcBef>
            <a:spcAft>
              <a:spcPct val="15000"/>
            </a:spcAft>
            <a:buChar char="••"/>
          </a:pPr>
          <a:r>
            <a:rPr lang="en-US" sz="2200" kern="1200" smtClean="0"/>
            <a:t>lends itself to sharing data among processes</a:t>
          </a:r>
          <a:endParaRPr lang="en-US" sz="2200" kern="1200" dirty="0" smtClean="0"/>
        </a:p>
        <a:p>
          <a:pPr marL="228600" lvl="1" indent="-228600" algn="l" defTabSz="977900">
            <a:lnSpc>
              <a:spcPct val="90000"/>
            </a:lnSpc>
            <a:spcBef>
              <a:spcPct val="0"/>
            </a:spcBef>
            <a:spcAft>
              <a:spcPct val="15000"/>
            </a:spcAft>
            <a:buChar char="••"/>
          </a:pPr>
          <a:r>
            <a:rPr lang="en-US" sz="2200" kern="1200" smtClean="0"/>
            <a:t>lends itself to protection</a:t>
          </a:r>
          <a:endParaRPr lang="en-US" sz="2200" kern="1200" dirty="0"/>
        </a:p>
      </dsp:txBody>
      <dsp:txXfrm>
        <a:off x="1669278" y="0"/>
        <a:ext cx="2944368" cy="45212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16B99C-4EAC-7F47-8867-A4C76D9F80B9}">
      <dsp:nvSpPr>
        <dsp:cNvPr id="0" name=""/>
        <dsp:cNvSpPr/>
      </dsp:nvSpPr>
      <dsp:spPr>
        <a:xfrm>
          <a:off x="22837" y="934208"/>
          <a:ext cx="3775527" cy="3160782"/>
        </a:xfrm>
        <a:prstGeom prst="roundRect">
          <a:avLst>
            <a:gd name="adj" fmla="val 10000"/>
          </a:avLst>
        </a:prstGeom>
        <a:solidFill>
          <a:schemeClr val="accent4">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lvl="0" algn="ctr" defTabSz="977900">
            <a:lnSpc>
              <a:spcPct val="90000"/>
            </a:lnSpc>
            <a:spcBef>
              <a:spcPct val="0"/>
            </a:spcBef>
            <a:spcAft>
              <a:spcPct val="35000"/>
            </a:spcAft>
          </a:pPr>
          <a:r>
            <a:rPr lang="en-US" sz="2200" kern="1200" dirty="0" smtClean="0"/>
            <a:t>In a combined paging/segmentation system a user’s address space is broken up into a number of segments. Each segment is broken up into a number of fixed-sized pages which are equal in length to a main memory frame</a:t>
          </a:r>
          <a:endParaRPr lang="en-US" sz="2200" kern="1200" dirty="0"/>
        </a:p>
      </dsp:txBody>
      <dsp:txXfrm>
        <a:off x="115413" y="1026784"/>
        <a:ext cx="3590375" cy="2975630"/>
      </dsp:txXfrm>
    </dsp:sp>
    <dsp:sp modelId="{D9DAF0E8-88AE-9D49-97D7-BB2E2BAD5635}">
      <dsp:nvSpPr>
        <dsp:cNvPr id="0" name=""/>
        <dsp:cNvSpPr/>
      </dsp:nvSpPr>
      <dsp:spPr>
        <a:xfrm rot="19892273">
          <a:off x="3701874" y="2102743"/>
          <a:ext cx="1596626" cy="62797"/>
        </a:xfrm>
        <a:custGeom>
          <a:avLst/>
          <a:gdLst/>
          <a:ahLst/>
          <a:cxnLst/>
          <a:rect l="0" t="0" r="0" b="0"/>
          <a:pathLst>
            <a:path>
              <a:moveTo>
                <a:pt x="0" y="31398"/>
              </a:moveTo>
              <a:lnTo>
                <a:pt x="1596626" y="3139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4460272" y="2094226"/>
        <a:ext cx="79831" cy="79831"/>
      </dsp:txXfrm>
    </dsp:sp>
    <dsp:sp modelId="{4877654D-7D28-164B-92B9-382C31F42FCB}">
      <dsp:nvSpPr>
        <dsp:cNvPr id="0" name=""/>
        <dsp:cNvSpPr/>
      </dsp:nvSpPr>
      <dsp:spPr>
        <a:xfrm>
          <a:off x="5202011" y="1136087"/>
          <a:ext cx="3150904" cy="123519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Segmentation is visible to the programmer</a:t>
          </a:r>
        </a:p>
      </dsp:txBody>
      <dsp:txXfrm>
        <a:off x="5238188" y="1172264"/>
        <a:ext cx="3078550" cy="1162836"/>
      </dsp:txXfrm>
    </dsp:sp>
    <dsp:sp modelId="{46DC0573-937E-AD4B-991E-D1C6705C9487}">
      <dsp:nvSpPr>
        <dsp:cNvPr id="0" name=""/>
        <dsp:cNvSpPr/>
      </dsp:nvSpPr>
      <dsp:spPr>
        <a:xfrm rot="1685447">
          <a:off x="3704653" y="2857794"/>
          <a:ext cx="1591070" cy="62797"/>
        </a:xfrm>
        <a:custGeom>
          <a:avLst/>
          <a:gdLst/>
          <a:ahLst/>
          <a:cxnLst/>
          <a:rect l="0" t="0" r="0" b="0"/>
          <a:pathLst>
            <a:path>
              <a:moveTo>
                <a:pt x="0" y="31398"/>
              </a:moveTo>
              <a:lnTo>
                <a:pt x="1591070" y="3139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66700">
            <a:lnSpc>
              <a:spcPct val="90000"/>
            </a:lnSpc>
            <a:spcBef>
              <a:spcPct val="0"/>
            </a:spcBef>
            <a:spcAft>
              <a:spcPct val="35000"/>
            </a:spcAft>
          </a:pPr>
          <a:endParaRPr lang="en-US" sz="600" kern="1200"/>
        </a:p>
      </dsp:txBody>
      <dsp:txXfrm>
        <a:off x="4460411" y="2849416"/>
        <a:ext cx="79553" cy="79553"/>
      </dsp:txXfrm>
    </dsp:sp>
    <dsp:sp modelId="{EDE292BD-4C6C-2B42-BD10-FDE3CE5FB6C6}">
      <dsp:nvSpPr>
        <dsp:cNvPr id="0" name=""/>
        <dsp:cNvSpPr/>
      </dsp:nvSpPr>
      <dsp:spPr>
        <a:xfrm>
          <a:off x="5202011" y="2634462"/>
          <a:ext cx="3157150" cy="125864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Paging is transparent to the programmer</a:t>
          </a:r>
        </a:p>
      </dsp:txBody>
      <dsp:txXfrm>
        <a:off x="5238876" y="2671327"/>
        <a:ext cx="3083420" cy="118491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54C350-B66A-6B43-B459-56DA696A90E8}">
      <dsp:nvSpPr>
        <dsp:cNvPr id="0" name=""/>
        <dsp:cNvSpPr/>
      </dsp:nvSpPr>
      <dsp:spPr>
        <a:xfrm>
          <a:off x="0" y="1814"/>
          <a:ext cx="8305800" cy="160747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lvl="0" algn="l" defTabSz="1422400" rtl="0">
            <a:lnSpc>
              <a:spcPct val="90000"/>
            </a:lnSpc>
            <a:spcBef>
              <a:spcPct val="0"/>
            </a:spcBef>
            <a:spcAft>
              <a:spcPct val="35000"/>
            </a:spcAft>
          </a:pPr>
          <a:r>
            <a:rPr lang="en-US" sz="3200" kern="1200" dirty="0" smtClean="0"/>
            <a:t>The design of the memory management portion of an operating system depends on three fundamental areas of choice:</a:t>
          </a:r>
          <a:endParaRPr lang="en-US" sz="3200" kern="1200" dirty="0"/>
        </a:p>
      </dsp:txBody>
      <dsp:txXfrm>
        <a:off x="78470" y="80284"/>
        <a:ext cx="8148860" cy="1450530"/>
      </dsp:txXfrm>
    </dsp:sp>
    <dsp:sp modelId="{BB770BBE-6E3E-6C42-A86E-16AF039670AE}">
      <dsp:nvSpPr>
        <dsp:cNvPr id="0" name=""/>
        <dsp:cNvSpPr/>
      </dsp:nvSpPr>
      <dsp:spPr>
        <a:xfrm>
          <a:off x="0" y="1609284"/>
          <a:ext cx="8305800" cy="34943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3709" tIns="35560" rIns="199136" bIns="35560" numCol="1" spcCol="1270" anchor="t" anchorCtr="0">
          <a:noAutofit/>
        </a:bodyPr>
        <a:lstStyle/>
        <a:p>
          <a:pPr marL="285750" lvl="1" indent="-285750" algn="l" defTabSz="1244600" rtl="0">
            <a:lnSpc>
              <a:spcPct val="90000"/>
            </a:lnSpc>
            <a:spcBef>
              <a:spcPct val="0"/>
            </a:spcBef>
            <a:spcAft>
              <a:spcPct val="20000"/>
            </a:spcAft>
            <a:buChar char="••"/>
          </a:pPr>
          <a:r>
            <a:rPr lang="en-US" sz="2800" kern="1200" dirty="0" smtClean="0"/>
            <a:t>whether or </a:t>
          </a:r>
          <a:r>
            <a:rPr lang="en-US" sz="2800" kern="1200" dirty="0" smtClean="0">
              <a:solidFill>
                <a:srgbClr val="FF0000"/>
              </a:solidFill>
            </a:rPr>
            <a:t>not to use virtual memory</a:t>
          </a:r>
          <a:r>
            <a:rPr lang="en-US" sz="2800" kern="1200" dirty="0" smtClean="0"/>
            <a:t> techniques</a:t>
          </a:r>
          <a:endParaRPr lang="en-US" sz="2800" kern="1200" dirty="0"/>
        </a:p>
        <a:p>
          <a:pPr marL="285750" lvl="1" indent="-285750" algn="l" defTabSz="1244600" rtl="0">
            <a:lnSpc>
              <a:spcPct val="90000"/>
            </a:lnSpc>
            <a:spcBef>
              <a:spcPct val="0"/>
            </a:spcBef>
            <a:spcAft>
              <a:spcPct val="20000"/>
            </a:spcAft>
            <a:buChar char="••"/>
          </a:pPr>
          <a:r>
            <a:rPr lang="en-US" sz="2800" kern="1200" dirty="0" smtClean="0"/>
            <a:t>the use of </a:t>
          </a:r>
          <a:r>
            <a:rPr lang="en-US" sz="2800" kern="1200" dirty="0" smtClean="0">
              <a:solidFill>
                <a:srgbClr val="FF0000"/>
              </a:solidFill>
            </a:rPr>
            <a:t>paging or segmentation or both</a:t>
          </a:r>
          <a:endParaRPr lang="en-US" sz="2800" kern="1200" dirty="0">
            <a:solidFill>
              <a:srgbClr val="FF0000"/>
            </a:solidFill>
          </a:endParaRPr>
        </a:p>
        <a:p>
          <a:pPr marL="285750" lvl="1" indent="-285750" algn="l" defTabSz="1244600" rtl="0">
            <a:lnSpc>
              <a:spcPct val="90000"/>
            </a:lnSpc>
            <a:spcBef>
              <a:spcPct val="0"/>
            </a:spcBef>
            <a:spcAft>
              <a:spcPct val="20000"/>
            </a:spcAft>
            <a:buChar char="••"/>
          </a:pPr>
          <a:r>
            <a:rPr lang="en-NZ" sz="2800" kern="1200" dirty="0" smtClean="0"/>
            <a:t>the </a:t>
          </a:r>
          <a:r>
            <a:rPr lang="en-NZ" sz="2800" kern="1200" dirty="0" smtClean="0">
              <a:solidFill>
                <a:srgbClr val="FF0000"/>
              </a:solidFill>
            </a:rPr>
            <a:t>algorithms </a:t>
          </a:r>
          <a:r>
            <a:rPr lang="en-NZ" sz="2800" kern="1200" dirty="0" smtClean="0"/>
            <a:t>employed for various aspects of </a:t>
          </a:r>
          <a:r>
            <a:rPr lang="en-NZ" sz="2800" kern="1200" dirty="0" smtClean="0">
              <a:solidFill>
                <a:srgbClr val="FF0000"/>
              </a:solidFill>
            </a:rPr>
            <a:t>memory management</a:t>
          </a:r>
          <a:endParaRPr lang="en-NZ" sz="2800" kern="1200" dirty="0">
            <a:solidFill>
              <a:srgbClr val="FF0000"/>
            </a:solidFill>
          </a:endParaRPr>
        </a:p>
      </dsp:txBody>
      <dsp:txXfrm>
        <a:off x="0" y="1609284"/>
        <a:ext cx="8305800" cy="34943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D2CDED-EA25-D245-9A3E-EE424E47FA09}">
      <dsp:nvSpPr>
        <dsp:cNvPr id="0" name=""/>
        <dsp:cNvSpPr/>
      </dsp:nvSpPr>
      <dsp:spPr>
        <a:xfrm>
          <a:off x="1249486" y="190698"/>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Two main types:</a:t>
          </a:r>
          <a:endParaRPr lang="en-US" sz="2900" kern="1200" dirty="0"/>
        </a:p>
      </dsp:txBody>
      <dsp:txXfrm>
        <a:off x="1286988" y="228200"/>
        <a:ext cx="1845622" cy="1205413"/>
      </dsp:txXfrm>
    </dsp:sp>
    <dsp:sp modelId="{7FC00B2B-D0BE-C64D-B097-B67C2E9E9C42}">
      <dsp:nvSpPr>
        <dsp:cNvPr id="0" name=""/>
        <dsp:cNvSpPr/>
      </dsp:nvSpPr>
      <dsp:spPr>
        <a:xfrm>
          <a:off x="961392" y="1471116"/>
          <a:ext cx="1248407" cy="512167"/>
        </a:xfrm>
        <a:custGeom>
          <a:avLst/>
          <a:gdLst/>
          <a:ahLst/>
          <a:cxnLst/>
          <a:rect l="0" t="0" r="0" b="0"/>
          <a:pathLst>
            <a:path>
              <a:moveTo>
                <a:pt x="1248407" y="0"/>
              </a:moveTo>
              <a:lnTo>
                <a:pt x="1248407" y="256083"/>
              </a:lnTo>
              <a:lnTo>
                <a:pt x="0" y="256083"/>
              </a:lnTo>
              <a:lnTo>
                <a:pt x="0" y="51216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27BAF8F-2698-424F-B03A-2E28D1896C52}">
      <dsp:nvSpPr>
        <dsp:cNvPr id="0" name=""/>
        <dsp:cNvSpPr/>
      </dsp:nvSpPr>
      <dsp:spPr>
        <a:xfrm>
          <a:off x="1079" y="1983283"/>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smtClean="0"/>
            <a:t>Demand Paging </a:t>
          </a:r>
        </a:p>
      </dsp:txBody>
      <dsp:txXfrm>
        <a:off x="38581" y="2020785"/>
        <a:ext cx="1845622" cy="1205413"/>
      </dsp:txXfrm>
    </dsp:sp>
    <dsp:sp modelId="{91D0E1FC-3442-2845-AFA8-8E8BBBCA9554}">
      <dsp:nvSpPr>
        <dsp:cNvPr id="0" name=""/>
        <dsp:cNvSpPr/>
      </dsp:nvSpPr>
      <dsp:spPr>
        <a:xfrm>
          <a:off x="2209800" y="1471116"/>
          <a:ext cx="1248407" cy="512167"/>
        </a:xfrm>
        <a:custGeom>
          <a:avLst/>
          <a:gdLst/>
          <a:ahLst/>
          <a:cxnLst/>
          <a:rect l="0" t="0" r="0" b="0"/>
          <a:pathLst>
            <a:path>
              <a:moveTo>
                <a:pt x="0" y="0"/>
              </a:moveTo>
              <a:lnTo>
                <a:pt x="0" y="256083"/>
              </a:lnTo>
              <a:lnTo>
                <a:pt x="1248407" y="256083"/>
              </a:lnTo>
              <a:lnTo>
                <a:pt x="1248407" y="512167"/>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43A2062-4385-2E48-AA5A-BF53FA94A158}">
      <dsp:nvSpPr>
        <dsp:cNvPr id="0" name=""/>
        <dsp:cNvSpPr/>
      </dsp:nvSpPr>
      <dsp:spPr>
        <a:xfrm>
          <a:off x="2497894" y="1983283"/>
          <a:ext cx="1920626" cy="1280417"/>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lvl="0" algn="ctr" defTabSz="1289050">
            <a:lnSpc>
              <a:spcPct val="90000"/>
            </a:lnSpc>
            <a:spcBef>
              <a:spcPct val="0"/>
            </a:spcBef>
            <a:spcAft>
              <a:spcPct val="35000"/>
            </a:spcAft>
          </a:pPr>
          <a:r>
            <a:rPr lang="en-US" sz="2900" kern="1200" dirty="0" err="1" smtClean="0"/>
            <a:t>Prepaging</a:t>
          </a:r>
          <a:endParaRPr lang="en-US" sz="2900" kern="1200" dirty="0"/>
        </a:p>
      </dsp:txBody>
      <dsp:txXfrm>
        <a:off x="2535396" y="2020785"/>
        <a:ext cx="1845622" cy="120541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FD19C-DD54-B24D-B755-43F907118B14}">
      <dsp:nvSpPr>
        <dsp:cNvPr id="0" name=""/>
        <dsp:cNvSpPr/>
      </dsp:nvSpPr>
      <dsp:spPr>
        <a:xfrm rot="10800000">
          <a:off x="1749128" y="457196"/>
          <a:ext cx="5906684" cy="3352807"/>
        </a:xfrm>
        <a:prstGeom prst="homePlat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04467" tIns="118110" rIns="220472" bIns="118110" numCol="1" spcCol="1270" anchor="t" anchorCtr="0">
          <a:noAutofit/>
        </a:bodyPr>
        <a:lstStyle/>
        <a:p>
          <a:pPr lvl="0" algn="l" defTabSz="1377950" rtl="0">
            <a:lnSpc>
              <a:spcPct val="90000"/>
            </a:lnSpc>
            <a:spcBef>
              <a:spcPct val="0"/>
            </a:spcBef>
            <a:spcAft>
              <a:spcPct val="35000"/>
            </a:spcAft>
          </a:pPr>
          <a:r>
            <a:rPr lang="en-US" sz="3100" kern="1200" dirty="0" smtClean="0"/>
            <a:t>Algorithms used for </a:t>
          </a:r>
          <a:r>
            <a:rPr lang="en-US" sz="3100" kern="1200" dirty="0" smtClean="0">
              <a:solidFill>
                <a:schemeClr val="accent2">
                  <a:lumMod val="60000"/>
                  <a:lumOff val="40000"/>
                </a:schemeClr>
              </a:solidFill>
            </a:rPr>
            <a:t>the selection of a page to replace:</a:t>
          </a:r>
          <a:endParaRPr lang="en-US" sz="3100" kern="1200" dirty="0">
            <a:solidFill>
              <a:schemeClr val="accent2">
                <a:lumMod val="60000"/>
                <a:lumOff val="40000"/>
              </a:schemeClr>
            </a:solidFill>
          </a:endParaRPr>
        </a:p>
        <a:p>
          <a:pPr marL="228600" lvl="1" indent="-228600" algn="l" defTabSz="1066800" rtl="0">
            <a:lnSpc>
              <a:spcPct val="90000"/>
            </a:lnSpc>
            <a:spcBef>
              <a:spcPct val="0"/>
            </a:spcBef>
            <a:spcAft>
              <a:spcPct val="15000"/>
            </a:spcAft>
            <a:buChar char="••"/>
          </a:pPr>
          <a:r>
            <a:rPr lang="en-US" sz="2400" kern="1200" dirty="0" smtClean="0"/>
            <a:t>Optimal</a:t>
          </a:r>
          <a:endParaRPr lang="en-US" sz="2400" kern="1200" dirty="0"/>
        </a:p>
        <a:p>
          <a:pPr marL="228600" lvl="1" indent="-228600" algn="l" defTabSz="1066800" rtl="0">
            <a:lnSpc>
              <a:spcPct val="90000"/>
            </a:lnSpc>
            <a:spcBef>
              <a:spcPct val="0"/>
            </a:spcBef>
            <a:spcAft>
              <a:spcPct val="15000"/>
            </a:spcAft>
            <a:buChar char="••"/>
          </a:pPr>
          <a:r>
            <a:rPr lang="en-US" sz="2400" kern="1200" dirty="0" smtClean="0"/>
            <a:t>Least recently used (LRU)</a:t>
          </a:r>
          <a:endParaRPr lang="en-US" sz="2400" kern="1200" dirty="0"/>
        </a:p>
        <a:p>
          <a:pPr marL="228600" lvl="1" indent="-228600" algn="l" defTabSz="1066800" rtl="0">
            <a:lnSpc>
              <a:spcPct val="90000"/>
            </a:lnSpc>
            <a:spcBef>
              <a:spcPct val="0"/>
            </a:spcBef>
            <a:spcAft>
              <a:spcPct val="15000"/>
            </a:spcAft>
            <a:buChar char="••"/>
          </a:pPr>
          <a:r>
            <a:rPr lang="en-US" sz="2400" kern="1200" dirty="0" smtClean="0"/>
            <a:t>First-in-first-out (FIFO)</a:t>
          </a:r>
          <a:endParaRPr lang="en-US" sz="2400" kern="1200" dirty="0"/>
        </a:p>
        <a:p>
          <a:pPr marL="228600" lvl="1" indent="-228600" algn="l" defTabSz="1066800" rtl="0">
            <a:lnSpc>
              <a:spcPct val="90000"/>
            </a:lnSpc>
            <a:spcBef>
              <a:spcPct val="0"/>
            </a:spcBef>
            <a:spcAft>
              <a:spcPct val="15000"/>
            </a:spcAft>
            <a:buChar char="••"/>
          </a:pPr>
          <a:r>
            <a:rPr lang="en-US" sz="2400" kern="1200" dirty="0" smtClean="0"/>
            <a:t>Clock</a:t>
          </a:r>
          <a:endParaRPr lang="en-US" sz="2400" kern="1200" dirty="0"/>
        </a:p>
      </dsp:txBody>
      <dsp:txXfrm rot="10800000">
        <a:off x="2587330" y="457196"/>
        <a:ext cx="5068482" cy="3352807"/>
      </dsp:txXfrm>
    </dsp:sp>
    <dsp:sp modelId="{30C7C1FC-ABE9-9F49-B497-834E86732140}">
      <dsp:nvSpPr>
        <dsp:cNvPr id="0" name=""/>
        <dsp:cNvSpPr/>
      </dsp:nvSpPr>
      <dsp:spPr>
        <a:xfrm>
          <a:off x="497586" y="685799"/>
          <a:ext cx="2987757" cy="2895600"/>
        </a:xfrm>
        <a:prstGeom prst="ellipse">
          <a:avLst/>
        </a:prstGeom>
        <a:solidFill>
          <a:schemeClr val="accent1">
            <a:tint val="5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9669F8-0B44-7F4A-BE1E-E4EDB174AE9B}">
      <dsp:nvSpPr>
        <dsp:cNvPr id="0" name=""/>
        <dsp:cNvSpPr/>
      </dsp:nvSpPr>
      <dsp:spPr>
        <a:xfrm>
          <a:off x="4416277" y="2584059"/>
          <a:ext cx="91440" cy="480938"/>
        </a:xfrm>
        <a:custGeom>
          <a:avLst/>
          <a:gdLst/>
          <a:ahLst/>
          <a:cxnLst/>
          <a:rect l="0" t="0" r="0" b="0"/>
          <a:pathLst>
            <a:path>
              <a:moveTo>
                <a:pt x="45720" y="0"/>
              </a:moveTo>
              <a:lnTo>
                <a:pt x="45720" y="480938"/>
              </a:lnTo>
            </a:path>
          </a:pathLst>
        </a:custGeom>
        <a:noFill/>
        <a:ln w="1587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B165121-B4DA-3D41-B59D-340BEFD6B021}">
      <dsp:nvSpPr>
        <dsp:cNvPr id="0" name=""/>
        <dsp:cNvSpPr/>
      </dsp:nvSpPr>
      <dsp:spPr>
        <a:xfrm>
          <a:off x="3451430" y="1053050"/>
          <a:ext cx="1010567" cy="480938"/>
        </a:xfrm>
        <a:custGeom>
          <a:avLst/>
          <a:gdLst/>
          <a:ahLst/>
          <a:cxnLst/>
          <a:rect l="0" t="0" r="0" b="0"/>
          <a:pathLst>
            <a:path>
              <a:moveTo>
                <a:pt x="0" y="0"/>
              </a:moveTo>
              <a:lnTo>
                <a:pt x="0" y="327745"/>
              </a:lnTo>
              <a:lnTo>
                <a:pt x="1010567" y="327745"/>
              </a:lnTo>
              <a:lnTo>
                <a:pt x="1010567" y="48093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83175078-7932-F44A-9E39-84D1EDA4A644}">
      <dsp:nvSpPr>
        <dsp:cNvPr id="0" name=""/>
        <dsp:cNvSpPr/>
      </dsp:nvSpPr>
      <dsp:spPr>
        <a:xfrm>
          <a:off x="2395143" y="2584059"/>
          <a:ext cx="91440" cy="480938"/>
        </a:xfrm>
        <a:custGeom>
          <a:avLst/>
          <a:gdLst/>
          <a:ahLst/>
          <a:cxnLst/>
          <a:rect l="0" t="0" r="0" b="0"/>
          <a:pathLst>
            <a:path>
              <a:moveTo>
                <a:pt x="45720" y="0"/>
              </a:moveTo>
              <a:lnTo>
                <a:pt x="45720" y="480938"/>
              </a:lnTo>
            </a:path>
          </a:pathLst>
        </a:custGeom>
        <a:noFill/>
        <a:ln w="15875" cap="flat" cmpd="sng" algn="ctr">
          <a:solidFill>
            <a:schemeClr val="accent1">
              <a:shade val="8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B3ABC9-CE51-6E46-A582-477033F7909E}">
      <dsp:nvSpPr>
        <dsp:cNvPr id="0" name=""/>
        <dsp:cNvSpPr/>
      </dsp:nvSpPr>
      <dsp:spPr>
        <a:xfrm>
          <a:off x="2440863" y="1053050"/>
          <a:ext cx="1010567" cy="480938"/>
        </a:xfrm>
        <a:custGeom>
          <a:avLst/>
          <a:gdLst/>
          <a:ahLst/>
          <a:cxnLst/>
          <a:rect l="0" t="0" r="0" b="0"/>
          <a:pathLst>
            <a:path>
              <a:moveTo>
                <a:pt x="1010567" y="0"/>
              </a:moveTo>
              <a:lnTo>
                <a:pt x="1010567" y="327745"/>
              </a:lnTo>
              <a:lnTo>
                <a:pt x="0" y="327745"/>
              </a:lnTo>
              <a:lnTo>
                <a:pt x="0" y="480938"/>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9E6A144-BDA8-8445-95FE-B4DEFF1353E5}">
      <dsp:nvSpPr>
        <dsp:cNvPr id="0" name=""/>
        <dsp:cNvSpPr/>
      </dsp:nvSpPr>
      <dsp:spPr>
        <a:xfrm>
          <a:off x="2624602" y="297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66CF74FE-7C99-B147-94AD-327B0056B130}">
      <dsp:nvSpPr>
        <dsp:cNvPr id="0" name=""/>
        <dsp:cNvSpPr/>
      </dsp:nvSpPr>
      <dsp:spPr>
        <a:xfrm>
          <a:off x="2808342" y="177531"/>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dirty="0" smtClean="0">
              <a:solidFill>
                <a:schemeClr val="accent1">
                  <a:lumMod val="60000"/>
                  <a:lumOff val="40000"/>
                </a:schemeClr>
              </a:solidFill>
            </a:rPr>
            <a:t>A replaced page is not lost</a:t>
          </a:r>
          <a:r>
            <a:rPr lang="en-US" sz="1500" kern="1200" dirty="0" smtClean="0"/>
            <a:t>, but rather assigned to one of two lists:</a:t>
          </a:r>
          <a:endParaRPr lang="en-US" sz="1500" kern="1200" dirty="0"/>
        </a:p>
      </dsp:txBody>
      <dsp:txXfrm>
        <a:off x="2839098" y="208287"/>
        <a:ext cx="1592143" cy="988559"/>
      </dsp:txXfrm>
    </dsp:sp>
    <dsp:sp modelId="{28CE6EFF-FA06-4A40-A514-B15AF719A036}">
      <dsp:nvSpPr>
        <dsp:cNvPr id="0" name=""/>
        <dsp:cNvSpPr/>
      </dsp:nvSpPr>
      <dsp:spPr>
        <a:xfrm>
          <a:off x="1614035" y="153398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36F1355C-6C7A-3F4E-9338-F578F474E3F6}">
      <dsp:nvSpPr>
        <dsp:cNvPr id="0" name=""/>
        <dsp:cNvSpPr/>
      </dsp:nvSpPr>
      <dsp:spPr>
        <a:xfrm>
          <a:off x="1797774" y="1708540"/>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smtClean="0"/>
            <a:t>Free page list</a:t>
          </a:r>
          <a:endParaRPr lang="en-US" sz="1500" kern="1200" dirty="0" smtClean="0"/>
        </a:p>
      </dsp:txBody>
      <dsp:txXfrm>
        <a:off x="1828530" y="1739296"/>
        <a:ext cx="1592143" cy="988559"/>
      </dsp:txXfrm>
    </dsp:sp>
    <dsp:sp modelId="{61509F13-ECF5-824E-AB0E-238E43561F9B}">
      <dsp:nvSpPr>
        <dsp:cNvPr id="0" name=""/>
        <dsp:cNvSpPr/>
      </dsp:nvSpPr>
      <dsp:spPr>
        <a:xfrm>
          <a:off x="1614035" y="3064997"/>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03C502F8-A858-FC44-9EBA-F09ED388A4F5}">
      <dsp:nvSpPr>
        <dsp:cNvPr id="0" name=""/>
        <dsp:cNvSpPr/>
      </dsp:nvSpPr>
      <dsp:spPr>
        <a:xfrm>
          <a:off x="1797774" y="3239549"/>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smtClean="0"/>
            <a:t>list of page frames available for reading in pages</a:t>
          </a:r>
          <a:endParaRPr lang="en-US" sz="1500" kern="1200" dirty="0" smtClean="0"/>
        </a:p>
      </dsp:txBody>
      <dsp:txXfrm>
        <a:off x="1828530" y="3270305"/>
        <a:ext cx="1592143" cy="988559"/>
      </dsp:txXfrm>
    </dsp:sp>
    <dsp:sp modelId="{C014E9E6-13FA-5444-9BC3-3D89E8915179}">
      <dsp:nvSpPr>
        <dsp:cNvPr id="0" name=""/>
        <dsp:cNvSpPr/>
      </dsp:nvSpPr>
      <dsp:spPr>
        <a:xfrm>
          <a:off x="3635169" y="1533988"/>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E7D1A8F5-82B3-3D4D-B2BB-8402CE6DF5DF}">
      <dsp:nvSpPr>
        <dsp:cNvPr id="0" name=""/>
        <dsp:cNvSpPr/>
      </dsp:nvSpPr>
      <dsp:spPr>
        <a:xfrm>
          <a:off x="3818909" y="1708540"/>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smtClean="0"/>
            <a:t>Modified page list</a:t>
          </a:r>
          <a:endParaRPr lang="en-US" sz="1500" kern="1200" dirty="0" smtClean="0"/>
        </a:p>
      </dsp:txBody>
      <dsp:txXfrm>
        <a:off x="3849665" y="1739296"/>
        <a:ext cx="1592143" cy="988559"/>
      </dsp:txXfrm>
    </dsp:sp>
    <dsp:sp modelId="{9DE444D1-71C7-6D47-8D20-D17B0958CE50}">
      <dsp:nvSpPr>
        <dsp:cNvPr id="0" name=""/>
        <dsp:cNvSpPr/>
      </dsp:nvSpPr>
      <dsp:spPr>
        <a:xfrm>
          <a:off x="3635169" y="3064997"/>
          <a:ext cx="1653655" cy="105007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076EFA28-0F84-924A-99EB-2F55769FB300}">
      <dsp:nvSpPr>
        <dsp:cNvPr id="0" name=""/>
        <dsp:cNvSpPr/>
      </dsp:nvSpPr>
      <dsp:spPr>
        <a:xfrm>
          <a:off x="3818909" y="3239549"/>
          <a:ext cx="1653655" cy="1050071"/>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kern="1200" smtClean="0"/>
            <a:t>pages are written out in clusters </a:t>
          </a:r>
          <a:endParaRPr lang="en-US" sz="1500" kern="1200" dirty="0"/>
        </a:p>
      </dsp:txBody>
      <dsp:txXfrm>
        <a:off x="3849665" y="3270305"/>
        <a:ext cx="1592143" cy="98855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F92B32-D071-5940-877B-38311F86814B}">
      <dsp:nvSpPr>
        <dsp:cNvPr id="0" name=""/>
        <dsp:cNvSpPr/>
      </dsp:nvSpPr>
      <dsp:spPr>
        <a:xfrm>
          <a:off x="76164" y="0"/>
          <a:ext cx="2895584" cy="641006"/>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NZ" sz="2500" kern="1200" dirty="0" smtClean="0"/>
            <a:t>Local</a:t>
          </a:r>
          <a:endParaRPr lang="en-US" sz="2500" kern="1200" dirty="0"/>
        </a:p>
      </dsp:txBody>
      <dsp:txXfrm>
        <a:off x="107455" y="31291"/>
        <a:ext cx="2833002" cy="578424"/>
      </dsp:txXfrm>
    </dsp:sp>
    <dsp:sp modelId="{5F7AB775-FAF6-E849-8811-B100CD75B0F2}">
      <dsp:nvSpPr>
        <dsp:cNvPr id="0" name=""/>
        <dsp:cNvSpPr/>
      </dsp:nvSpPr>
      <dsp:spPr>
        <a:xfrm>
          <a:off x="0" y="666755"/>
          <a:ext cx="8229600" cy="904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NZ" sz="2000" kern="1200" dirty="0" smtClean="0"/>
            <a:t>chooses </a:t>
          </a:r>
          <a:r>
            <a:rPr lang="en-NZ" sz="2000" kern="1200" dirty="0" smtClean="0">
              <a:solidFill>
                <a:schemeClr val="accent1">
                  <a:lumMod val="60000"/>
                  <a:lumOff val="40000"/>
                </a:schemeClr>
              </a:solidFill>
            </a:rPr>
            <a:t>only among the resident pages of the process </a:t>
          </a:r>
          <a:r>
            <a:rPr lang="en-NZ" sz="2000" kern="1200" dirty="0" smtClean="0"/>
            <a:t>that generated the page fault</a:t>
          </a:r>
        </a:p>
      </dsp:txBody>
      <dsp:txXfrm>
        <a:off x="0" y="666755"/>
        <a:ext cx="8229600" cy="904590"/>
      </dsp:txXfrm>
    </dsp:sp>
    <dsp:sp modelId="{B56FBF80-00E2-FF4E-8FF2-A799A9DE27E0}">
      <dsp:nvSpPr>
        <dsp:cNvPr id="0" name=""/>
        <dsp:cNvSpPr/>
      </dsp:nvSpPr>
      <dsp:spPr>
        <a:xfrm>
          <a:off x="76206" y="1438397"/>
          <a:ext cx="2895667" cy="593025"/>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NZ" sz="2500" kern="1200" smtClean="0"/>
            <a:t>Global </a:t>
          </a:r>
          <a:endParaRPr lang="en-NZ" sz="2500" kern="1200" dirty="0" smtClean="0"/>
        </a:p>
      </dsp:txBody>
      <dsp:txXfrm>
        <a:off x="105155" y="1467346"/>
        <a:ext cx="2837769" cy="535127"/>
      </dsp:txXfrm>
    </dsp:sp>
    <dsp:sp modelId="{4B31C88C-DD9B-3342-8992-8F00F87AF1D1}">
      <dsp:nvSpPr>
        <dsp:cNvPr id="0" name=""/>
        <dsp:cNvSpPr/>
      </dsp:nvSpPr>
      <dsp:spPr>
        <a:xfrm>
          <a:off x="0" y="2128793"/>
          <a:ext cx="8229600" cy="62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NZ" sz="2000" kern="1200" dirty="0" smtClean="0"/>
            <a:t>considers </a:t>
          </a:r>
          <a:r>
            <a:rPr lang="en-NZ" sz="2000" kern="1200" dirty="0" smtClean="0">
              <a:solidFill>
                <a:schemeClr val="accent1">
                  <a:lumMod val="60000"/>
                  <a:lumOff val="40000"/>
                </a:schemeClr>
              </a:solidFill>
            </a:rPr>
            <a:t>all unlocked pages in main memory </a:t>
          </a:r>
        </a:p>
      </dsp:txBody>
      <dsp:txXfrm>
        <a:off x="0" y="2128793"/>
        <a:ext cx="8229600" cy="62928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ABCAFC-DF0A-5549-A2F3-6215A5F91819}">
      <dsp:nvSpPr>
        <dsp:cNvPr id="0" name=""/>
        <dsp:cNvSpPr/>
      </dsp:nvSpPr>
      <dsp:spPr>
        <a:xfrm>
          <a:off x="0" y="1808968"/>
          <a:ext cx="7772400" cy="1186879"/>
        </a:xfrm>
        <a:prstGeom prst="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576" tIns="163576" rIns="163576" bIns="163576" numCol="1" spcCol="1270" anchor="ctr" anchorCtr="0">
          <a:noAutofit/>
        </a:bodyPr>
        <a:lstStyle/>
        <a:p>
          <a:pPr lvl="0" algn="ctr" defTabSz="1022350">
            <a:lnSpc>
              <a:spcPct val="90000"/>
            </a:lnSpc>
            <a:spcBef>
              <a:spcPct val="0"/>
            </a:spcBef>
            <a:spcAft>
              <a:spcPct val="35000"/>
            </a:spcAft>
          </a:pPr>
          <a:r>
            <a:rPr lang="en-US" sz="2300" kern="1200" smtClean="0"/>
            <a:t>Precleaning</a:t>
          </a:r>
          <a:endParaRPr lang="en-US" sz="2300" kern="1200" dirty="0" smtClean="0"/>
        </a:p>
      </dsp:txBody>
      <dsp:txXfrm>
        <a:off x="0" y="1808968"/>
        <a:ext cx="7772400" cy="640914"/>
      </dsp:txXfrm>
    </dsp:sp>
    <dsp:sp modelId="{018DC2B8-76E2-0D4E-ADFB-FC2DFEC19ABD}">
      <dsp:nvSpPr>
        <dsp:cNvPr id="0" name=""/>
        <dsp:cNvSpPr/>
      </dsp:nvSpPr>
      <dsp:spPr>
        <a:xfrm>
          <a:off x="0" y="2426146"/>
          <a:ext cx="7772400" cy="545964"/>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lvl="0" algn="ctr" defTabSz="800100">
            <a:lnSpc>
              <a:spcPct val="90000"/>
            </a:lnSpc>
            <a:spcBef>
              <a:spcPct val="0"/>
            </a:spcBef>
            <a:spcAft>
              <a:spcPct val="35000"/>
            </a:spcAft>
          </a:pPr>
          <a:r>
            <a:rPr lang="en-US" sz="1800" kern="1200" smtClean="0"/>
            <a:t>allows the writing of pages in batches</a:t>
          </a:r>
          <a:endParaRPr lang="en-US" sz="1800" kern="1200" dirty="0"/>
        </a:p>
      </dsp:txBody>
      <dsp:txXfrm>
        <a:off x="0" y="2426146"/>
        <a:ext cx="7772400" cy="545964"/>
      </dsp:txXfrm>
    </dsp:sp>
    <dsp:sp modelId="{07D657C2-6456-3E4C-98E3-58A8B5462A1D}">
      <dsp:nvSpPr>
        <dsp:cNvPr id="0" name=""/>
        <dsp:cNvSpPr/>
      </dsp:nvSpPr>
      <dsp:spPr>
        <a:xfrm rot="10800000">
          <a:off x="0" y="1351"/>
          <a:ext cx="7772400" cy="1825420"/>
        </a:xfrm>
        <a:prstGeom prst="upArrowCallout">
          <a:avLst/>
        </a:prstGeom>
        <a:solidFill>
          <a:schemeClr val="accent6">
            <a:lumMod val="75000"/>
          </a:schemeClr>
        </a:solidFill>
        <a:ln>
          <a:solidFill>
            <a:schemeClr val="accent6">
              <a:lumMod val="75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163576" tIns="163576" rIns="163576" bIns="163576" numCol="1" spcCol="1270" anchor="ctr" anchorCtr="0">
          <a:noAutofit/>
        </a:bodyPr>
        <a:lstStyle/>
        <a:p>
          <a:pPr lvl="0" algn="ctr" defTabSz="1022350">
            <a:lnSpc>
              <a:spcPct val="90000"/>
            </a:lnSpc>
            <a:spcBef>
              <a:spcPct val="0"/>
            </a:spcBef>
            <a:spcAft>
              <a:spcPct val="35000"/>
            </a:spcAft>
          </a:pPr>
          <a:r>
            <a:rPr lang="en-US" sz="2300" kern="1200" dirty="0" smtClean="0"/>
            <a:t>Demand Cleaning</a:t>
          </a:r>
          <a:endParaRPr lang="en-US" sz="2300" kern="1200" dirty="0"/>
        </a:p>
      </dsp:txBody>
      <dsp:txXfrm rot="-10800000">
        <a:off x="0" y="1351"/>
        <a:ext cx="7772400" cy="640722"/>
      </dsp:txXfrm>
    </dsp:sp>
    <dsp:sp modelId="{D77A17F0-FD24-804F-B9BA-B89549FA1E9B}">
      <dsp:nvSpPr>
        <dsp:cNvPr id="0" name=""/>
        <dsp:cNvSpPr/>
      </dsp:nvSpPr>
      <dsp:spPr>
        <a:xfrm>
          <a:off x="0" y="642074"/>
          <a:ext cx="7772400" cy="545800"/>
        </a:xfrm>
        <a:prstGeom prst="rect">
          <a:avLst/>
        </a:prstGeom>
        <a:solidFill>
          <a:schemeClr val="accent1">
            <a:alpha val="90000"/>
            <a:tint val="40000"/>
            <a:hueOff val="0"/>
            <a:satOff val="0"/>
            <a:lumOff val="0"/>
            <a:alphaOff val="0"/>
          </a:schemeClr>
        </a:solidFill>
        <a:ln w="15875" cap="flat" cmpd="sng" algn="ctr">
          <a:solidFill>
            <a:schemeClr val="accent6">
              <a:lumMod val="75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28016" tIns="22860" rIns="128016" bIns="22860" numCol="1" spcCol="1270" anchor="ctr" anchorCtr="0">
          <a:noAutofit/>
        </a:bodyPr>
        <a:lstStyle/>
        <a:p>
          <a:pPr lvl="0" algn="ctr" defTabSz="800100">
            <a:lnSpc>
              <a:spcPct val="90000"/>
            </a:lnSpc>
            <a:spcBef>
              <a:spcPct val="0"/>
            </a:spcBef>
            <a:spcAft>
              <a:spcPct val="35000"/>
            </a:spcAft>
          </a:pPr>
          <a:r>
            <a:rPr lang="en-US" sz="1800" kern="1200" dirty="0" smtClean="0"/>
            <a:t>a page is written out to secondary memory only when it has been selected for replacement</a:t>
          </a:r>
        </a:p>
      </dsp:txBody>
      <dsp:txXfrm>
        <a:off x="0" y="642074"/>
        <a:ext cx="7772400" cy="54580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51CAA0-63EC-5F44-9DA2-A1CCB69B69C7}">
      <dsp:nvSpPr>
        <dsp:cNvPr id="0" name=""/>
        <dsp:cNvSpPr/>
      </dsp:nvSpPr>
      <dsp:spPr>
        <a:xfrm rot="16200000">
          <a:off x="1016000" y="-1016000"/>
          <a:ext cx="3530600" cy="5562600"/>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1450" tIns="0" rIns="168672" bIns="0" numCol="1" spcCol="1270" anchor="t" anchorCtr="0">
          <a:noAutofit/>
        </a:bodyPr>
        <a:lstStyle/>
        <a:p>
          <a:pPr lvl="0" algn="l" defTabSz="1200150">
            <a:lnSpc>
              <a:spcPct val="90000"/>
            </a:lnSpc>
            <a:spcBef>
              <a:spcPct val="0"/>
            </a:spcBef>
            <a:spcAft>
              <a:spcPct val="35000"/>
            </a:spcAft>
          </a:pPr>
          <a:r>
            <a:rPr lang="en-NZ" sz="2700" kern="1200" smtClean="0"/>
            <a:t>possibilities </a:t>
          </a:r>
          <a:r>
            <a:rPr lang="en-NZ" sz="2700" kern="1200" dirty="0" smtClean="0"/>
            <a:t>exist:</a:t>
          </a:r>
          <a:endParaRPr lang="en-US" sz="2700" kern="1200" dirty="0"/>
        </a:p>
        <a:p>
          <a:pPr marL="228600" lvl="1" indent="-228600" algn="l" defTabSz="933450">
            <a:lnSpc>
              <a:spcPct val="90000"/>
            </a:lnSpc>
            <a:spcBef>
              <a:spcPct val="0"/>
            </a:spcBef>
            <a:spcAft>
              <a:spcPct val="15000"/>
            </a:spcAft>
            <a:buChar char="••"/>
          </a:pPr>
          <a:r>
            <a:rPr lang="en-NZ" sz="2100" kern="1200" dirty="0" smtClean="0"/>
            <a:t>Lowest-priority process</a:t>
          </a:r>
        </a:p>
        <a:p>
          <a:pPr marL="228600" lvl="1" indent="-228600" algn="l" defTabSz="933450">
            <a:lnSpc>
              <a:spcPct val="90000"/>
            </a:lnSpc>
            <a:spcBef>
              <a:spcPct val="0"/>
            </a:spcBef>
            <a:spcAft>
              <a:spcPct val="15000"/>
            </a:spcAft>
            <a:buChar char="••"/>
          </a:pPr>
          <a:r>
            <a:rPr lang="en-NZ" sz="2100" kern="1200" dirty="0" smtClean="0"/>
            <a:t>Faulting process</a:t>
          </a:r>
        </a:p>
        <a:p>
          <a:pPr marL="228600" lvl="1" indent="-228600" algn="l" defTabSz="933450">
            <a:lnSpc>
              <a:spcPct val="90000"/>
            </a:lnSpc>
            <a:spcBef>
              <a:spcPct val="0"/>
            </a:spcBef>
            <a:spcAft>
              <a:spcPct val="15000"/>
            </a:spcAft>
            <a:buChar char="••"/>
          </a:pPr>
          <a:r>
            <a:rPr lang="en-NZ" sz="2100" kern="1200" smtClean="0"/>
            <a:t>Last process activated</a:t>
          </a:r>
          <a:endParaRPr lang="en-NZ" sz="2100" kern="1200" dirty="0" smtClean="0"/>
        </a:p>
        <a:p>
          <a:pPr marL="228600" lvl="1" indent="-228600" algn="l" defTabSz="933450">
            <a:lnSpc>
              <a:spcPct val="90000"/>
            </a:lnSpc>
            <a:spcBef>
              <a:spcPct val="0"/>
            </a:spcBef>
            <a:spcAft>
              <a:spcPct val="15000"/>
            </a:spcAft>
            <a:buChar char="••"/>
          </a:pPr>
          <a:r>
            <a:rPr lang="en-NZ" sz="2100" kern="1200" smtClean="0"/>
            <a:t>Process with the smallest resident set</a:t>
          </a:r>
          <a:endParaRPr lang="en-NZ" sz="2100" kern="1200" dirty="0" smtClean="0"/>
        </a:p>
        <a:p>
          <a:pPr marL="228600" lvl="1" indent="-228600" algn="l" defTabSz="933450">
            <a:lnSpc>
              <a:spcPct val="90000"/>
            </a:lnSpc>
            <a:spcBef>
              <a:spcPct val="0"/>
            </a:spcBef>
            <a:spcAft>
              <a:spcPct val="15000"/>
            </a:spcAft>
            <a:buChar char="••"/>
          </a:pPr>
          <a:r>
            <a:rPr lang="en-NZ" sz="2100" kern="1200" dirty="0" smtClean="0"/>
            <a:t>Largest process</a:t>
          </a:r>
        </a:p>
      </dsp:txBody>
      <dsp:txXfrm rot="5400000">
        <a:off x="0" y="706120"/>
        <a:ext cx="5562600" cy="21183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png"/></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19:07.193"/>
    </inkml:context>
    <inkml:brush xml:id="br0">
      <inkml:brushProperty name="width" value="0.08167" units="cm"/>
      <inkml:brushProperty name="height" value="0.08167" units="cm"/>
      <inkml:brushProperty name="color" value="#3165BB"/>
      <inkml:brushProperty name="fitToCurve" value="1"/>
    </inkml:brush>
  </inkml:definitions>
  <inkml:traceGroup>
    <inkml:annotationXML>
      <emma:emma xmlns:emma="http://www.w3.org/2003/04/emma" version="1.0">
        <emma:interpretation id="{40B776F8-58A4-4BD3-8004-F4899C6DD092}" emma:medium="tactile" emma:mode="ink">
          <msink:context xmlns:msink="http://schemas.microsoft.com/ink/2010/main" type="writingRegion" rotatedBoundingBox="17168,-544 17573,-544 17573,473 17168,473"/>
        </emma:interpretation>
      </emma:emma>
    </inkml:annotationXML>
    <inkml:traceGroup>
      <inkml:annotationXML>
        <emma:emma xmlns:emma="http://www.w3.org/2003/04/emma" version="1.0">
          <emma:interpretation id="{51134BAC-8131-485D-8DD9-88DD31108CB8}" emma:medium="tactile" emma:mode="ink">
            <msink:context xmlns:msink="http://schemas.microsoft.com/ink/2010/main" type="paragraph" rotatedBoundingBox="17168,-544 17573,-544 17573,473 17168,473" alignmentLevel="1"/>
          </emma:interpretation>
        </emma:emma>
      </inkml:annotationXML>
      <inkml:traceGroup>
        <inkml:annotationXML>
          <emma:emma xmlns:emma="http://www.w3.org/2003/04/emma" version="1.0">
            <emma:interpretation id="{8C503D6C-28EE-4AFA-8C0B-6CE38503D8BA}" emma:medium="tactile" emma:mode="ink">
              <msink:context xmlns:msink="http://schemas.microsoft.com/ink/2010/main" type="line" rotatedBoundingBox="17168,-544 17573,-544 17573,473 17168,473"/>
            </emma:interpretation>
          </emma:emma>
        </inkml:annotationXML>
        <inkml:traceGroup>
          <inkml:annotationXML>
            <emma:emma xmlns:emma="http://www.w3.org/2003/04/emma" version="1.0">
              <emma:interpretation id="{8476617A-509E-4E9E-8ACB-A26117743C24}" emma:medium="tactile" emma:mode="ink">
                <msink:context xmlns:msink="http://schemas.microsoft.com/ink/2010/main" type="inkWord" rotatedBoundingBox="17168,-544 17573,-544 17573,473 17168,473"/>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0 1017 100 0,'0'0'29'0,"0"0"1"16,96-213-4-16,-66 125-13 15,2 3-3-15,-5-1 3 0,0-1 24 16,3 6-18-16,-4 10-3 15,-2 1-2 1,2 8-14-16,-5 14-5 0,1 6-20 16,-7 8 11-16,-3 10 14 15,-2 6 0-15,-3 13 11 0,-7 2-34 16,0 3-124-16</inkml:trace>
        </inkml:traceGroup>
      </inkml:traceGroup>
    </inkml:traceGroup>
  </inkml:traceGroup>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30:30.722"/>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85209B9A-E6AF-459B-AA0E-49D61AD361EB}" emma:medium="tactile" emma:mode="ink">
          <msink:context xmlns:msink="http://schemas.microsoft.com/ink/2010/main" type="inkDrawing" rotatedBoundingBox="4642,9435 13264,12249 11132,18781 2510,15967" hotPoints="10636,10504 11483,16779 5207,17626 4360,11351" semanticType="enclosure" shapeName="Square"/>
        </emma:interpretation>
      </emma:emma>
    </inkml:annotationXML>
    <inkml:trace contextRef="#ctx0" brushRef="#br0">6673 469 179 0,'0'0'137'16,"0"0"-115"-16,0 0 61 0,0 0-38 15,0 0-3 1,0 0 36-16,0 0-69 0,-3 4 40 16,3-4 11-16,0 0-38 15,0 0 66-15,0 0-68 16,0 0-7-16,0 0 36 15,0 0-34-15,0 0 18 16,-4 0 9-16,-1 0-35 16,2 0 45-16,0-4-52 15,-1-2 0-15,-2-1-3 16,2-3 32-16,-7 5-29 16,6-7 0-16,-9 3 28 0,4-1-5 15,-2 1-23 1,6 0 1-16,-4 1 8 0,3-1 18 15,-1 3-27-15,-4-1 0 16,5-1 16-16,-3-3-14 16,-5 1-2-16,0 1 0 15,2 3-10-15,-6-5 23 16,1 5-13-16,3-1 0 16,-8 1 11-16,4 1-19 15,2-3 8-15,1 2 0 16,1-1-1-16,3 1 24 15,-3-1-23-15,-2 1 0 16,2-2 6-16,-2 3-22 16,-3-1 16-16,-1-2 0 15,-10 2 0-15,6-1 19 16,-3 1-19-16,3-2 0 16,0-1 1-16,0 3-7 15,0-1 6-15,0 1 0 16,3-1 0-16,0 1 16 15,0-2-16-15,6 7 0 16,-4-7 0-16,1 6-10 16,2-5 10-16,-4 1 0 15,-4 2 0-15,0-3 14 16,-2 5-14-16,-2-6 0 16,4 6 0-16,4-5-15 0,0 3 16 15,-2 2-1-15,3-1 0 16,-3 1 22-16,2-2-28 15,3 0 6-15,0 4 0 16,-1-2-20-16,1 2 29 0,5-4-9 16,-3 4 0-16,3 0 19 15,-2-3-21-15,-7-1 2 16,-4 4 0-16,-1-2-26 16,-10 2 36-16,2-4-10 15,-2 1 0-15,0-1 22 16,2 2-34-16,-2-2 12 15,-1 4 0-15,1-4-24 16,0 4 31-16,2 0-7 16,-2 0 0-16,-1 0 27 15,1 0-40-15,-3 0 13 16,0 0 0-16,-7 0-20 16,5 0 30-16,-1 0-10 15,-4 0 0-15,4 0 26 0,1 0-37 16,0 0 11-16,0 0 0 15,2 0-26-15,-4 0 39 16,1 0-13-16,-4 0 0 16,-3 0 29-16,0 0-44 15,0 0 15-15,1 0 0 16,4 0-27-16,5 0 41 16,3 0-14-16,0 0 0 15,-1-2 32 1,-2 2-51-16,1-3 19 15,-1 3 0-15,0-4-24 16,0 4 37-16,1-4-13 16,-1 4 0-16,-3-2 29 15,3 2-45-15,1 0 16 0,-1 0 0 16,5 0-25-16,-5 0 42 16,0 0-17-16,0 0 0 15,-4 0 25-15,6 0-57 16,-6 0 32-16,4 0 0 15,0 0-14-15,1 0 30 16,-1 0-16-16,-3 0 0 16,-1 0 21-16,6 0-28 15,1 0 7-15,-3 0 0 16,0 0-22-16,5 0 31 16,-4 0-9-16,9 0 0 15,-2 0 19-15,-1 0-25 0,8 0 6 16,-4 0 0-16,3 0-19 15,2 0 25-15,-1 0-6 16,-5 0 0-16,2 0 23 16,-1 0-33-16,1 0 10 15,-2 0 0-15,-2 0-29 16,0 0 51-16,-1 0-22 16,-8 0 0-16,6 0 14 15,4 0-14-15,-6 0 0 16,0 0 0-16,2 0-16 15,-2 2 19-15,-1-2-3 16,-3 4 0-16,1-4 16 16,5 4-26-16,-2-4 10 0,-3 3 0 15,5-1-14 1,-3 6 25-16,-6-2-11 0,2 1 0 16,1 2 12-16,1 1-34 15,-1-4 22-15,10 3 0 16,-6 0-9-16,5 1 31 15,4 1-22-15,-2-2 0 16,4-3 2-16,1 2-20 0,4-3 18 16,-1 3 0-16,-2 1 0 15,-7-3 17-15,4 3-17 16,-5 4 0-16,5 1 0 16,-1 2-22-16,3-1 23 15,0-2-1-15,-2 0 0 16,7-2 16-16,-2 1-17 15,4-3 1-15,-7 4 0 16,3 0-16-16,-6 2 16 16,4 2 0-16,-3-5 0 15,1 4 18-15,6-2-27 0,-2-1 9 16,0 0 0-16,4-2-12 16,3 2 13-16,-2 1-1 15,2 3 0-15,0-2 13 16,-4 6-22-16,3-2 9 15,-1 2 0-15,-3-2-17 16,-2-1 24-16,5 3-7 16,-1-2 0-16,0 0 19 15,-1 3-28-15,1-3 9 16,1 2 0-16,-1 1-21 16,-4 1 29-16,0 1-8 15,4 4 0-15,-2-2 22 16,5-3-32-16,-4 3 10 0,6-4 0 15,5 1-29 1,-4-4 38-16,2 3-9 0,3-3 0 16,-4 4 23-16,4-1-24 15,0 5 1-15,-1-4 0 16,4 4-15-16,1-1 27 16,0 2-12-16,-1 2 0 15,-1-2 35-15,-1 4-51 16,2 4 16-16,-7 0 0 15,4 4-26-15,0 0 40 16,-4-2-14-16,4 1 0 16,0-1 33-16,-1-3-50 15,4 1 17-15,-2-4 0 0,2 5-19 0,-1-3 35 16,4 1-16-16,-4-1 0 16,1 2 35-16,-1 4-47 15,4-3 12-15,-6 7 0 16,4-6-27-16,-2 2 43 15,5 3-16-15,-4-6 0 16,4 1 32-16,0 2-45 16,-3 0 13-16,3 0 0 15,-3-3-21-15,-1-3 34 16,-4-4-13-16,3 0 0 16,3-2 31-16,-1-5-34 15,0 3 3-15,-6 2 0 0,6 0-22 16,-1-2 38-16,1 4-16 15,3-2 0-15,-3 1 23 16,-1 5-29-16,4-6 6 16,-5 2 0-16,5-6-18 15,0 7 26-15,-3 1-8 16,3 0 0-16,-3-2 23 16,-1 2-33-16,4 0 10 15,0 0 0-15,0-1-20 16,0 0 32-16,0 2-12 15,0-1 0-15,0 4 24 16,0-2-34-16,0 0 10 16,0 5 0-16,0 1-20 0,0 1 33 15,0 2-13 1,0 4 0-16,0-6 22 0,4 0-31 16,-4-1 9-16,3 1 0 15,0 0-20-15,2-4 34 16,-5-3-14-16,4 2 0 15,-1-6 19-15,0 4-29 16,1 2 10-16,-1 1 0 16,-3 4-19-16,5-2 36 31,-5-1-17-31,4 1 0 0,-1-5 16 16,0 6-29-16,4-4 13 15,1-1 0-15,-1-2-8 16,0 1 31-16,1-6-23 15,-5 2 0-15,2-1 6 16,4-1-22-16,-3 2 16 16,3-2 0-16,-3 4-6 15,3 9 28-15,1-2-22 16,3 2 0-16,-4 8 0 0,6 0-16 16,-2 2 16-16,5 5 0 15,-3 0 0-15,1-5 15 16,4-6-15-16,1 0 0 15,4-5 0-15,1-7-13 16,4-1 13-16,-2-2 0 16,4-2 0-16,-7-2 17 15,5 2-18-15,-2 3 1 16,-1-3 0-16,5-2-13 16,0 4 13-16,-4-1 0 15,4-2 0-15,1 1 19 16,-1 2-27-16,5-2 8 0,-5 0 0 15,6 3-12-15,-8-5 13 16,2 2-1 0,-2 2 0-16,2-3 24 0,-4-2-30 15,2-2 6-15,2 1 0 16,-3-1-15-16,-1-5 23 16,6 1-8-16,-4 0 0 15,5-2 27-15,-3-4-28 16,6 2 1-16,-5-2 0 15,4 0-19-15,-2-3 26 16,2 3-7-16,3 1 0 16,-1-1 26-16,4 4-37 15,4-5 11-15,0 4 0 0,3 1-18 16,2-2 31-16,1-1-13 16,1 3 0-16,1-4 32 15,-1 2-45 1,-1 2 13-16,2-2 0 0,-6 4-32 15,6 5 42-15,-5-1-10 16,0 1 0-16,5 3 29 0,-1 3-42 16,5-1 13-16,-1-3 0 15,9 0-26-15,2-7 41 16,2 0-15-16,3-6 0 16,-4 0 33-16,7-3-46 15,-7-5 13-15,6 3 0 16,-6-2-23-16,2-6 34 15,3 0-11-15,-1 0 0 16,-1 0 31-16,4 0-43 16,-2 0 12-16,2 0 0 15,-5 0-29-15,-3 0 41 16,-1-6-12-16,-7 2 0 0,-3 0 29 16,-1 2-44-16,-7-1 15 15,-3 3 0-15,0 0-23 16,-7 0 36-16,-3 0-13 15,-2-4 0-15,2 4 26 16,-2-2-36-16,1-2 10 16,5-3 0-16,-6 1-10 15,5 0 20-15,0-5-10 16,-2 6 0-16,6-5 28 16,-1 1-40-16,3-1 12 15,2 1 0-15,2 0-19 16,2-5 22-16,2 1-3 15,2 0 0-15,3 0 26 0,3 0-39 16,-4 0 13 0,1-1 0-16,-1 5-17 0,1 0 24 15,-6-2-7-15,-1 2 0 16,-3-3 25-16,3-1-34 16,-6 2 9-16,5-2 0 15,-8-4-22-15,-1 0 38 16,-2 2-16-16,-6-2 0 15,-3 6 18 1,1-2-30-16,-2-1 12 16,-1-3 0-16,-1 4-17 15,0-2 30-15,6-2-13 16,-4-2 0-16,8 3 14 16,-6-4-30-16,-3 3 16 15,1 2 0-15,-2-2-11 16,1 4 29-16,-4 0-18 15,-2-1 0-15,1 1 9 0,-1 2-22 16,-3-2 13-16,3 0 0 16,-6-1-1-16,2-1 12 15,-3-2-11-15,3 1 0 16,-1 0 2-16,0 0-8 16,-1 0 6-16,-2 0 0 15,4-2 0-15,-6 3 16 16,-1-2-17-16,-2 0 1 15,3 2 0-15,-5-4-17 16,4-6 17-16,2 1 0 16,1-4 0-16,3-6 18 15,0 2-19-15,-1-4 1 16,5-4 0-16,-4 2-16 0,1-1 17 16,-4 1-1-16,-5 2 0 15,0-3 19-15,1 3-20 16,-4-3 1-16,2 0 0 15,-3 3-26-15,1-7 28 16,-4 5-2-16,1-3 0 16,2 1 30-16,-4-2-31 15,1 3 1-15,1-1 0 16,-1 2-21-16,0-1 31 16,2 1-10-16,2-5 0 15,-4 4 19-15,1 0-26 16,-4-1 7-16,3 5 0 15,-3 5-23-15,7-6 34 16,-7 2-11-16,1-2 0 16,-1 3 28-16,4-2-38 0,-1-1 10 15,-3 0 0-15,3 2-29 0,-3-2 43 16,0 1-14-16,4 3 0 16,-4-3 31-16,0 3-41 15,0 4 10-15,0-6 0 16,0-2-22-16,0 6 32 15,0-10-10-15,0 1 0 16,0-3 38-16,0-2-53 16,0 3 15-16,0-4 0 15,0 3-27-15,0 3 40 0,0-1-13 16,0 4 0-16,0 4 32 16,0-4-48-16,0 4 16 15,0 0 0-15,0-4-28 16,0 4 43-16,0-3-15 15,0-6 0-15,0 4 32 16,0 1-45-16,0-4 13 16,0-1 0-16,0 1-27 15,0 3 35-15,0-4-8 16,0 2 0-16,-4 1 32 16,4 2-44-16,-3 1 12 15,0 3 0-15,-2 0-25 16,-2-2 31-16,0 1-6 0,4 5 0 15,0-6 23 1,-1 2-27-16,4-4 4 0,0 2 0 16,0-5-23-16,0-1 33 15,0 2-10-15,0 4 0 16,0 2 25-16,-5 0-41 16,5 2 16-16,-3 1 0 15,3 5-22-15,0-6 32 16,-3 2-10-16,3-2 0 15,0-3 23-15,0 1-50 16,0-8 27-16,0 4 0 16,0-1-26-16,0 1 30 0,0 0-4 15,0 1 0 1,-4 2 19-16,1-1-32 16,1-2 13-16,-4 4 0 0,2 0-22 15,4-4 39-15,0 4-17 16,0 0 0-16,0-4 24 15,0 4-42-15,0-4 18 0,0 2 0 16,0 6-16-16,0 0 31 16,0 1-15-16,0 1 0 15,0 2 11-15,0-3-34 16,0 4 23-16,-3 2 0 16,3 2-6-16,0 0 31 15,-2-1-25-15,2 1 0 16,-5 2 0-16,5 6-25 15,-3-3 25-15,0 1 0 16,3 0-10-16,-5-6 38 16,1-1-28-16,4-5 0 15,0 3 10-15,-3-6-26 16,3 2 16-16,-4 3 0 0,4-3-1 16,-5 3 8-1,4-1-7-15,-4-2 0 0,1-1 1 16,-2 1-31-16,-1 2 30 15,-1-3 0-15,-2 0-6 16,-7 4-13-16,9 5-4 16,-4 1 23-16,-2 3 0 15,3 5-7-15,-3 2 7 16,-1 7-22-16,0 0-3 16,-1 0-156-16,-6 3 5 15,0 18-148-15,4 2-234 0</inkml:trace>
    <inkml:trace contextRef="#ctx0" brushRef="#br0" timeOffset="12898.101">7931 3348 136 0,'0'0'141'0,"0"0"-103"16,0 0 42-16,0 0-61 0,0 0 17 15,0 0 27-15,0 0-62 16,0 0 55-16,0 0-23 16,0 0-26-16,0 0 72 15,0 0-73-15,0 0 19 16,0 0-4-16,0 0 8 15,0 0-19-15,0 0-5 16,0 0 3-16,0 0 63 16,0 0-61-1,0 0 28-15,0 0-18 16,0 0 13-16,0 0-33 16,0-4 0-16,0-5 1 15,-2 1-4-15,-6-1 4 16,4 0-1-16,-4-2 0 15,1 2 29-15,1-1-30 16,-5-1 1-16,3 2 0 16,1 3-20-16,-1-3 26 0,0 1-6 15,3 3 0-15,-5-3 29 16,5 2-38-16,-2-1 9 16,-5 1 0-16,6 2-12 15,-1-1 20-15,-5-3-8 16,2 3 0-16,-5 1 30 15,5-2-52-15,-5 2 22 16,-3 3 0-16,3-3-19 16,-2 0 28-16,2 4-9 15,-4-2 0-15,9 2 35 16,-5-4-54-16,5 4 19 16,-6-3 0-16,4 3-19 15,0 0 29-15,-1-4-10 16,1 2 0-16,-3 2 42 15,2 0-58-15,-6 0 16 0,1 0 0 16,-1 0-33-16,3 0 42 16,-3 0-9-16,1 0 0 15,-2 0 33-15,8 0-43 16,-3 0 10-16,5 0 0 16,-2 0-25-16,2 0 33 15,-1 0-8-15,1 0 0 16,-2 0 27-16,2 2-41 15,-5 5 14-15,5-1 0 16,-2-2-28-16,2 1 37 16,0 1-9-16,-2 2 0 15,-3-3 26-15,2 3-41 16,-6 1 15-16,3 1 0 16,7-1-20-16,-2-1 33 0,1 1-13 0,-2-3 0 15,2 5 25-15,-2-2-30 16,6 1 5-16,-1-5 0 15,0 5-17-15,2-3 33 16,-2 4-16-16,2-4 0 16,0 3 26-16,-3-1-38 15,5 4 12-15,-1-3 0 16,-2-1-13-16,-3 4 29 16,3 0-16-16,-4 4 0 0,-2-2 25 15,2 2-18 1,-2-2-7-16,5-2 0 0,-6 2-14 15,8 2 35-15,-5 2-21 16,-2 2 0-16,2-2 16 16,-1 0-16-16,1 6 0 15,-2-6 0-15,5 0-13 16,4 1 35-16,-2-1-22 16,-2 0 0-16,4 2 14 15,-1-1-22-15,1 1 8 16,0-2 0-16,-1 0-6 15,-1 3 26-15,2 1-20 0,0 0 0 16,-1 4 12-16,4-1-15 16,-3 0 3-16,3 1 0 15,0-3-1-15,0-1 23 16,0 3-22-16,0-3 0 16,0-1 1-16,0 1-7 15,0 3 7-15,0-2-1 16,-2 2 0-16,2 0 22 15,0-1-23-15,-6 5 1 16,2-2 0-16,4 0-5 16,0 2 6-16,0 2-1 15,-3 0 0-15,3 5 33 16,-2 2-33-16,2-3 0 16,-5-2 0-16,5 0-6 15,0-2 7 1,0-6-1-16,0 1 0 15,0-2 28-15,0-2-30 16,0 1 2-16,0-1 0 16,0-1-19-16,0 1 27 15,0-1-8-15,5-3 0 0,-3 0 20 16,-2 0-27-16,3 1 7 16,-3-1 0-16,0 0-19 15,0 2 27-15,4-1-8 16,-4-2 0-16,6 3 24 15,-4-6-30-15,-2 2 6 16,3 0 0-16,1-2-22 16,-1 2 31-16,5-2-9 15,-1 4 0-15,-4-2 27 16,4 2-40-16,1 3 13 16,-1-1 0-16,3-2-19 15,-1 4 27-15,1-6-8 0,1 2 0 16,-1-2 32-1,5-2-44-15,-5 2 12 0,5-4 0 16,-5 0-23-16,2 0 34 16,2-1-11-16,-1 1 0 15,-1 0 26-15,3 6-36 16,1-2 10-16,1 5 0 16,-3-3-24-16,4 4 37 15,-3-2-13-15,2-2 0 16,3 0 27-16,0 2-40 15,2-6 13-15,-1 2 0 16,1-4-23-16,3 0 36 16,-3-2-13-16,3-1 0 0,0 1 26 15,0-2-35-15,-3 1 9 16,3-5 0-16,2 3-18 16,-4-4 32-16,7-4-14 15,2 0 0-15,-4 0 22 16,1 0-29-16,-2 0 7 15,-2 0 0-15,-4 0-22 16,-2 0 33-16,1 0-11 0,2 0 0 16,-4 0 19-16,0 0-29 15,-4 0 10-15,4 0 0 16,1 0-19-16,-1 0 32 16,4 0-13-16,3 0 0 15,-2-4 16-15,4-4-19 16,-2 3 3-16,-3-5 0 15,3 3-16-15,-3 1 31 16,-1-3-15-16,1-1 0 16,0 1 17-16,-2 0-20 15,0-5 3-15,-7 5 0 0,2-2-8 16,-5 1 38-16,2 1-30 16,-2-4 0-16,5-4 22 15,-1 2-28-15,1-4 6 16,0-3 0-16,-2 0-1 15,5 3 28-15,-6-4-27 16,2 1 0-16,-3-1 9 16,-1 1-15-16,2 3 7 15,-2-2-1-15,-3 2 4 16,4 0 29-16,-2-1-33 16,1-7 0-16,0 2 2 15,2-5-12-15,1 2 10 16,0-6 0-16,-4 4-1 0,-3 0 21 15,3-2-20 1,-3 2 0-16,1-2 0 0,1-1-13 16,2-3 13-16,6 0 0 15,-6-3 0-15,5 1 16 16,-5-1-16-16,0 3 0 16,1 0 0-16,1 3-18 15,-9 1 24-15,4 2-6 16,-4-2 0-16,1 4 19 15,-1 0-20-15,-3-6 1 16,5 6 0-16,-5-3-17 16,4 4 18-16,-1 3-1 15,-3-3 0-15,0 1 32 16,3 3-39-16,-3-1 7 16,0 1 0-16,0-3-23 15,0 3 31-15,0 1-8 16,0 1 0-16,0-2 31 15,-3 0-41-15,-4 1 10 16,2-5 0-16,2 5-24 16,-1-7 33-16,1 1-9 15,1-2 0-15,-3 2 31 16,-1-2-43-16,-6-2 12 16,-3 1 0-16,5 3-32 15,-5-3 45-15,2 7-13 16,-3-6 0-16,6 5 35 0,-5-5-48 15,0 4 13-15,5-2 0 16,-5-2-35-16,2 4 48 16,-2 0-13-16,0 3 0 15,5 3 31-15,-2 5-50 16,2-2 19-16,0 3 0 16,3 7-29-16,-1-4 42 15,1 5-13-15,2-2 0 16,-1 3 36-16,1-1-53 15,3 2 17-15,-5-3 0 16,-1 1-32-16,1 1 40 16,0-3-8-16,-4 2 0 15,1 3 32-15,-2-7-48 0,-1 3 16 16,-2 1 0-16,-4-3-29 16,1-3 41-16,-1 3-12 15,3 3 0-15,-3-4 29 16,1 3-39-16,1-3 10 15,-5 4 0-15,-4-1-26 16,-3-2 33-16,1 3-7 16,-4-5 0-16,-1 5 29 15,-3-2-41-15,3 3 12 16,-2-1 0-16,-2-1-24 0,5 3 32 16,-1 2-8-16,4 2 0 15,4-4 18-15,0 4-62 16,0 0 18-16,3 0-65 15,-6 0 16-15,6 0-316 16,7 0-360-16</inkml:trace>
  </inkml:traceGroup>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42:01.304"/>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A0F45768-5EDE-4750-A3FB-CB4F91314DDA}" emma:medium="tactile" emma:mode="ink">
          <msink:context xmlns:msink="http://schemas.microsoft.com/ink/2010/main" type="writingRegion" rotatedBoundingBox="1231,12085 18133,10211 18901,17144 1999,19018"/>
        </emma:interpretation>
      </emma:emma>
    </inkml:annotationXML>
    <inkml:traceGroup>
      <inkml:annotationXML>
        <emma:emma xmlns:emma="http://www.w3.org/2003/04/emma" version="1.0">
          <emma:interpretation id="{D54B0AD2-16D6-4347-A7D1-7A99332BF58D}" emma:medium="tactile" emma:mode="ink">
            <msink:context xmlns:msink="http://schemas.microsoft.com/ink/2010/main" type="paragraph" rotatedBoundingBox="2204,13510 3875,11704 4386,12177 2715,13982" alignmentLevel="2"/>
          </emma:interpretation>
        </emma:emma>
      </inkml:annotationXML>
      <inkml:traceGroup>
        <inkml:annotationXML>
          <emma:emma xmlns:emma="http://www.w3.org/2003/04/emma" version="1.0">
            <emma:interpretation id="{912AA42C-2F76-4A4B-9C52-DCF7A66F7223}" emma:medium="tactile" emma:mode="ink">
              <msink:context xmlns:msink="http://schemas.microsoft.com/ink/2010/main" type="line" rotatedBoundingBox="2204,13510 3875,11704 4386,12177 2715,13982"/>
            </emma:interpretation>
          </emma:emma>
        </inkml:annotationXML>
        <inkml:traceGroup>
          <inkml:annotationXML>
            <emma:emma xmlns:emma="http://www.w3.org/2003/04/emma" version="1.0">
              <emma:interpretation id="{9BF21033-DC02-495C-9E9F-6CD1F82B0CAF}" emma:medium="tactile" emma:mode="ink">
                <msink:context xmlns:msink="http://schemas.microsoft.com/ink/2010/main" type="inkWord" rotatedBoundingBox="2204,13510 3875,11704 4386,12177 2715,13982">
                  <msink:destinationLink direction="with" ref="{92264C5C-7A5D-4625-B3BF-C88E24E7545D}"/>
                </msink:context>
              </emma:interpretation>
            </emma:emma>
          </inkml:annotationXML>
          <inkml:trace contextRef="#ctx0" brushRef="#br0">1446 50 90 0,'0'0'108'0,"0"0"-35"0,0 0 20 15,0 0-47-15,0 0 29 16,0 0-35-16,0 0-5 16,0-10 37-16,0 10-56 15,0 0 24-15,0 0 12 16,0 0-50-16,0-3 67 16,0 3-34-16,0 0-18 0,0-2 57 15,0-2-63-15,0 0 46 16,0 2 3-1,0-1-48-15,3-5 33 0,-3 6-35 0,0-5-9 16,4 5 54 0,-4-2-40-16,0 4-1 15,0 0 5-15,5 0 6 0,-5 0 1 16,0 0-26-16,0 0 0 16,0 0 13-16,0 0 8 15,0 0-21-15,0 0 0 16,0 0 29-16,0 0-42 15,0 0 13-15,0 0 0 16,0 0-24-16,0 0 35 16,0 0-11-16,0 0 0 15,0 0 20-15,0 0-33 16,0 0 13-16,0 0 0 0,0 0-22 16,0 6 39-1,0 7-17-15,0 4 0 0,0-2 29 16,0 2-33-16,0-3 4 15,0 3 0-15,0-6-16 16,-5 2 28-16,1 0-12 16,-2 4 0-16,1-4 32 15,-2-3-41-15,4 3 9 16,-4 0 0-16,0 0-22 16,4-1 38-16,-6 1-16 15,1 4 0-15,3-2 29 16,-7 4-30-16,2 1 1 15,2 3 0-15,-2 0-13 16,-3 0 25-16,8-4-12 16,-6 2 0-16,3-3 26 0,1-1-38 15,4-2 12 1,-4-2 0-16,-1 1-17 0,1-1 28 16,4-4-11-16,-5 1 0 15,1-1 25-15,4 0-35 16,-6 1 10-16,-1 3 0 15,0-4-25-15,2 5 37 16,-2-1-12 0,0 0 0-16,-5 0 25 15,0 5-36-15,1-3 11 16,-4 6 0-16,-4-2-24 16,-3 3 37-16,-3 4-13 15,3 1 0-15,-9-3 26 16,2 6-26-16,2-1 0 15,-2 1 0-15,1-6-10 16,6 3 21-16,-2-8-11 16,8 6 0-16,-9-7 28 15,8 5-34-15,-5 0 6 16,-7 1 0-16,2 2-10 0,-3 1 26 16,-3 1-16-16,0 2 0 15,4 3 30-15,-3-1-8 16,-2 2-22-16,0-6 0 15,5 0-3-15,-1-1 24 16,5-1-21-16,-1-7 0 16,-4 3 29-16,1-1-6 15,0 2-23-15,-1-4 0 16,4 0-3-16,2 2 19 16,1-6-16-16,4-4 0 15,7-1 29-15,2-5-33 16,-1 3 4-16,9-6 0 15,2-2-18-15,-4 3 30 0,5-3-12 16,-1 0 0 0,0 0 26-16,-1 0-30 0,1 0 4 15,0 0-31-15,3 0 20 16,0 0-138-16,0 0-10 16,0-3-396-16</inkml:trace>
          <inkml:trace contextRef="#ctx0" brushRef="#br0" timeOffset="1125.7212">260 1196 225 0,'0'0'188'0,"0"0"-125"0,0 0 15 15,0 0-3-15,0 0-63 16,0 0 60-16,0 0-9 16,0-63 11-1,0 62 40-15,0-3-79 16,0 0 40-16,0 4-13 0,0 0-62 15,0 0 65 1,0 0-59-16,0 0 7 0,0 0 11 16,0 0-12-16,0 13-12 15,0 23 52-15,-11 14-45 16,-21 12 79-16,-12 11-66 16,-8 4-2-16,-11 9 19 15,3-7-6-15,1-17-28 16,9-5 11-16,10-18 8 15,11-14 3-15,11-11-25 16,8-7 0-16,5-7-2 16,5 0 36-16,0 0-34 15,0 0 0-15,0 0 30 16,0 0-30-16,0 0 0 0,0 0 0 16,0 0-20-16,0 0 30 15,0 0-10-15,5 0 0 16,2 0 16-16,-1 0-33 15,9 0 17-15,4-4 0 16,6 1-16-16,10-3 29 16,9-2-13-16,6 3 0 15,2-5 22-15,-2 0-9 16,-3 2-13-16,-4 5 0 16,4 1-10-16,0-2 34 15,-2 0-24-15,10 1 0 16,-1 1 16-16,-3-2-21 15,-6 0 5-15,-1 4 0 0,-11 0-16 16,-7 0 24 0,-16 0-25-16,-2 0 17 0,-5 0-96 15,-3 0 52-15,0 0-108 16,0 0-74-16,0 0-670 0</inkml:trace>
        </inkml:traceGroup>
      </inkml:traceGroup>
    </inkml:traceGroup>
    <inkml:traceGroup>
      <inkml:annotationXML>
        <emma:emma xmlns:emma="http://www.w3.org/2003/04/emma" version="1.0">
          <emma:interpretation id="{F90AE2C1-9681-4ED3-81DB-2ABAEC604231}" emma:medium="tactile" emma:mode="ink">
            <msink:context xmlns:msink="http://schemas.microsoft.com/ink/2010/main" type="paragraph" rotatedBoundingBox="1522,14283 9417,14012 9473,15648 1578,15919" alignmentLevel="1"/>
          </emma:interpretation>
        </emma:emma>
      </inkml:annotationXML>
      <inkml:traceGroup>
        <inkml:annotationXML>
          <emma:emma xmlns:emma="http://www.w3.org/2003/04/emma" version="1.0">
            <emma:interpretation id="{43AF08CB-869D-43BD-A364-751296FDB4FA}" emma:medium="tactile" emma:mode="ink">
              <msink:context xmlns:msink="http://schemas.microsoft.com/ink/2010/main" type="line" rotatedBoundingBox="1522,14283 9417,14012 9473,15648 1578,15919"/>
            </emma:interpretation>
          </emma:emma>
        </inkml:annotationXML>
        <inkml:traceGroup>
          <inkml:annotationXML>
            <emma:emma xmlns:emma="http://www.w3.org/2003/04/emma" version="1.0">
              <emma:interpretation id="{70681EBB-9F51-4908-B602-8A79E044BCCD}" emma:medium="tactile" emma:mode="ink">
                <msink:context xmlns:msink="http://schemas.microsoft.com/ink/2010/main" type="inkWord" rotatedBoundingBox="1524,14337 3916,14255 3970,15836 1578,15919"/>
              </emma:interpretation>
              <emma:one-of disjunction-type="recognition" id="oneOf0">
                <emma:interpretation id="interp0" emma:lang="" emma:confidence="1">
                  <emma:literal/>
                </emma:interpretation>
              </emma:one-of>
            </emma:emma>
          </inkml:annotationXML>
          <inkml:trace contextRef="#ctx0" brushRef="#br0" timeOffset="2667.1474">-940 2888 525 0,'0'0'217'0,"0"0"-119"15,0 0 25-15,0 0-12 16,0 0-110-16,0 0 58 16,0 0-59-16,71-182 14 15,-27 143 33-15,-1-1-47 16,8 4 28-16,-1 7 5 16,0 9-11-16,-7 18 4 15,-2 2-26-15,-13 24 11 16,-13 35 38-16,-12 20-48 0,-3 8 39 15,0 3 0 1,-23 0-11-16,-16-17-14 0,1-11-15 16,-5-11 1-16,-8-14-8 15,0-11 8-15,7-9-1 16,9-12 0-16,7-5-77 16,12 0 32-16,16-9-78 15,0-17-207-15,0-1-225 0</inkml:trace>
          <inkml:trace contextRef="#ctx0" brushRef="#br0" timeOffset="3199.8467">-280 3010 683 0,'0'0'249'0,"0"0"-81"0,0 0-96 15,0 0 56-15,-221 176-61 16,171-108-44-16,18-4 32 16,14-10-45-16,18-14-10 15,0-10 4-15,25-18 34 16,19-12-35-16,9 0-3 16,1-12 0-16,1-24-8 15,-8-3 17-15,-12-7-9 16,-14 1 0-16,-5 0 29 15,-13 4-35-15,-3 6 6 0,0 12 0 16,0 14 22 0,-15 9-21-16,3 4-1 0,-8 34 0 15,8 9 31-15,6 8-31 16,6-8 0-16,0-2 1 16,0-9-10-16,21-14 17 15,8-8-8-15,8-14 0 16,6 0-56-16,7-2-2 15,22-34-106-15,-10 2-203 16,-12 6-390-16</inkml:trace>
          <inkml:trace contextRef="#ctx0" brushRef="#br0" timeOffset="2245.3694">-966 2821 734 0,'0'0'173'0,"0"0"-10"0,0 0-111 16,0 0-13 0,0 0-4-16,0 0-12 0,0 0-1 15,0 30 17-15,0 16-26 16,11 12 83-16,4 16-83 16,-5 11 26-16,1 10 9 15,-1 0-22-15,-1 3-8 16,-3-6-18-16,1-12 11 15,-7-8-14-15,5-14 4 16,-5-12-1-16,0-17 0 16,0-9-28-16,0-10 6 15,0-10-44 1,10-10-32-16,-2-25 6 0,6-10-320 0</inkml:trace>
          <inkml:trace contextRef="#ctx0" brushRef="#br0" timeOffset="3976.0059">364 3083 735 0,'0'0'264'0,"0"0"-155"0,0 0 18 16,0 0-78-16,0 0-11 16,-184 103 75-16,137-52-104 15,12-2 24-15,20-12-33 16,15-7 41-16,0-11-38 15,23-11-3-15,16-8 0 16,4 0-10-16,1-8 24 16,-6-16-14-16,-8-6 0 15,-8 1 40-15,-12-1-40 16,-6 6 0-16,-4 1 0 16,0 6-4-16,0 8 20 15,0 9-16-15,0 0 0 0,0 0 0 16,0 26-13-16,0 19 13 15,11 10 0-15,6 16-9 16,5 8 35-16,-1 5-26 16,10-1 6-16,-6-2 32 15,0-5-28-15,-4-12-10 16,-7-2 0-16,-11-15-6 16,-3-4 22-16,0-6-16 15,-35-11 0-15,-12-10 37 16,-8-7-52-16,-5-9 15 15,1 0-12-15,6-9-21 16,6-23 8-16,7 3 25 16,16-6-6-16,8 7 9 15,16 6-25-15,0-1 22 16,21-3-4-16,35-6-34 0,19-10 41 16,19-10-3-16,14-8 0 15,11-3 32-15,3-5-35 16,-7-7 3-16,-6-2 0 15,-22 8 2-15,-23 5 22 16,-24 2-24 0,-29 2 16-16,-11 12 18 0,0 4-33 0,-36 8-1 15,-4 12 0-15,1 11-16 16,-3 11 24-16,12 2-8 16,2 9 0-16,13 29 10 15,6 11-25-15,9 5 15 16,0 6 0-16,19-6-26 15,21-9 24-15,7-5 2 16,10-12 0-16,11-11-76 16,59-17 1-16,-21 0-153 15,4 0-768-15</inkml:trace>
        </inkml:traceGroup>
        <inkml:traceGroup>
          <inkml:annotationXML>
            <emma:emma xmlns:emma="http://www.w3.org/2003/04/emma" version="1.0">
              <emma:interpretation id="{0F33809C-F46A-4469-8728-3DDE4FAFD7F0}" emma:medium="tactile" emma:mode="ink">
                <msink:context xmlns:msink="http://schemas.microsoft.com/ink/2010/main" type="inkWord" rotatedBoundingBox="4775,14172 9417,14012 9471,15573 4828,15732"/>
              </emma:interpretation>
              <emma:one-of disjunction-type="recognition" id="oneOf1">
                <emma:interpretation id="interp1" emma:lang="" emma:confidence="1">
                  <emma:literal/>
                </emma:interpretation>
              </emma:one-of>
            </emma:emma>
          </inkml:annotationXML>
          <inkml:trace contextRef="#ctx0" brushRef="#br0" timeOffset="5111.8515">2690 3465 842 0,'0'0'211'0,"0"0"-56"16,0 0-80-16,0 0 31 15,-7 194-88-15,-4-171-8 16,4-14 60-16,4-9-70 16,3 0 93-16,0-9-37 15,0-25-34-15,0-13 6 16,13-17-28-16,24-19 0 16,8-8-19-16,7-5 34 15,1 6-15-15,-3 8 0 16,-1 16 27-16,-4 15-50 15,-1 19 23-15,-4 6-58 16,0 16-5-16,-15 10-126 16,-7 0 43-16,-18 38-104 0,0 11-64 15,0 2-237-15</inkml:trace>
          <inkml:trace contextRef="#ctx0" brushRef="#br0" timeOffset="5346.1664">3173 3318 309 0,'0'0'128'0,"0"0"22"0,0 0 15 16,0 0 73-16,209 39-115 15,-145-65-36-15,5-19 24 16,-8-10-110-16,-10-3 56 16,-15-5-31-16,-16 4-3 15,-20 12 19-15,-13 17-23 0,-35 21 2 16,-16 9 11 0,-8 30-5-16,0 30-27 0,4 12 21 15,17 10-5-15,20-5 30 16,22-10-46-1,9-12 0-15,37-15-13 0,32-13 1 16,24-22-12-16,73-5-80 16,-22-28-136-16,-11-9-472 0</inkml:trace>
          <inkml:trace contextRef="#ctx0" brushRef="#br0" timeOffset="5769.6219">4347 2952 674 0,'0'0'329'15,"0"0"-183"-15,-195 82 22 16,88-19-47-16,10 2-85 16,18-5 64-16,29-11-100 15,28-16 1-15,22-6-1 0,15-10 36 16,52-6-36-16,23 0 0 16,16-9 16-16,4 6-29 15,-8 1 13-15,-23 10 0 16,-29 7-1-16,-28 15 28 15,-22 4-27-15,-22 13 35 16,-50 6-26-16,-22 4 36 16,-18-1-45-16,-3-17 0 15,11-12 0-15,21-13-73 16,22-16 6-16,40-13-62 16,12-26-89-16,9-9-320 0</inkml:trace>
          <inkml:trace contextRef="#ctx0" brushRef="#br0" timeOffset="4793.4994">2397 2942 388 0,'0'0'240'0,"0"0"-5"0,0 0-93 0,0 0 23 16,0 0-84-16,0 0-13 15,0 0 42-15,15-72-110 16,-15 72 35-16,0 0-35 15,0 42 27-15,0 28 16 0,0 18 21 16,-3 32-25-16,-19 4 10 16,-1 10-27-16,3-9-22 15,8-20 0-15,9-19 32 16,3-24-37-16,0-27 5 16,0-20 0-16,0-15 2 15,0 0 29-15,0-22-9 16,0-31-22-16,0-29 38 15,8-21-50-15,21-46 12 16,12-42-14-16,-4-39-7 16,-3 18-47-16,-9 50 66 15,-20 58-12-15,3 46 28 16,-1 7-25-16,1 9 11 16,11 9 0-16,2 27-25 15,8 6 1-15,6 9 24 0,8 33 0 16,-2 12 22-16,-13 12-10 15,-13 3-12-15,-15 2 0 16,0-3 3-16,-40-8 9 16,-25 2-12-16,-11-4 0 15,-6-11 23-15,2-8-25 16,20-11 2-16,16-11-93 16,26-3 4-16,18-13-146 15,0-1-121-15,20 0-417 0</inkml:trace>
          <inkml:trace contextRef="#ctx0" brushRef="#br0" timeOffset="7014.3516">4902 3244 508 0,'0'0'218'0,"0"0"-125"16,0 0-12-16,0 0 47 15,0 0-105-15,0 0 47 16,0 0-31-16,0 19-17 15,16-19 79-15,5-6-75 16,1-16 20-16,5-4-11 16,-7-6-7-16,-2-9-12 15,-8 0-16-15,-6-3 7 16,-4 11-11-16,0 6 4 16,-32 14 0-16,-12 13 0 15,-9 9-2-15,-9 38-5 0,10 14 7 16,4 9 0-1,14 2-15-15,21-6 16 0,13-16-1 16,0-14 0-16,43-17 16 16,11-15-16-16,14-4 0 15,14-17 7-15,9-21 40 16,-4-5-33-16,-12 1 2 16,-17 10 3-16,-23 10 19 15,-13 16-32-15,-17 6-6 16,-5 10 0-16,0 31-1 15,0 10 14-15,-15 11-13 16,-3 0 0-16,-1-6 23 16,6-8-23-16,5-8 0 15,4-19 0-15,4-12-8 0,0-9 26 16,0 0-18-16,4-11 4 16,27-29 30-16,11-11-35 15,8-7 1-15,1-5 0 16,-1 10-18-16,-10 16 24 0,-15 14-6 15,-15 19 0-15,-2 4-16 16,-8 4 15-16,4 23 1 16,-1 1 0-16,0 0-22 15,9-2 31-15,5-3-9 16,1-6 0-16,7-8 25 16,4-1-26-16,1-8 1 15,2 0 0-15,1-17 41 16,2-15-31-16,2-17 22 15,5-9-5-15,10-19 8 16,1-13-23-16,6-11-12 16,3-10 0-16,-11-1-29 15,-2 10 39-15,-17 7-10 16,-14 20 0-16,-11 20 35 16,-7 16-35-16,0 20 0 0,0 15 1 15,-7 4-18-15,-23 36 26 16,-2 35-9-16,-8 30 38 15,-3 16-25-15,4 9 59 16,11-1-72-16,16-20 19 16,12-14-19-16,0-19 13 15,42-18-13-15,25-18 0 16,11-19 41-16,19-17-53 16,9 0 12-16,2-21-72 15,-11-12 14 1,-20-3-123 46,-35-13 12-46,-25 13-50 0,-17 3-685-16</inkml:trace>
          <inkml:trace contextRef="#ctx0" brushRef="#br0" timeOffset="7147.4612">5971 2802 454 0,'0'0'634'0,"0"0"-451"15,0 0-142-15,219-103 63 0,-97 61-67 16,24-7-37-16,1-4 24 16,-13 4-11-16,-27 11-13 15,-35 16 0-15,-67 22-103 16,-5 3-102-16,-41 26-472 0</inkml:trace>
        </inkml:traceGroup>
      </inkml:traceGroup>
    </inkml:traceGroup>
    <inkml:traceGroup>
      <inkml:annotationXML>
        <emma:emma xmlns:emma="http://www.w3.org/2003/04/emma" version="1.0">
          <emma:interpretation id="{37494DBA-FDF2-4D12-9858-9F313C1CDF4E}" emma:medium="tactile" emma:mode="ink">
            <msink:context xmlns:msink="http://schemas.microsoft.com/ink/2010/main" type="paragraph" rotatedBoundingBox="3789,16321 9642,15705 9780,17021 3928,17638" alignmentLevel="3"/>
          </emma:interpretation>
        </emma:emma>
      </inkml:annotationXML>
      <inkml:traceGroup>
        <inkml:annotationXML>
          <emma:emma xmlns:emma="http://www.w3.org/2003/04/emma" version="1.0">
            <emma:interpretation id="{3AACC12B-6C6E-49B4-8C5D-33DF34A2A78F}" emma:medium="tactile" emma:mode="ink">
              <msink:context xmlns:msink="http://schemas.microsoft.com/ink/2010/main" type="line" rotatedBoundingBox="3789,16321 9642,15705 9780,17021 3928,17638"/>
            </emma:interpretation>
          </emma:emma>
        </inkml:annotationXML>
        <inkml:traceGroup>
          <inkml:annotationXML>
            <emma:emma xmlns:emma="http://www.w3.org/2003/04/emma" version="1.0">
              <emma:interpretation id="{2A437691-6C63-4399-AF2D-3D11805A1304}" emma:medium="tactile" emma:mode="ink">
                <msink:context xmlns:msink="http://schemas.microsoft.com/ink/2010/main" type="inkWord" rotatedBoundingBox="3789,16321 4784,16217 4901,17320 3906,17425"/>
              </emma:interpretation>
              <emma:one-of disjunction-type="recognition" id="oneOf2">
                <emma:interpretation id="interp2" emma:lang="" emma:confidence="1">
                  <emma:literal/>
                </emma:interpretation>
              </emma:one-of>
            </emma:emma>
          </inkml:annotationXML>
          <inkml:trace contextRef="#ctx0" brushRef="#br0" timeOffset="7851.7457">1399 4767 636 0,'0'0'244'0,"0"0"-79"15,0 0-92-15,0 0 23 16,0 0 87-16,0 197-104 16,0-116 36-16,0 0 3 15,0-7-100-15,0-6 87 16,-7-10-102-16,4-13 9 0,3-13-15 15,-5-5 14 1,5-13-22-16,0-7 9 0,0-7-153 16,8-17 29-16,14-16-183 0</inkml:trace>
          <inkml:trace contextRef="#ctx0" brushRef="#br0" timeOffset="8407.5289">1810 5181 806 0,'0'0'330'15,"0"0"-214"-15,-40 216 34 16,15-134-26-16,7-16-123 0,8-25 64 16,6-18-65-16,4-23 0 15,0 0 54-15,4-23-41 16,24-29 6-16,12-20-19 16,9-19 37-16,9-14-49 15,1-10 12-15,-6-3 0 16,-1 17-29-16,-8 11 27 15,-9 28 2-15,-10 30 0 16,-3 29 38-16,-4 3-36 16,4 22-2-16,-9 27 0 15,6 8 14-15,-9 2 5 16,-2-5-19-16,2-3 0 16,-2-2-17-16,12 5-12 0,2-17-177 15,10-10-178-15</inkml:trace>
          <inkml:trace contextRef="#ctx0" brushRef="#br0" timeOffset="8071.4182">1757 4527 880 0,'0'0'303'0,"0"0"-106"16,0 0-144-16,0 0 20 16,0 0-51-16,0 0 10 0,0 0-41 15,-15-37 9-15,15 37-118 16,0 0-14-16,0 9-449 0</inkml:trace>
        </inkml:traceGroup>
        <inkml:traceGroup>
          <inkml:annotationXML>
            <emma:emma xmlns:emma="http://www.w3.org/2003/04/emma" version="1.0">
              <emma:interpretation id="{B0B2BE80-7BB4-4B03-AE54-F8CB6BB23880}" emma:medium="tactile" emma:mode="ink">
                <msink:context xmlns:msink="http://schemas.microsoft.com/ink/2010/main" type="inkWord" rotatedBoundingBox="5594,16366 9666,15937 9780,17021 5708,17450"/>
              </emma:interpretation>
              <emma:one-of disjunction-type="recognition" id="oneOf3">
                <emma:interpretation id="interp3" emma:lang="" emma:confidence="0.5">
                  <emma:literal>memory</emma:literal>
                </emma:interpretation>
                <emma:interpretation id="interp4" emma:lang="" emma:confidence="0">
                  <emma:literal>memology</emma:literal>
                </emma:interpretation>
                <emma:interpretation id="interp5" emma:lang="" emma:confidence="0">
                  <emma:literal>memos</emma:literal>
                </emma:interpretation>
                <emma:interpretation id="interp6" emma:lang="" emma:confidence="0">
                  <emma:literal>Memory</emma:literal>
                </emma:interpretation>
                <emma:interpretation id="interp7" emma:lang="" emma:confidence="0">
                  <emma:literal>memory's</emma:literal>
                </emma:interpretation>
              </emma:one-of>
            </emma:emma>
          </inkml:annotationXML>
          <inkml:trace contextRef="#ctx0" brushRef="#br0" timeOffset="11268.4219">3310 4667 573 0,'0'0'294'0,"0"0"-75"15,0 0-88-15,-21 218 48 16,-9-117-110-16,5-1-14 16,-1-14 1-16,5-19-26 0,11-21-18 15,3-22-12-15,7-11 22 16,0-13-6-16,0 0-16 15,0-32 0-15,17-15-2 16,16-22 15-16,14-19-21 16,10-10 8-16,6 2-57 15,1 5 35-15,-7 25-1 16,-14 29 23 0,-11 31-12-16,-14 6 21 15,-6 38-9-15,-12 22 0 16,0 16 6-16,-3-1-18 15,-16-5 12-15,-2-14 0 16,6-14-6-16,8-19 25 16,7-13-19-16,0-10 0 0,0-2 10 15,30-43-23-15,22-13 13 16,16-19 0-16,9-10-6 16,-1-2-95-16,-9 18 83 15,-26 20 8-15,-16 28 10 16,-15 23-20-16,-10 0 20 15,0 36 0-15,0 19-1 16,-3 5 40-16,-12 7-39 16,8-9 0-16,7-13 19 15,0-9-19-15,4-17 12 16,36-10-12-16,7-9 26 16,11 0 7-16,6-19-24 0,1-17-9 15,-1-12 14-15,-1-3-15 16,-9-12 1-16,-11-1 0 15,-15 0 0-15,-11-2 22 16,-17 3-22-16,0 12 0 16,-17 15 1-16,-29 19-28 15,-16 17 27-15,2 10 0 16,-6 42-6-16,4 13 16 16,16 11-10-16,14-3 0 15,17-5 1-15,15-12-21 16,0-17 20-16,33-13 0 15,6-16 0-15,11-10 26 16,5 0-26-16,0-2 0 0,-3-21 0 16,3-3 5-1,-11-2-5-15,-4 6 0 0,-13 9-1 16,-4 3 19-16,-6 10-19 16,-5 0 1-16,-9 23 0 15,0 17 38-15,-3 2-26 16,0 3-12-16,0-6 0 0,-10-10 16 15,2-7-17-15,4-9 1 16,1-9 0-16,3-4 6 16,0 0-6-16,0-17 0 15,14-19-1-15,16-9-17 16,13-13 0-16,16-7 15 16,4-1-45-16,-1 8 27 15,-8 20-1-15,-18 25 22 16,-17 13 0-16,-13 9 0 15,-6 33-1-15,0 7 1 16,0-4 0-16,-6-2-14 16,-3-4 15-16,6-13-1 0,-2-3 0 15,5-10 20-15,0-6-21 16,0-7 1-16,12 0 0 16,16-9-10-16,12-21 11 15,7-10-1-15,2-6 0 16,4-3 26-16,-6 0-26 15,-5 12 0-15,-9 9 0 16,-11 11-28-16,-12 11 28 16,-2 6 0-16,-1 0 0 15,-4 6 11-15,1 12-12 16,-1 7 1-16,2-4 0 16,2 5-20-16,3 0 27 15,12-1-7-15,3 1 0 0,8-3 21 16,6-2-22-1,7-15 1-15,10-2 0 0,-1-4 6 16,-7 0 13-16,-4-4-19 16,-11-11 10-16,-8-7 25 15,-11 3-23-15,-6-3-12 16,-8 1 0-16,0 6 0 16,0 2 10-16,-18 5-10 15,-4 8 0-15,0 0 10 16,0 17-21-16,7 19 11 15,5 6 0-15,10 2-32 16,0-3 33-16,10-1-1 0,24-14 0 16,9-11 26-16,1-9-27 15,-2-6 1-15,-6 0 0 16,-14 0 1-16,-7-17 18 16,-15-8-19-16,0 1 0 15,-5-10 35-15,-27-4-54 16,-8-8 19-16,-2-1-13 0,-6 6-22 15,9 3 37-15,3 6-2 16,11 8 0-16,14 12 22 16,11 1-44-16,0 0 22 15,47-10 0-15,25-6-40 16,22-9 49-16,10-1-9 16,3-3 0-16,-19 16 34 15,-24 10-30-15,-21 14-4 16,-19 0 0-16,-24 29-6 15,0 20 35-15,0 9-29 16,-20 1 19-16,3-8 18 16,5-4-37-16,9-17 0 15,3-7 0-15,0-12-19 0,15-9 38 16,22-2-19 0,8 0 0-16,13-32 45 0,3-10-51 15,4-7 6-15,0-9 0 16,-7-1-25-16,-11 10 31 15,-15 8-6-15,-7 16 0 16,-15 12 35-16,-1 9-57 16,-6 4 22-16,0 0 0 15,4 0-45-15,8 6 58 16,0 5-13-16,2-1 0 16,3-1 35-16,7-5-44 15,3-4 9-15,3 0 0 16,-1 0-20-16,0 0 35 15,-1-8-15-15,0-11 0 16,-10-3 36-16,-4-8-30 16,-2 1-6-1,-8-1 0-15,-2 7 9 16,-5 4 14-16,0 6-23 16,0 5 0-16,0 8 35 0,0 0-51 15,0 0 16-15,0 0 0 16,0 0-35-16,0 0 44 15,0 0-9-15,0 0 0 16,0 0 23-16,-9 4-35 16,-1 9 12-16,2-3 0 15,3-1-30-15,3 2 44 16,2-9-14-16,0 6 0 16,0-6 28-16,0-2-40 15,0 0 12-15,0 0 0 16,0 0-16-16,0 0 37 15,0 0-21-15,0 0 1 16,0 0 36-16,0 0-25 0,0 0-12 16,0 0 0-16,0 0-17 15,0 0 28-15,0 0-11 16,0 0 0-16,0 0 26 0,0 0-35 16,0 0 9-16,0 0 0 15,0 0-26-15,0 0 38 0,0 0-12 16,0 0 0-1,0 0 26-15,0 0-44 0,0 0 18 16,0 0 0-16,0 18-33 16,0 12 34-16,0 11-1 15,0 17 0-15,0 16 27 16,0 19 2-16,-10 3-29 16,-8 7 0-16,3-2 8 15,3-11 12-15,-1-9-20 16,3-14 0-16,-5-16 31 15,0-12-28-15,-7-12-3 16,-5-12 0-16,-10-10-18 16,-9-5 34-16,-6 0-16 15,5 0 0 1,3-5-61-16,9-10 59 16,7-4-101-16,3-2-56 0,10 8 19 15,0 3-222-15</inkml:trace>
        </inkml:traceGroup>
      </inkml:traceGroup>
    </inkml:traceGroup>
    <inkml:traceGroup>
      <inkml:annotationXML>
        <emma:emma xmlns:emma="http://www.w3.org/2003/04/emma" version="1.0">
          <emma:interpretation id="{1BD964CA-2CCC-4BEC-9680-288FE7401CE5}" emma:medium="tactile" emma:mode="ink">
            <msink:context xmlns:msink="http://schemas.microsoft.com/ink/2010/main" type="paragraph" rotatedBoundingBox="6100,17404 18774,15998 18901,17144 6227,18549" alignmentLevel="4"/>
          </emma:interpretation>
        </emma:emma>
      </inkml:annotationXML>
      <inkml:traceGroup>
        <inkml:annotationXML>
          <emma:emma xmlns:emma="http://www.w3.org/2003/04/emma" version="1.0">
            <emma:interpretation id="{03A0D395-9067-4A1F-A9DE-A41D15801DB2}" emma:medium="tactile" emma:mode="ink">
              <msink:context xmlns:msink="http://schemas.microsoft.com/ink/2010/main" type="line" rotatedBoundingBox="6100,17404 18774,15998 18901,17144 6227,18549"/>
            </emma:interpretation>
          </emma:emma>
        </inkml:annotationXML>
        <inkml:traceGroup>
          <inkml:annotationXML>
            <emma:emma xmlns:emma="http://www.w3.org/2003/04/emma" version="1.0">
              <emma:interpretation id="{86ECADA7-C0B7-492B-8670-68512996E5F8}" emma:medium="tactile" emma:mode="ink">
                <msink:context xmlns:msink="http://schemas.microsoft.com/ink/2010/main" type="inkWord" rotatedBoundingBox="6105,17450 10315,16983 10437,18082 6227,18549"/>
              </emma:interpretation>
              <emma:one-of disjunction-type="recognition" id="oneOf4">
                <emma:interpretation id="interp8" emma:lang="" emma:confidence="1">
                  <emma:literal/>
                </emma:interpretation>
              </emma:one-of>
            </emma:emma>
          </inkml:annotationXML>
          <inkml:trace contextRef="#ctx0" brushRef="#br0" timeOffset="13378.2337">5790 5930 537 0,'0'0'238'0,"0"0"47"16,0 0-144-16,-33 179-13 15,5-109-12-15,-1 3-102 16,1-15 65-16,1-13-54 15,12-13-15-15,5-15 32 16,3-11-29-16,7-6-13 16,0 0 15-16,0-25 17 0,25-24-34 15,19-13 2 1,18-20 0-16,10-4-19 0,6-3 19 16,2 6 0-1,-4 17-1-15,-8 19 9 0,-14 20-10 16,-11 27 2-16,-14 0 0 15,-18 38-33-15,-11 24 34 16,0 20-1-16,-11 6 0 16,-11-5 29-16,5-6-30 15,14-14 1-15,3-21 0 16,0-16-19-16,32-17 20 16,14-9-1-16,10-1 0 15,7-33 35-15,2-11-36 16,1-2 1-16,-11-1 0 0,-13 2-14 15,-7 12 15 1,-14 4-1-16,-12 17 0 16,-9 13 13-16,0 0-24 0,0 30 11 15,-4 12 0-15,-4 9-22 16,8 7 23-16,0-5-1 16,3-4 0-16,28-11 21 0,-1-15-22 15,8-14 1-15,-6-9 0 16,-4 0-8-16,-3-2 19 15,-10-22-11-15,-11-1 0 32,-4-14 33-32,0-3-42 0,-25-11 9 0,-12-6 0 15,-2 1-35-15,3 2 30 16,4 3 5-16,-2 17-19 31,13 13 30-31,4 17-27 0,9 6 16 0,8 0-32 16,0 0 6-16,18 13 5 15,26-3 21-15,6-6 0 16,3-4 28-16,6 0-35 0,-2 0 7 16,-6-12 0-16,-4-7-5 15,-3-3 33-15,-9-10-28 16,-7-4 14-16,-3-13 21 16,2-6-22-16,-10-13-13 15,-2-7 0-15,0-3-24 16,-2 5 34-16,-6 2-10 15,-2 21 0-15,-2 10 38 16,-3 18-16-16,0 16-22 16,0 6 7-16,0 4-36 15,0 37 43-15,0 19-14 16,0 24 50-16,0 3-34 0,0 7 41 16,0-11-57-1,29-7 12-15,14-18 7 0,14-17 11 16,8-9-25-16,4-15 20 15,-1-7 10-15,1-10-23 32,-5 0-12-32,-9 0-28 0,-5-27 16 0,-13 3-105 31,-12-6 8-31,-25-6-1 16,0 8-122-16,-15 1-266 0</inkml:trace>
          <inkml:trace contextRef="#ctx0" brushRef="#br0" timeOffset="13612.5557">7102 5566 859 0,'0'0'279'0,"0"0"-172"0,0 0-66 15,0 0 63 1,0 0-92-16,205-64 34 0,-140 41-20 15,4-3 6-15,0 1-32 16,-16 0 0-16,-4 10-81 16,-18 7-3-16,-4 3-237 15,-15 1-300-15</inkml:trace>
          <inkml:trace contextRef="#ctx0" brushRef="#br0" timeOffset="12191.2729">3897 6083 426 0,'0'0'209'16,"0"0"-76"-16,0 0 51 15,0 0-40-15,0 0-102 16,0 0 49-16,0 0-56 0,-86 92 27 15,42-20 45-15,9-2-106 16,10-9 46-16,13-11-47 16,12-14 24-16,0-10-28 15,8-12 4-15,24-14 0 16,8 0 4-16,7 0 21 16,0-27-25-16,-9 1 0 15,-7-6 15-15,-15 0-23 16,-11 0 8-16,-5-6 0 15,0-1-17-15,-15-2-22 16,-10 2 39-16,0 7 0 16,2 9 6-16,6 5-21 15,7 8 15-15,2 1 0 0,8-1-12 16,0-7 2-16,43-5 10 16,16-10 0-16,16-4 1 15,5 3-12-15,-5 12 11 16,-11 16 0-16,-6 5 20 15,-17 19 6-15,-20 34 6 16,-14 19 20-16,-7 11-33 16,0 7 99-16,-17 3-87 15,-6-16 0-15,9-13 2 16,9-24 2-16,5-17-35 16,0-21 0-16,42-2 15 15,18-20-17-15,27-29 2 16,20-11-23-16,12-15-24 0,48-26-166 15,-34 20 22-15,-18 14-378 16</inkml:trace>
        </inkml:traceGroup>
        <inkml:traceGroup>
          <inkml:annotationXML>
            <emma:emma xmlns:emma="http://www.w3.org/2003/04/emma" version="1.0">
              <emma:interpretation id="{5DE67A54-608D-4367-BE53-5AAE3C1DC5DC}" emma:medium="tactile" emma:mode="ink">
                <msink:context xmlns:msink="http://schemas.microsoft.com/ink/2010/main" type="inkWord" rotatedBoundingBox="14065,16663 15665,16576 15709,17376 14108,17464"/>
              </emma:interpretation>
              <emma:one-of disjunction-type="recognition" id="oneOf5">
                <emma:interpretation id="interp9" emma:lang="" emma:confidence="0.5">
                  <emma:literal>or</emma:literal>
                </emma:interpretation>
                <emma:interpretation id="interp10" emma:lang="" emma:confidence="0">
                  <emma:literal>on</emma:literal>
                </emma:interpretation>
                <emma:interpretation id="interp11" emma:lang="" emma:confidence="0">
                  <emma:literal>o</emma:literal>
                </emma:interpretation>
                <emma:interpretation id="interp12" emma:lang="" emma:confidence="0">
                  <emma:literal>Or</emma:literal>
                </emma:interpretation>
                <emma:interpretation id="interp13" emma:lang="" emma:confidence="0">
                  <emma:literal>of</emma:literal>
                </emma:interpretation>
              </emma:one-of>
            </emma:emma>
          </inkml:annotationXML>
          <inkml:trace contextRef="#ctx0" brushRef="#br0" timeOffset="37263.1815">12182 4896 772 0,'0'0'234'0,"0"0"-168"0,0 0 85 15,0 0-95-15,0 0-37 16,0 0 69-16,0-50-86 16,0 50 27-16,0 0-28 15,-3 0 43-15,-21 11-53 16,-18 28 9-16,-23 25 0 15,-22 23 39-15,-15 17-21 16,7 7-7-16,11-6-11 16,29-10 38-16,32-19-52 15,23-22 14-15,8-14 0 16,56-16-34-16,23-16 29 16,11-8 5-16,19-4 0 15,-5-28 2-15,-11-10-17 0,-18-3 15 16,-24 2 0-16,-27-2-33 15,-22 4 47-15,-10-4-14 16,-15 8 0-16,-39-3 15 16,-11 6-32-16,-4 4 17 15,-3 4 0-15,7 3-28 16,8 4 42-16,14 6-14 16,16 0 0-16,12-1 34 15,15 5-18-15,0-8-16 16,48-6 0-16,26-1-29 15,20-10 42-15,6 4-13 16,4 0 0-16,-9 11 29 16,-20 6-44-16,-10 13 15 0,-23 0 0 15,-8 5-21 1,-16 31 21-16,-8 15 0 0,-10 7 8 16,0 9 21-16,0 1 6 15,-7-6-35-15,-8-8 0 16,9-12-11-16,2-10 30 15,4-9-19-15,0-10 0 16,4-5 29-16,28-6 7 16,11-2-36-1,10 0 1-15,16 0-12 0,11-10-22 0,-1-8-40 16,11-2-39-16,-21 3-182 16,-11 7-632-16</inkml:trace>
        </inkml:traceGroup>
        <inkml:traceGroup>
          <inkml:annotationXML>
            <emma:emma xmlns:emma="http://www.w3.org/2003/04/emma" version="1.0">
              <emma:interpretation id="{B0899108-22FF-47F5-8C60-C88CBE973DA8}" emma:medium="tactile" emma:mode="ink">
                <msink:context xmlns:msink="http://schemas.microsoft.com/ink/2010/main" type="inkWord" rotatedBoundingBox="15979,16906 18649,15850 18996,16728 16326,17784"/>
              </emma:interpretation>
              <emma:one-of disjunction-type="recognition" id="oneOf6">
                <emma:interpretation id="interp14" emma:lang="" emma:confidence="0.5">
                  <emma:literal>not</emma:literal>
                </emma:interpretation>
                <emma:interpretation id="interp15" emma:lang="" emma:confidence="0">
                  <emma:literal>rot</emma:literal>
                </emma:interpretation>
                <emma:interpretation id="interp16" emma:lang="" emma:confidence="0">
                  <emma:literal>Not</emma:literal>
                </emma:interpretation>
                <emma:interpretation id="interp17" emma:lang="" emma:confidence="0">
                  <emma:literal>note</emma:literal>
                </emma:interpretation>
                <emma:interpretation id="interp18" emma:lang="" emma:confidence="0">
                  <emma:literal>hot</emma:literal>
                </emma:interpretation>
              </emma:one-of>
            </emma:emma>
          </inkml:annotationXML>
          <inkml:trace contextRef="#ctx0" brushRef="#br0" timeOffset="38726.0557">14050 5122 727 0,'0'0'245'0,"0"0"-119"31,0 0-33-31,0 0 59 16,-74 168-113-16,46-119 15 15,-4 0-3-15,0 1-30 16,-1-5 7-16,1-5-28 0,-1-10 16 15,4 0-6-15,4-11-3 16,3-3-7-16,7-10 6 16,5-2 34-16,2-4-6 15,8 0 25-15,0-4-59 16,0-22 50-16,0-10-43 16,33-15-7-16,18-13 0 15,20-18-6-15,13-6-8 16,10 1-1-16,-4 6 15 15,-11 17-35-15,-11 15 42 16,-18 17-7-16,-8 19 0 16,-15 9 6-16,-2 4-23 15,-7 9 17-15,-6 27 0 16,-9 9-28-16,-3 10 37 16,0 4-9-16,-11-1 0 0,-11 1 35 15,0-7-47 1,12-7 12-16,7-9 0 0,3-7-26 15,0-12 32-15,3-4-6 16,26-13 0-16,4 0 39 16,9 0-40-16,10-13 1 15,-2-13 0-15,0-3-18 16,-6-1 30-16,-9 3-12 16,-9 9 0-16,-16 8 35 15,-3 6-51-15,-7 4 16 16,0 0-6-16,0 23-38 15,0 13 50-15,-7 3-6 0,4 4 0 16,3-8 32 0,0-8-46-16,0-9 14 0,0-4 0 15,14-11-25-15,1-3 45 16,0 0-20-16,-5-3 21 16,5-20 12-16,-9-13 4 15,1-5-37-15,-7-13 0 16,0-4-24-16,0-2 32 0,0 1-8 15,0 10 0-15,0 13 19 16,0 17-37-16,0 15 18 16,0 4-28-16,-3 4-1 15,3 25-3-15,0 3 32 16,0-2 0-16,28-2 16 16,9-7-33-16,6-8 17 15,1-7 0-15,-1-6-8 16,-1 0 40-16,2-6-30 15,-1-24 37-15,-1-11-26 16,6-8 41-16,-1-14-54 16,3-9 0-16,2-5-20 0,-5-10 32 15,-5-5-12-15,-5 3 0 16,-9 1 26-16,-6 10-30 16,-7 10 4-16,-5 13 0 15,-7 16-9-15,2 13 45 16,-5 16-36-16,0 10 0 15,0 0 22-15,0 17-45 16,0 30 23-16,0 23 0 16,0 12-13-16,0 19 35 15,0 3-22-15,0-3 0 16,0-13 30-16,4-9-27 16,21-19-3-16,7-15 0 0,8-13-10 15,3-10 34-15,14-13-24 16,8-9 0-16,10 0 22 15,6-9-59-15,-6-22 8 16,-8-1-78-16,-22-4 34 16,-35-13-144-16,-10 8-24 15,0 1-786-15</inkml:trace>
          <inkml:trace contextRef="#ctx0" brushRef="#br0" timeOffset="38954.3414">15033 4735 677 0,'0'0'500'0,"0"0"-368"0,0 0-71 16,0 0 58-16,0 0-84 16,271-47 6-16,-142 15-12 15,16-4 0-15,9-3-29 16,-2 2 0-16,-15 1-102 15,-8 6 20-15,-38 12-142 16,-33 8-476-16</inkml:trace>
        </inkml:traceGroup>
      </inkml:traceGroup>
    </inkml:traceGroup>
  </inkml:traceGroup>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42:17.599"/>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92264C5C-7A5D-4625-B3BF-C88E24E7545D}" emma:medium="tactile" emma:mode="ink">
          <msink:context xmlns:msink="http://schemas.microsoft.com/ink/2010/main" type="inkDrawing" rotatedBoundingBox="4855,11562 15385,14028 15073,15361 4543,12894" semanticType="callout" shapeName="Other">
            <msink:sourceLink direction="with" ref="{9BF21033-DC02-495C-9E9F-6CD1F82B0CAF}"/>
            <msink:sourceLink direction="with" ref="{14CD8D79-03CC-4C3C-BB64-568EF25D8380}"/>
          </msink:context>
        </emma:interpretation>
      </emma:emma>
    </inkml:annotationXML>
    <inkml:trace contextRef="#ctx0" brushRef="#br0">-4 0 38 0,'0'0'49'0,"0"0"-15"16,0 0 37-16,0 0-42 15,0 0 8-15,0 0 37 0,0 0-48 16,0 0 40-16,0 0-12 15,0 0-31-15,0 0 60 32,0 0-49-32,0 0 15 15,0 0 36-15,0 0-72 0,0 6 78 16,0 1-19-16,0 3-50 16,0 0 69-16,0-1-90 15,5 4 26-15,0 1 9 16,0 3-17-16,2-2 20 15,1 2-10-15,-1 1-22 16,3 5 60-16,5-1-58 16,0 5-8-16,-2-1 12 15,2-1 19-15,-1 1-23 16,4 1-9-16,-1-4 13 16,3-1-3-16,-2 1-8 15,2-2-2-15,2-3 0 16,5 1 24-16,-2 0-24 15,3 2 0-15,1 1 1 0,-1 1-9 16,4 5 8-16,1-1 0 16,4 4 0-16,-5 1 15 15,5-4-15-15,-5 6 0 16,3-4 0-16,1 0-8 16,3 2 8-16,-2-2 0 15,-1-6 0-15,5 4 14 16,-6-2-14-16,7-3 0 15,-7 3 1-15,3 0 2 16,6 2 4-16,-4 4-7 16,0 0 3-16,2 0 31 15,-2 4-34-15,7 1 0 16,-1-1 2-16,6-1 1 0,2 1 3 16,3 0-6-16,1 0 0 15,-1-4 33-15,2 0-33 16,1 4 0-16,-2-4 0 15,4 2-6-15,2-2 7 16,-2 2-1-16,3 2 0 16,3-1 19-16,1 5-19 15,0 0 0-15,2-2 0 16,5 5-17-16,1-5 17 0,1-2 0 16,1-1 0-16,1 1 28 15,2-3-35-15,2-1 7 16,6 2 0-16,0-6-9 15,7 2 10-15,7-5-1 16,3 3 0-16,7-4 21 16,1 1-27-16,7 1 6 15,0-2 0-15,2-2-15 0,1 1 17 16,1 3-2 0,-4-3 0-16,-5 3 23 0,0-3-32 15,-7-1 9-15,1 1 0 16,-3-1-16-16,4-3 24 15,-3 2-8-15,-5-2 0 16,1-3 23-16,-4-3-33 16,-4 4 10-16,-4-8 0 15,-3 4-18-15,-3-3 19 16,5-3-1-16,-11-1 0 16,6 1 26-16,0-5-27 15,-7 2 1-15,8 0 0 16,-1-2-26-16,0-2 27 15,-1 3-1-15,4 1 0 16,2-4 32-16,0 4-41 0,2-4 9 16,3 0 0-16,5 0-23 15,-2 0 33-15,2 0-10 16,-5 0 0-16,0 0 20 16,2 0-27-16,-4 0 7 15,7 0 0-15,-2 0-23 16,1-4 34-16,4 0-11 15,-1-1 0-15,1 1 19 16,-5 0-20-16,-1 2 1 16,-2 2 0-16,-8 0-26 15,-2 0 34-15,-4 0-8 16,1 0 0-16,-6 0 26 0,6 0-33 16,-2 0 7-1,5 0 0-15,-5 0-27 16,1 0 35-16,1-3-8 15,-7 3 0-15,-10 0 28 16,1 0-38-16,-1 0 10 16,4 0 0-16,-3 0-25 15,4 0 35-15,3 0-10 16,1 0 0-16,-5 0 32 16,-2 0-33-16,-7-4 1 0,-12 4 0 15,-6-4-7 1,-8 4 17-16,-14 0-10 0,-12 0 0 15,-3 0 32-15,-2 0-41 16,-5 0 9-16,0 0 0 16,0 0-16-16,0 0 24 15,0 0-8-15,0 0 0 16,0 0 33-16,0 0-43 16,0 0 10-16,0 0-48 15,0 0 41-15,0 0-130 16,0 0 5-16,-9 0-183 15,6-2-383-15</inkml:trace>
  </inkml:traceGroup>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42:18.291"/>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0E925C60-5E45-4D39-B3E9-2DD81F7895DD}" emma:medium="tactile" emma:mode="ink">
          <msink:context xmlns:msink="http://schemas.microsoft.com/ink/2010/main" type="writingRegion" rotatedBoundingBox="13892,14133 23441,13349 23644,15826 14095,16609"/>
        </emma:interpretation>
      </emma:emma>
    </inkml:annotationXML>
    <inkml:traceGroup>
      <inkml:annotationXML>
        <emma:emma xmlns:emma="http://www.w3.org/2003/04/emma" version="1.0">
          <emma:interpretation id="{6FC1BE89-0922-4174-8F79-4DA6E78F4293}" emma:medium="tactile" emma:mode="ink">
            <msink:context xmlns:msink="http://schemas.microsoft.com/ink/2010/main" type="paragraph" rotatedBoundingBox="13657,15967 15219,13795 15680,14127 14119,16299" alignmentLevel="1"/>
          </emma:interpretation>
        </emma:emma>
      </inkml:annotationXML>
      <inkml:traceGroup>
        <inkml:annotationXML>
          <emma:emma xmlns:emma="http://www.w3.org/2003/04/emma" version="1.0">
            <emma:interpretation id="{22C6EBA6-27CD-43A1-BDD4-0CBCAE9340AC}" emma:medium="tactile" emma:mode="ink">
              <msink:context xmlns:msink="http://schemas.microsoft.com/ink/2010/main" type="line" rotatedBoundingBox="13657,15967 15219,13795 15680,14127 14119,16299"/>
            </emma:interpretation>
          </emma:emma>
        </inkml:annotationXML>
        <inkml:traceGroup>
          <inkml:annotationXML>
            <emma:emma xmlns:emma="http://www.w3.org/2003/04/emma" version="1.0">
              <emma:interpretation id="{14CD8D79-03CC-4C3C-BB64-568EF25D8380}" emma:medium="tactile" emma:mode="ink">
                <msink:context xmlns:msink="http://schemas.microsoft.com/ink/2010/main" type="inkWord" rotatedBoundingBox="13657,15967 15219,13795 15680,14127 14119,16299">
                  <msink:destinationLink direction="with" ref="{92264C5C-7A5D-4625-B3BF-C88E24E7545D}"/>
                </msink:context>
              </emma:interpretation>
              <emma:one-of disjunction-type="recognition" id="oneOf0">
                <emma:interpretation id="interp0" emma:lang="" emma:confidence="0.5">
                  <emma:literal>.</emma:literal>
                </emma:interpretation>
                <emma:interpretation id="interp1" emma:lang="" emma:confidence="0">
                  <emma:literal>x</emma:literal>
                </emma:interpretation>
                <emma:interpretation id="interp2" emma:lang="" emma:confidence="0">
                  <emma:literal>a</emma:literal>
                </emma:interpretation>
                <emma:interpretation id="interp3" emma:lang="" emma:confidence="0">
                  <emma:literal>@</emma:literal>
                </emma:interpretation>
                <emma:interpretation id="interp4" emma:lang="" emma:confidence="0">
                  <emma:literal>-</emma:literal>
                </emma:interpretation>
              </emma:one-of>
            </emma:emma>
          </inkml:annotationXML>
          <inkml:trace contextRef="#ctx0" brushRef="#br0">98 11 472 0,'0'0'192'15,"0"0"-109"-15,0 0 64 0,0 0-58 16,0 0-44-16,0 0 49 16,0 0-93-16,-15-6 51 15,15 6 2-15,0 0-48 16,0 0 60-16,0 0-63 15,0 0 6-15,0 0-8 16,9 0 20-16,16 0-21 16,7 13 0-16,4-3 32 15,8 3-12-15,8-4-20 16,-4 0 1-16,11-3 51 16,-3 2-30-16,-2-2-12 15,1-2-4-15,-11 0 27 16,-13-2-21-16,-9 1-12 15,-7 1 0-15,-11-4-18 0,-1 0 34 16,-3 4-16-16,0-4 6 16,0 0 16-16,-7 6 29 15,-26 3-50-15,-17 8 1 16,-12 2 62-16,-7 7-44 16,1 0-5-16,-1 3-6 15,4-7 24-15,11-3-20 16,8 2-13-16,10-8 0 15,13-4-23-15,3-3 22 16,5 1-5-16,1-1-31 16,4 4-108-16,-1 7 43 15,-1-3-113-15,2-1-554 0</inkml:trace>
          <inkml:trace contextRef="#ctx0" brushRef="#br0" timeOffset="795.4633">-790 1160 542 0,'0'0'326'0,"0"0"-72"15,0 0-183-15,0 0-13 16,0 0-26-16,0 0-7 16,0 0 121-16,-35 266-85 15,12-143-22-15,-4 4 15 16,5-4-23-16,7-10-31 15,5-16 0-15,4-18 25 0,-4-17-30 16,10-21 5-16,0-15 0 16,0-12-16-16,-2-13 0 15,2-1 10-15,0-1 5 16,0-33-78-16,0-10 79 16,0-18-94-16,22-14 8 15,1-10 57-15,9-10-81 16,-5-13 65-16,4 0 3 15,-7 2 3-15,-6 5 28 16,4 11 21-16,-9 14-10 16,6 8 50-16,1 13-39 15,6 15 32 1,3 9-11-16,8 13-21 0,-1 6 53 16,6 9-62-16,5 4 19 15,5 0 46-15,3 17-55 16,-10 11 40-16,-5 4-7 15,-15 11-35-15,-18-1 61 16,-7 4-65-16,-7-3 4 16,-39-2 17-16,-13-1 8 15,-9-6-35-15,-4-4 0 16,0-8 13-16,7-8-53 16,13-5 1-16,22-3-64 15,26-6 23-15,4 0-143 0,0 0-365 16</inkml:trace>
        </inkml:traceGroup>
      </inkml:traceGroup>
    </inkml:traceGroup>
    <inkml:traceGroup>
      <inkml:annotationXML>
        <emma:emma xmlns:emma="http://www.w3.org/2003/04/emma" version="1.0">
          <emma:interpretation id="{8F8FCD81-6AEC-45CA-A8DB-036F528F6257}" emma:medium="tactile" emma:mode="ink">
            <msink:context xmlns:msink="http://schemas.microsoft.com/ink/2010/main" type="paragraph" rotatedBoundingBox="14652,15049 23520,14322 23644,15826 14775,16553" alignmentLevel="1"/>
          </emma:interpretation>
        </emma:emma>
      </inkml:annotationXML>
      <inkml:traceGroup>
        <inkml:annotationXML>
          <emma:emma xmlns:emma="http://www.w3.org/2003/04/emma" version="1.0">
            <emma:interpretation id="{1C63B6B8-9507-4764-9C27-47E3705BA535}" emma:medium="tactile" emma:mode="ink">
              <msink:context xmlns:msink="http://schemas.microsoft.com/ink/2010/main" type="line" rotatedBoundingBox="14652,15049 23520,14322 23644,15826 14775,16553"/>
            </emma:interpretation>
          </emma:emma>
        </inkml:annotationXML>
        <inkml:traceGroup>
          <inkml:annotationXML>
            <emma:emma xmlns:emma="http://www.w3.org/2003/04/emma" version="1.0">
              <emma:interpretation id="{1969253D-8B15-4FD5-94F1-7DD99377259C}" emma:medium="tactile" emma:mode="ink">
                <msink:context xmlns:msink="http://schemas.microsoft.com/ink/2010/main" type="inkWord" rotatedBoundingBox="14679,15374 16926,15190 17010,16211 14762,16396"/>
              </emma:interpretation>
              <emma:one-of disjunction-type="recognition" id="oneOf1">
                <emma:interpretation id="interp5" emma:lang="" emma:confidence="1">
                  <emma:literal/>
                </emma:interpretation>
              </emma:one-of>
            </emma:emma>
          </inkml:annotationXML>
          <inkml:trace contextRef="#ctx0" brushRef="#br0" timeOffset="1223.2119">152 1315 725 0,'0'0'186'16,"0"0"-53"-16,0 0-3 16,0 0-79-16,-251 117 58 15,171-52-44-15,15 1-49 16,21-6 46-16,34-11-61 0,10-13-1 16,32-14 0-16,28-18 36 15,14-4-36-15,1-8 0 16,-7-27 10-16,-16-3-10 15,-20-3 1-15,-14-5-1 16,-11 1 0-16,-7-5 22 16,0 7-22-16,0 6 0 15,0 12 2-15,0 16-4 16,0 9 2-16,0 0 0 16,7 22-9-16,15 12 24 15,4 2-15-15,13 1 0 0,4-9 1 16,11-11-11-16,4-8 10 15,11-9-42-15,-1 0-25 16,26-19-131-16,-20-7-116 16,-11-1-67-16</inkml:trace>
          <inkml:trace contextRef="#ctx0" brushRef="#br0" timeOffset="1868.7525">923 1313 451 0,'0'0'241'16,"0"0"-101"-16,0 0 9 15,0 0 18-15,-147 164-113 16,103-105 39-16,19-6-69 16,15-15-11-16,10-12 21 15,0-17-21-15,28-9 8 16,6 0 45-16,4-7-56 16,-1-21 39-16,-7-8-49 15,2-2 18-15,-12-7-14 16,-2-3 3-16,-2 10-7 0,-6 3 0 15,1 12 19-15,-4 10-29 16,0 13 10-16,1 0 0 16,5 23-35-16,-4 22 47 15,-6 18-12-15,-3 10 45 16,0 17-32-16,0 8 41 16,-22 7-54-16,1-6 16 15,-4-10 39-15,-4-11-46 16,-1-16 4-16,-2-17-8 15,0-13 36-15,-8-9-41 16,-3-14 0-16,-4-9 0 16,4 0-17-16,2-4 18 0,6-18-1 15,10-5 0 1,3-5 2-16,14 0-21 0,8-5 19 16,8-6-35-16,46-7 9 15,26-9-5 1,24-1 31-16,30-11-3 0,13-3-33 15,15-6 24-15,-3 1 0 0,-7 0 12 16,-20 3-27-16,-20 7 33 16,-28 6-6-16,-34 13 0 15,-28 6 39-15,-22 16-35 16,-15 7-4-16,-32 11 1 16,-12 10-13-16,1 0 15 15,6 27-3-15,4 13 0 16,12 1 28-16,20 4-37 15,16-3 9-15,0-3-39 16,10-7 39-16,58 0-150 16,-6-8-34-16,7-13-524 0</inkml:trace>
        </inkml:traceGroup>
        <inkml:traceGroup>
          <inkml:annotationXML>
            <emma:emma xmlns:emma="http://www.w3.org/2003/04/emma" version="1.0">
              <emma:interpretation id="{2C853EAF-B95C-442E-9D58-2F7D9800580D}" emma:medium="tactile" emma:mode="ink">
                <msink:context xmlns:msink="http://schemas.microsoft.com/ink/2010/main" type="inkWord" rotatedBoundingBox="17555,15208 19601,15040 19660,15753 17614,15921"/>
              </emma:interpretation>
              <emma:one-of disjunction-type="recognition" id="oneOf2">
                <emma:interpretation id="interp6" emma:lang="" emma:confidence="1">
                  <emma:literal/>
                </emma:interpretation>
              </emma:one-of>
            </emma:emma>
          </inkml:annotationXML>
          <inkml:trace contextRef="#ctx0" brushRef="#br0" timeOffset="2733.7637">2715 1248 553 0,'0'0'218'15,"0"0"49"-15,0 0-80 16,-6 178-59-16,-16-86 18 0,-3 2-136 16,3-8 38-16,4-10-16 15,8-21 2-15,5-16-14 16,5-24-20-16,0-7 0 15,0-8 65-15,0-4-56 16,8-28 9-16,24-13-18 16,15-22 36-16,16-14-61 15,11-5 25-15,9-4-20 16,9 6-15-16,-11 20 25 16,-9 26 10-16,-14 25 0 15,-11 13 19-15,-22 13-38 16,-10 29 19-16,-15 8 0 0,0 7-30 15,-15-5 38 1,-10-9-8-16,3-15 0 0,11-9 8 16,4-12-28-16,3-7 20 15,4 0 0-15,0-17-25 16,16-18 28-16,22-10-3 16,21-18 0-16,7-5-38 15,15-2 25-15,-1-1-22 16,-3 4 12-16,-14 22-12 15,-12 17 38-15,-16 16-3 16,-5 12 0-16,-7 0 29 16,-4 27-33-16,2 6 4 15,-6 5 0-15,0 3 3 16,-1-6 10-16,-2-6-13 16,1-7 0-16,5-1 27 0,2-8-41 15,4-7 14-15,4-1-43 16,2-5 42-16,-1 0-97 15,6 0 53-15,5 0-13 16,24-15-95-16,-6-7-64 16,-3-1-283-16</inkml:trace>
          <inkml:trace contextRef="#ctx0" brushRef="#br0" timeOffset="2995.8359">4470 1232 373 0,'0'0'186'16,"0"0"-33"-16,0 0 102 0,-186 196-141 15,143-133-7-15,21-10-19 16,22-12-72-16,0-14 80 16,28-9-58-16,22-16-11 15,9-2 28-15,6 0-33 16,-5-20-15-16,-4-16-7 16,-13-9 28-16,-15-4-22 15,-17-11-6-15,-11 2 0 16,0 0-19-16,-32 9 31 15,-12 8-12-15,2 10 0 16,1 17 23-16,9 12-65 16,10 2 42-16,12 0-96 15,10 37 39-15,10-5-128 0,24-2-330 16</inkml:trace>
        </inkml:traceGroup>
        <inkml:traceGroup>
          <inkml:annotationXML>
            <emma:emma xmlns:emma="http://www.w3.org/2003/04/emma" version="1.0">
              <emma:interpretation id="{5C77BA14-AE48-46B8-8213-3C289A66268C}" emma:medium="tactile" emma:mode="ink">
                <msink:context xmlns:msink="http://schemas.microsoft.com/ink/2010/main" type="inkWord" rotatedBoundingBox="20080,14604 23520,14322 23644,15826 20204,16108"/>
              </emma:interpretation>
              <emma:one-of disjunction-type="recognition" id="oneOf3">
                <emma:interpretation id="interp7" emma:lang="" emma:confidence="1">
                  <emma:literal/>
                </emma:interpretation>
              </emma:one-of>
            </emma:emma>
          </inkml:annotationXML>
          <inkml:trace contextRef="#ctx0" brushRef="#br0" timeOffset="4275.4052">6287 779 864 0,'0'0'220'0,"0"0"10"0,0 0-133 15,0 0-42-15,0 0-55 16,0 0-17-16,0 0-25 16,41-43-47-16,-20 52-56 15,1 10-50-15,-4 4-40 16,1 3 96-16,6-2 123 15,5 3 16-15,17-5 77 16,5-5 25-16,6-4-12 16,-1-10 41-16,2-3-89 0,-13 0 23 15,-7-12 31-15,-9-22-73 16,-12-3 65-16,-8-11-46 16,-10-2-34-16,0-9 22 15,0 0-28-15,-15 8-2 16,-6 8 0-16,4 15 18 15,2 15-18-15,6 13 0 16,-4 3 1-16,10 43-26 16,-1 21 41-16,4 19-16 15,0 15 83-15,0 14-73 16,4 8 77-16,-1 4-34 16,0 0-39-16,-3-5 78 15,0-1-85-15,0-12 4 16,-21-11-1-16,-1-16 29 15,-3-20-39-15,3-17 0 0,-3-20 1 16,2-12-17-16,-1-9 16 16,-4-4-44-16,3 0-2 15,-4-17-109-15,-4-34 45 16,8 2-96-16,-2-2-531 0</inkml:trace>
          <inkml:trace contextRef="#ctx0" brushRef="#br0" timeOffset="4440.8476">6595 1296 1050 0,'0'0'191'0,"0"0"-15"16,0 0-92-16,207-75-83 16,-126 52 25-16,12-6-26 15,1-1-64-15,21-15-38 16,-24 9-213-16,-19 4-332 0</inkml:trace>
          <inkml:trace contextRef="#ctx0" brushRef="#br0" timeOffset="4628.3184">7304 1192 702 0,'0'0'273'15,"0"0"-48"-15,0 0-43 0,-82 187-135 16,59-138 38-16,3-9-85 15,8-7 19-15,5-11-27 16,4-12 8-16,3-7-24 16,0-3 22-16,22-18-121 15,13-23-51-15,2 0-623 0</inkml:trace>
          <inkml:trace contextRef="#ctx0" brushRef="#br0" timeOffset="3598.526">5441 1121 854 0,'0'0'299'0,"0"0"-213"15,0 0 35-15,0 0-16 16,-227 192-104-16,187-131 80 16,23-3-81-16,12-4 0 15,5-13-2-15,18-5 30 0,19-10-28 16,2-13 0-16,-3-7 27 15,1-6-9-15,-7 0-18 16,-3-23 0-16,-2-13 21 16,-3-16 0-16,3-13-21 0,-3-12 0 15,3-8 16-15,-3-14-22 16,-1 3 6-16,-2 0 0 16,-9 1-16-16,-2 11 29 15,-5 16-13-15,-3 13 0 16,0 20 20-16,0 11-18 15,0 17-2-15,0 7 0 16,0 13-13-16,0 37 23 16,0 21-10-16,0 16 48 15,4 13-45-15,17-2 79 16,8-2-82-16,8-10 0 16,-2-7-6-16,2-19 26 0,-4-15-39 15,2-13 19 1,-6-11-143-16,2-19 73 15,6-2-95-15,13-29-1 0,-6-14-106 16,-7-4-271-16</inkml:trace>
          <inkml:trace contextRef="#ctx0" brushRef="#br0" timeOffset="3790.5655">6087 1094 781 0,'0'0'291'16,"0"0"-31"-16,0 0-134 15,-81 174-51-15,68-132-32 16,5-10-8-16,3-8-35 0,5-11 0 16,0-9-6-16,0-4-20 15,0 0-42-15,35-28-73 16,0-8-191-16,5-5-588 16</inkml:trace>
          <inkml:trace contextRef="#ctx0" brushRef="#br0" timeOffset="4784.5372">7401 864 1023 0,'0'0'194'15,"0"0"-29"-15,0 0-137 16,0 0-27-16,0 0-2 0,0 0-122 16,0 0-40-16,186 20-410 0</inkml:trace>
          <inkml:trace contextRef="#ctx0" brushRef="#br0" timeOffset="5482.0471">7791 1248 484 0,'0'0'270'0,"0"0"-38"0,0 0 0 16,0 0-126-16,0 0-21 16,0 0-5-16,0 0-67 15,130-150 24-15,-115 109-37 16,-11 1 0-16,-4 8-19 15,0 6 44-15,0 13-25 16,-22 13 0-16,0 0 39 16,-1 13-52-16,-1 26 13 15,9 6 0-15,12 1-35 0,3 2 44 16,3-6-9-16,36-5 0 16,9-11 29-16,17-13-35 15,7-7 6-15,7-6 0 16,5 0-9-16,-7-6 28 15,-14-15-19-15,-11-5 12 16,-10 3 21-16,-14 7-5 16,-13 0-8-16,-10 6-7 15,-5 10 43-15,-5 0-46 16,-32 0-10-16,-16 26 0 16,-9 13 19-16,5 10-31 15,10 0 12-15,12 0 0 16,27-4-40-16,8-7 26 0,0-5 14 15,28-9 0 1,11-11 31-16,8-13-39 0,-9 0 8 16,4-7 0-16,-5-30 6 15,-11-12 12-15,1-15-18 16,-5-17 1-16,-12-10 39 16,2-13-42-16,-9-5 2 15,-3-6 0-15,0 2-25 16,0 8 38-16,0 7-13 15,-3 16 0-15,-9 18 28 16,2 16-29-16,0 20 1 16,6 11 0-16,4 15-7 0,0 2 8 15,0 5-1 1,0 35 0 0,0 19 22-16,0 14-21 15,0 12-1-15,0 3 0 16,0-4-13-16,0-7 26 15,0-1-13-15,0-11 0 16,7-3-42-16,-2-8 5 0,-5-3-100 16,0 5-53-16,0-13 19 15,-8-11-561-15</inkml:trace>
        </inkml:traceGroup>
      </inkml:traceGroup>
    </inkml:traceGroup>
  </inkml:traceGroup>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44:23.315"/>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DF6A7D87-1557-4005-AF26-041BD7BDA681}" emma:medium="tactile" emma:mode="ink">
          <msink:context xmlns:msink="http://schemas.microsoft.com/ink/2010/main" type="writingRegion" rotatedBoundingBox="797,3760 5530,3367 5869,7448 1136,7840"/>
        </emma:interpretation>
      </emma:emma>
    </inkml:annotationXML>
    <inkml:traceGroup>
      <inkml:annotationXML>
        <emma:emma xmlns:emma="http://www.w3.org/2003/04/emma" version="1.0">
          <emma:interpretation id="{5D06EA2F-EBC5-4A38-B96C-0CAC08789ACC}" emma:medium="tactile" emma:mode="ink">
            <msink:context xmlns:msink="http://schemas.microsoft.com/ink/2010/main" type="paragraph" rotatedBoundingBox="1216,3725 5530,3367 5629,4554 1315,4912" alignmentLevel="1"/>
          </emma:interpretation>
        </emma:emma>
      </inkml:annotationXML>
      <inkml:traceGroup>
        <inkml:annotationXML>
          <emma:emma xmlns:emma="http://www.w3.org/2003/04/emma" version="1.0">
            <emma:interpretation id="{B7988C78-1907-4D28-95A9-36F0A6020A34}" emma:medium="tactile" emma:mode="ink">
              <msink:context xmlns:msink="http://schemas.microsoft.com/ink/2010/main" type="line" rotatedBoundingBox="1216,3725 5530,3367 5629,4554 1315,4912"/>
            </emma:interpretation>
          </emma:emma>
        </inkml:annotationXML>
        <inkml:traceGroup>
          <inkml:annotationXML>
            <emma:emma xmlns:emma="http://www.w3.org/2003/04/emma" version="1.0">
              <emma:interpretation id="{034AAB1C-8F14-4383-8386-CCD109AC3A46}" emma:medium="tactile" emma:mode="ink">
                <msink:context xmlns:msink="http://schemas.microsoft.com/ink/2010/main" type="inkWord" rotatedBoundingBox="1216,3725 5530,3367 5629,4554 1315,4912"/>
              </emma:interpretation>
              <emma:one-of disjunction-type="recognition" id="oneOf0">
                <emma:interpretation id="interp0" emma:lang="" emma:confidence="1">
                  <emma:literal/>
                </emma:interpretation>
              </emma:one-of>
            </emma:emma>
          </inkml:annotationXML>
          <inkml:trace contextRef="#ctx0" brushRef="#br0">1193-239 580 0,'0'0'161'0,"0"0"-61"15,0 0-93-15,0 0 22 16,0 0-12-16,0 0 163 0,-4 186-20 16,4-104-122-16,0 4 33 15,0-8-33-15,14-8-17 16,-3-7 30-16,3-17-42 16,-6-10-8-16,-1-15 1 15,-1-12 18-15,-4-5-20 16,-2-4 51-16,0 0-25 15,7 0 108-15,-4-11-74 0,0-25-38 16,8-16-22-16,4-17 9 16,3-7-9-1,4 2 0-15,-9 6-11 16,0 14-12-16,-4 18 23 16,-6 17 0-16,2 10-16 15,-5 9-12-15,7 0 27 0,3 0-10 16,5 24 8-16,3 11-21 15,7 7 24-15,1 0 0 16,0 1-14-16,1-3 30 16,-2-9-16-16,0 1 0 15,5-2-53-15,2-3 20 16,18-1-131-16,-1-10-25 16,-6-6-158-16</inkml:trace>
          <inkml:trace contextRef="#ctx0" brushRef="#br0" timeOffset="669.0944">1948 157 629 0,'0'0'114'0,"0"0"55"16,0 0-78-16,-143 179 18 15,119-120-62-15,13-6-47 16,11-17 114-16,0-12-104 15,16-7 12-15,11-11 59 16,-5-6-73-16,-6 0 95 16,-4-6-22-16,-2-26-79 15,-6-8 44-15,-4-7-46 0,0-2 0 16,0 2-11-16,0 11 29 16,-10 14-18-16,6 10 0 15,1 10-24-15,3 2 3 16,0 0-38-16,0 10 59 15,10 12-29-15,15 5 39 16,3 1-10-16,12-6 0 0,4-3 1 16,3-2 2-1,0-7-2-15,3-8-1 16,-7-2 8-16,-1 0 30 16,-8 0-31-16,-1-25 15 15,-8-9-14-15,-3-9 41 16,0-12-33-16,-6-4-16 15,-4-9 0-15,0-4 29 16,-9-5-29-16,-3 3 0 16,0 2 1-16,0 3-7 0,0 10 6 15,0 10 0-15,0 11-1 16,0 15 21-16,0 10-20 16,0 6 0-16,0 7-14 15,0 0-18-15,0 0-1 16,0 24 33-16,0 14-22 0,8 11 26 15,7 6-11-15,4 11 7 16,9-4 0-16,-4-1-12 16,4-4 13-16,4-8-1 15,-2-10 0-15,0-9 37 16,7-7-37-16,0-6 0 16,-1-7 1-1,3-8-25-15,-6-2-38 16,-16-2-43-16,-5-21-27 15,-12-4-410-15</inkml:trace>
          <inkml:trace contextRef="#ctx0" brushRef="#br0" timeOffset="845.5864">2166-144 202 0,'0'0'800'0,"0"0"-583"16,0 0-78-16,0 0-131 0,0 0 28 15,187-59-36-15,-28 23-31 16,63-18 8-16,-26 13-206 16,-25 8-692-16</inkml:trace>
          <inkml:trace contextRef="#ctx0" brushRef="#br0" timeOffset="1374.2201">3301-151 110 0,'0'0'879'0,"0"0"-710"0,0 0-151 16,0 0-5-16,0 0 14 15,0 0 4-15,0 0 82 16,34 194-58-16,-18-143-36 15,0-5 10-15,-3-5-12 16,-5-5-17-16,-1-9 0 16,-7-8 12-16,3-2-27 15,-3-8-69-15,4-9-72 16,4 0-105-16,-1 0-508 0</inkml:trace>
          <inkml:trace contextRef="#ctx0" brushRef="#br0" timeOffset="1550.1009">3335-431 1013 0,'0'0'197'16,"0"0"-54"-16,0 0-117 15,0 0 35-15,0 0-61 0,0 0-23 16,0 0-8-16,60-4-174 15,-32 17-289-15</inkml:trace>
          <inkml:trace contextRef="#ctx0" brushRef="#br0" timeOffset="-605.79">2 134 380 0,'0'0'167'0,"0"0"-96"0,0 0-2 16,0 0-6-16,0 0-62 15,0 0 63-15,0 0-46 16,0 0-7-16,0 0-19 15,-3 4 42-15,3 19-32 16,0 1 113-16,0 12-107 16,0 4 58-16,0 5-34 15,0 6-18-15,15-2 41 0,-2 2-43 16,5-1-12-16,4-13 1 16,-3-2 33-1,6-13-27-15,0-9-3 16,3-13 5-16,2 0 49 15,4 0-47-15,-4-30 37 16,3-2-27-16,-1-12 12 16,1-1-32-16,-7 1-1 15,-5 4 0-15,-6 4-32 16,-5 9 34-16,-8 14-2 16,-2 9 0-16,0 4-16 0,0 0 7 15,0 7-20-15,0 21 29 16,0 0-33-16,0 3 37 15,5-5-4-15,13-3 0 16,8-4 29-16,10-4-27 16,11-7-2-16,3-8 0 15,7 0 3-15,2 0 18 0,-9-27-21 16,-3-5 18-16,-12-4 12 16,-10-6-8-16,-7-2-22 15,-14-2 0-15,-4 1 47 16,0-1-37-16,-4 4 12 15,-17 6 13-15,-3 6-9 16,-3 6 0-16,2 9-26 16,7 4 0-16,1 9-25 15,2-2 20-15,3 4-10 16,9 0 2-16,0 0-99 0,3 0 27 16,6 0-211-1,21 0-216-15</inkml:trace>
          <inkml:trace contextRef="#ctx0" brushRef="#br0" timeOffset="2178.3315">3770 279 949 0,'0'0'171'0,"0"0"-22"15,0 0-87 1,0 0-56-16,0 0 67 16,222-102-66-16,-132 68-3 15,-6 2-4-15,-12 6-24 16,-14 3-10-16,-36 18-77 0,-22 5-216 15,0 0-420-15</inkml:trace>
          <inkml:trace contextRef="#ctx0" brushRef="#br0" timeOffset="1993.0957">3798-102 715 0,'0'0'223'0,"0"0"-86"0,0 0-60 16,0 0 2-16,0 0-64 16,0 0-1-16,0 0 44 15,94-202-49 1,-94 162 14-16,0 6-23 16,0 2 23-16,-14 8-36 0,-7 9 13 15,-1 7 0-15,0 8-23 16,-1 0-7-16,-4 4 30 15,5 22 0-15,12 6-9 16,10 13-11-16,0 4 20 16,3 12 0-16,33 11 3 15,7 5 30-15,11 4-18 0,1 1 25 16,3-3-39-16,-4-10 90 16,-6-3-76-1,-11-6-9-15,-3-10-2 16,-9-3 27-16,-7-5-31 15,-5-5 0-15,-1-7 8 16,-9-7-11-16,2-8 3 0,-5-4 0 16,0-9-1-16,0-2-70 15,-8 0 22-15,-35 0 7 16,2-5-118-16,1-14-227 0</inkml:trace>
        </inkml:traceGroup>
      </inkml:traceGroup>
    </inkml:traceGroup>
    <inkml:traceGroup>
      <inkml:annotationXML>
        <emma:emma xmlns:emma="http://www.w3.org/2003/04/emma" version="1.0">
          <emma:interpretation id="{91E33570-3D2F-45AC-A76B-22B0BB38CF36}" emma:medium="tactile" emma:mode="ink">
            <msink:context xmlns:msink="http://schemas.microsoft.com/ink/2010/main" type="paragraph" rotatedBoundingBox="324,7185 1972,4715 3275,5585 1627,8055" alignmentLevel="1"/>
          </emma:interpretation>
        </emma:emma>
      </inkml:annotationXML>
      <inkml:traceGroup>
        <inkml:annotationXML>
          <emma:emma xmlns:emma="http://www.w3.org/2003/04/emma" version="1.0">
            <emma:interpretation id="{1A2E6F66-4637-4D87-B02B-204F0FD74A70}" emma:medium="tactile" emma:mode="ink">
              <msink:context xmlns:msink="http://schemas.microsoft.com/ink/2010/main" type="line" rotatedBoundingBox="324,7185 1972,4715 3275,5585 1627,8055"/>
            </emma:interpretation>
          </emma:emma>
        </inkml:annotationXML>
        <inkml:traceGroup>
          <inkml:annotationXML>
            <emma:emma xmlns:emma="http://www.w3.org/2003/04/emma" version="1.0">
              <emma:interpretation id="{E0B6D137-45F5-443C-8CB0-D3610DDD30B6}" emma:medium="tactile" emma:mode="ink">
                <msink:context xmlns:msink="http://schemas.microsoft.com/ink/2010/main" type="inkWord" rotatedBoundingBox="324,7185 1972,4715 3275,5585 1627,8055"/>
              </emma:interpretation>
              <emma:one-of disjunction-type="recognition" id="oneOf1">
                <emma:interpretation id="interp1" emma:lang="" emma:confidence="1">
                  <emma:literal/>
                </emma:interpretation>
              </emma:one-of>
            </emma:emma>
          </inkml:annotationXML>
          <inkml:trace contextRef="#ctx0" brushRef="#br0" timeOffset="2908.0533">233 1461 568 0,'0'0'188'0,"0"0"14"0,0 0-13 15,0 0-135-15,0 0-5 16,0 0-43-16,0 0 16 16,-4 10-30-16,8 33 16 15,14 17 16-15,7 17 79 16,4 16-85-16,1-2 30 15,1-5 33-15,3-11-80 16,1-10 54-16,-3-16-55 16,1-11 1-16,2-8-1 15,7-15 21-15,7-4-21 16,4-11 20-16,9 0-8 16,-3-11-24-16,-6-17-56 0,-16-4-75 15,-30-13 52-15,-7 3-153 16,0 8-424-16</inkml:trace>
          <inkml:trace contextRef="#ctx0" brushRef="#br0" timeOffset="3104.2661">216 1917 770 0,'0'0'232'0,"0"0"-94"0,0 0-111 15,0 0 22-15,0 0-49 16,0 0 1-16,222-105-8 16,-125 37 1-16,-16 5-72 15,-13 9-186-15</inkml:trace>
          <inkml:trace contextRef="#ctx0" brushRef="#br0" timeOffset="3643.3965">803 1474 540 0,'0'0'104'16,"0"0"103"-16,0 0-43 16,55 213-68-16,-35-141 17 0,-1-6-71 15,1-9 29-15,-4-12-5 16,-6-6-66-16,2-9 72 15,-5-14-72-15,-1-2 0 16,-6-11 2-16,0-3 28 16,0 0-30-1,0 0 50-15,0 0-39 16,0 0 80-16,7-23-91 16,5-9 0-16,3-8-28 0,5 1-5 15,7 5 30-15,-11 4-6 16,6 17-3-16,-2 11-15 15,0 2 21-15,9 0 6 16,8 0-38-16,6 0 44 16,7 2-6-16,7-2 0 15,8 0 23-15,4-25-16 16,3-11-7-16,-10-12 0 16,-12 1-14-16,-22-5 34 0,-16 1-20 15,-12-2 0-15,0 3 19 16,-33 3-15-16,-3 12-4 15,0 8 6-15,7 14-16 16,9 13 7-16,-3 0 3 16,8 15 0-16,1 28 3 15,8 13-28-15,6 2 25 16,0 4-22-16,3-1 5 0,25 1-62 16,19 10-1-16,-3-17-66 15,-13-12-458-15</inkml:trace>
          <inkml:trace contextRef="#ctx0" brushRef="#br0" timeOffset="4395.4158">-113 3139 628 0,'0'0'156'15,"0"0"26"-15,0 0 6 0,40 222-91 16,-29-132-48-16,3-6 71 16,-3-1-105-16,5-10 14 15,-1-11-3-15,-4-13 4 16,-2-19-21-16,-3-10-9 16,-6-10 12-16,0-7 14 15,0-3-19-15,0 0 14 16,-3-26-11-16,-20-11 20 0,-4-20-38 15,-2-12 8-15,4-8-25 16,-1-13-1 0,0-8-9-16,5-3 35 15,4-2-18-15,-1 0 15 16,11 13 3-16,2 17 0 16,5 14 0-16,0 23-6 15,0 13 6-15,25 16 0 16,12 7 0-16,3 0-22 15,3 20 21-15,-8 17 1 16,-9 4 0-16,-20 8-7 0,-6 2 18 16,-6 6-11-16,-30-7 12 15,-4-3 26-15,4-12-46 16,7-8 8-16,19-9-84 16,10-4 41-16,10-11-162 15,34-3-59-15,6 0-601 0</inkml:trace>
          <inkml:trace contextRef="#ctx0" brushRef="#br0" timeOffset="4782.0706">450 3086 629 0,'0'0'256'0,"0"0"-84"16,0 0 19-16,-181 189-109 15,140-129-57-15,14-7 24 16,22-13-33-16,5-12-4 16,20-11 17-16,30-11-9 15,10-6 21-15,6-6-41 0,-5-24 10 16,-14-12-1-16,-15-3 1 16,-14-8-10-16,-14-2 0 15,-4 1-74-15,0 1 65 16,0 16-11-16,-7 19 20 15,0 12-18 1,2 6 18-16,5 2 0 0,0 28-13 16,0 3 32-16,0-1-26 15,27-6 7-15,2-5 0 16,11-10-25-16,8-11 25 16,14 0-46-16,3-2-47 15,19-41-141-15,-14 5-75 16,-15-2-64-16</inkml:trace>
        </inkml:traceGroup>
      </inkml:traceGroup>
    </inkml:traceGroup>
  </inkml:traceGroup>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44:28.694"/>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372125F0-7F69-4C27-9243-0CE6BCB6BDCD}" emma:medium="tactile" emma:mode="ink">
          <msink:context xmlns:msink="http://schemas.microsoft.com/ink/2010/main" type="writingRegion" rotatedBoundingBox="3457,6859 3323,13446 1164,13402 1298,6815"/>
        </emma:interpretation>
      </emma:emma>
    </inkml:annotationXML>
    <inkml:traceGroup>
      <inkml:annotationXML>
        <emma:emma xmlns:emma="http://www.w3.org/2003/04/emma" version="1.0">
          <emma:interpretation id="{737274E5-B1EC-4F37-A388-2B15795CE4F1}" emma:medium="tactile" emma:mode="ink">
            <msink:context xmlns:msink="http://schemas.microsoft.com/ink/2010/main" type="paragraph" rotatedBoundingBox="3457,6859 3323,13446 1164,13402 1298,6815" alignmentLevel="1"/>
          </emma:interpretation>
        </emma:emma>
      </inkml:annotationXML>
      <inkml:traceGroup>
        <inkml:annotationXML>
          <emma:emma xmlns:emma="http://www.w3.org/2003/04/emma" version="1.0">
            <emma:interpretation id="{F911660A-330F-4195-8760-2D9E4E81A6EA}" emma:medium="tactile" emma:mode="ink">
              <msink:context xmlns:msink="http://schemas.microsoft.com/ink/2010/main" type="line" rotatedBoundingBox="3457,6859 3323,13446 1164,13402 1298,6815"/>
            </emma:interpretation>
          </emma:emma>
        </inkml:annotationXML>
        <inkml:traceGroup>
          <inkml:annotationXML>
            <emma:emma xmlns:emma="http://www.w3.org/2003/04/emma" version="1.0">
              <emma:interpretation id="{19EEF43B-ECA2-4D67-B691-23505F154649}" emma:medium="tactile" emma:mode="ink">
                <msink:context xmlns:msink="http://schemas.microsoft.com/ink/2010/main" type="inkWord" rotatedBoundingBox="3095,6851 3077,7761 2146,7742 2164,6832"/>
              </emma:interpretation>
              <emma:one-of disjunction-type="recognition" id="oneOf0">
                <emma:interpretation id="interp0" emma:lang="" emma:confidence="1">
                  <emma:literal/>
                </emma:interpretation>
              </emma:one-of>
            </emma:emma>
          </inkml:annotationXML>
          <inkml:trace contextRef="#ctx0" brushRef="#br0">1109 2945 633 0,'0'0'125'0,"0"0"-41"0,0 0 104 16,0 0-115-16,-154 217-3 16,132-166-32-16,14-12-17 15,8-14 10 1,3-12-7-16,29-13-8 0,-2 0 60 15,-3 0-63-15,5-19 6 16,-16-5-11-16,-7-12 23 16,-9 0-30-16,0-3-1 0,0 2 0 15,0 11-33-15,0 10 22 16,0 13 11-16,0 3 0 16,0 3-43-16,18 33 27 15,7 10 16 1,9 9 0-16,-4 7 5 15,0 6 13-15,-8 1 0 16,-12 7 40-16,-7-8-58 16,-3-4 70-16,0-6-59 15,-22-10-10-15,-18-14 34 0,-10-7-9 16,0-14-24-16,-4-13 6 16,8 0 22-16,5 0-9 15,10-23-21-15,9-9 0 16,14-12-16-16,8-3-19 15,3-15 12-15,45-6 3 16,16-9-54-16,13-5 74 16,1-2-40-16,-6 6 40 0,-10 6-30 15,-18 6 36-15,-18 15-6 16,-17 10 7-16,-9 9 19 16,0 11 24-16,-4 8-50 15,-11 4 7-15,5 9-25 16,7 0 5-16,3 7 10 15,0 25-4-15,0 13 14 16,35 6-2-16,20 2-5 16,17-8 0-16,7-12 6 0,4-10-6 15,-11-16 0 1,-18-7-22-16,-21 0-120 16,-26 0-135-16</inkml:trace>
        </inkml:traceGroup>
        <inkml:traceGroup>
          <inkml:annotationXML>
            <emma:emma xmlns:emma="http://www.w3.org/2003/04/emma" version="1.0">
              <emma:interpretation id="{C5E3C120-7DF9-48B0-A230-C94E54974660}" emma:medium="tactile" emma:mode="ink">
                <msink:context xmlns:msink="http://schemas.microsoft.com/ink/2010/main" type="inkWord" rotatedBoundingBox="3421,8608 3323,13446 1164,13402 1263,8565"/>
              </emma:interpretation>
              <emma:one-of disjunction-type="recognition" id="oneOf1">
                <emma:interpretation id="interp1" emma:lang="" emma:confidence="1">
                  <emma:literal/>
                </emma:interpretation>
              </emma:one-of>
            </emma:emma>
          </inkml:annotationXML>
          <inkml:trace contextRef="#ctx0" brushRef="#br0" timeOffset="2365.6447">45 6295 738 0,'0'0'165'16,"0"0"-26"-16,0 0 40 16,-6 204-64-16,-16-125-85 15,0-5 73 1,6-12-71-16,0-17-19 16,8-16 5-16,5-12 3 0,3-11-21 15,0-6 34-15,0 0-28 16,0-32 74-16,27-24-80 15,11-23-32-15,15-17 14 16,13-12-44-16,-1 6 28 16,0 5 4-16,-11 20-8 0,-11 29 22 15,-19 25 16 1,-4 23-9-16,-9 4-18 16,-9 35 14-16,3 12 13 15,-2 6 0-15,-3-6 26 16,7-2-36-16,0-11 10 0,4-8 0 15,8-15-11-15,-2-4 36 16,9-11-25-16,-1 0 15 16,7-4 2-16,0-26 24 15,0-7-41-15,-1-8 0 16,-7 3-12-16,-2 3 22 16,-7 16-10-16,-5 13 0 15,-7 10-16-15,5 16-10 16,2 29 26-16,9 11 0 0,6 4-14 15,7-1 30 1,1-6-16-16,1-15 0 0,-11-15 13 16,-1-12-6-1,-9-11-7-15,-8 0 0 16,-5-11 12-16,0-25 9 16,-3-10-21-16,-26-5 0 15,-7-11 6-15,-3 2-38 16,2-2 32-16,9 8 0 0,1 16-16 15,10 16 21-15,9 11-23 16,8 11 17-16,0 0-81 16,0 0 59-16,22 16 16 15,15-2 7-15,-2-5-7 16,5-5 33-16,2-4-26 0,-12 0 0 16,3 0 14-16,-4-10 46 15,-8-20-60-15,1-9 35 16,-9-8 7-16,3-12-18 15,-10-13-4-15,3-9-20 16,-6-5 17-16,0-6-25 16,-3 10 24-16,0 18-16 15,0 18 74-15,0 24-64 16,0 16 12-16,0 6-22 16,0 4-34-16,7 34 7 15,8 16 28-15,3 12-1 16,11 5 18-16,3 0 21 15,11-3-39-15,1-6 0 0,2-13 12 16,-5-11-6-16,-3-11-4 16,-8-10-4-16,-5-8 2 15,-6-9-137-15,-19 0 38 16,0-17-102-16,0-6-498 0</inkml:trace>
          <inkml:trace contextRef="#ctx0" brushRef="#br0" timeOffset="871.2802">164 4638 637 0,'0'0'512'16,"0"0"-428"-16,0 0 64 0,0 0-114 16,0 0-19-16,0 0-27 15,0 0 12-15,-27-32-66 16,51 32-65-16,6 0-248 16,-2 13-247-16</inkml:trace>
          <inkml:trace contextRef="#ctx0" brushRef="#br0" timeOffset="1200.2917">631 4730 568 0,'0'0'126'0,"0"0"11"15,0 0 46-15,0 0-112 16,0 0-4-16,0 0-27 15,-121 170-22-15,121-149 9 16,9-6-11-16,26-6-14 16,12 1 72-16,8-6-74 15,0-3 38-15,-10 3-4 16,-5 4-10-16,-15-3-14 16,-11 5-10-16,-6 3 0 15,-8 6-22-15,0 7 41 16,0 8-19-16,-32 1 14 15,-8 0 17-15,-3 5-62 0,-13 3 10 16,18-9-127-16,8-11-124 16</inkml:trace>
          <inkml:trace contextRef="#ctx0" brushRef="#br0" timeOffset="685.4883">111 4887 776 0,'0'0'164'0,"0"0"-59"16,0 0 11-1,0 0-34-15,0 0 71 16,31 208-104-16,-22-154-1 0,1-6-5 16,1-7-16-16,-2-9-14 15,4-6-13-15,-6-7-18 16,5-10 17-16,-2-9-143 15,0 0-30-15,0 0-205 0</inkml:trace>
          <inkml:trace contextRef="#ctx0" brushRef="#br0" timeOffset="2533.5362">990 5770 801 0,'0'0'251'15,"0"0"-151"-15,0 0 6 16,0 0-72-16,0 0-33 16,209-88 47-16,-115 49-48 15,28-8-8-15,-23 12-73 16,-31 10-405-16</inkml:trace>
          <inkml:trace contextRef="#ctx0" brushRef="#br0" timeOffset="3201.6702">395 7477 709 0,'0'0'135'16,"0"0"39"-16,0 0-31 16,0 0-103-16,0 0 31 15,0 0-71-15,196-130 13 0,-183 88-4 16,-13-6 8-16,0 3-17 16,0 4 0-16,-17 0 32 15,-13 5-43-15,-2 13 11 16,1 10 0-16,-1 13-34 15,5 0 24-15,5 40 10 16,12 14 0-16,2 23 17 16,8 17-5-16,0 15 1 15,12 5-3-15,11 8 64 16,9-6-73-16,-5-7 54 16,-1-6-25-16,-6-17-5 0,-5-10 2 15,-8-15-27-15,-2-14 0 16,-5-15-7-16,0-13 7 15,-5-10-16-15,-20-5-14 16,-22-4-142-16,0 0-61 16,4-10-499-16</inkml:trace>
          <inkml:trace contextRef="#ctx0" brushRef="#br0" timeOffset="3333.2417">515 7824 690 0,'0'0'80'0,"183"-111"-80"0,-96 60-162 0</inkml:trace>
          <inkml:trace contextRef="#ctx0" brushRef="#br0" timeOffset="5380.588">943 8485 1152 0,'0'0'178'0,"0"0"-12"16,0 0-59-16,0 0-96 0,0 0 50 15,0 0-61-15,0 0 0 16,-10-19-1-16,10 19-176 16,0 0-15-16,0 19-203 0</inkml:trace>
          <inkml:trace contextRef="#ctx0" brushRef="#br0" timeOffset="5191.5346">796 8817 658 0,'0'0'290'0,"0"0"-91"16,0 0-97-16,0 0-102 15,0 0 139 1,0 0-59-16,0 190-16 0,7-131 28 16,11-10-75-16,-4-4 5 15,1-13-22-15,-5-9 32 16,-2-4-65-16,-6-10-39 15,6-9-121-15,-4-5-23 16,4-22-776-16</inkml:trace>
          <inkml:trace contextRef="#ctx0" brushRef="#br0" timeOffset="5731.1089">1221 9121 925 0,'0'0'127'0,"0"0"40"0,30 193-83 16,-15-129-31-16,-1-15-15 15,-8-21-10-15,1-15-7 16,5-13 36-16,-2 0 13 16,11-36 26-16,4-18-87 15,4-14-9-15,1-14 0 16,-2-3 23-16,1 3-32 16,-7-2 9-16,-6 16 0 0,-4 17 15 15,0 23-15-15,-4 15 31 16,2 13-31-16,7 0-6 15,8 6 5-15,12 20 1 16,10 2 0-16,8 4-21 16,3 4 21-16,6 0-35 15,16 17-48-15,-10-15-140 16,-16-2-173-16</inkml:trace>
        </inkml:traceGroup>
      </inkml:traceGroup>
    </inkml:traceGroup>
  </inkml:traceGroup>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44:33.279"/>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4F43145B-9502-4694-96DC-21D0E7A08D9D}" emma:medium="tactile" emma:mode="ink">
          <msink:context xmlns:msink="http://schemas.microsoft.com/ink/2010/main" type="writingRegion" rotatedBoundingBox="1969,11375 3684,10352 4149,11132 2434,12155"/>
        </emma:interpretation>
      </emma:emma>
    </inkml:annotationXML>
    <inkml:traceGroup>
      <inkml:annotationXML>
        <emma:emma xmlns:emma="http://www.w3.org/2003/04/emma" version="1.0">
          <emma:interpretation id="{0D1676EA-C86B-43C2-8EFF-0196FF49A687}" emma:medium="tactile" emma:mode="ink">
            <msink:context xmlns:msink="http://schemas.microsoft.com/ink/2010/main" type="paragraph" rotatedBoundingBox="1969,11375 3684,10352 4149,11132 2434,12155" alignmentLevel="1"/>
          </emma:interpretation>
        </emma:emma>
      </inkml:annotationXML>
      <inkml:traceGroup>
        <inkml:annotationXML>
          <emma:emma xmlns:emma="http://www.w3.org/2003/04/emma" version="1.0">
            <emma:interpretation id="{38B66507-A53C-4B22-81DB-90A6F88031D3}" emma:medium="tactile" emma:mode="ink">
              <msink:context xmlns:msink="http://schemas.microsoft.com/ink/2010/main" type="line" rotatedBoundingBox="1969,11375 3684,10352 4149,11132 2434,12155"/>
            </emma:interpretation>
          </emma:emma>
        </inkml:annotationXML>
        <inkml:traceGroup>
          <inkml:annotationXML>
            <emma:emma xmlns:emma="http://www.w3.org/2003/04/emma" version="1.0">
              <emma:interpretation id="{F9D6B994-4DD5-444C-81D5-02F3742D5E61}" emma:medium="tactile" emma:mode="ink">
                <msink:context xmlns:msink="http://schemas.microsoft.com/ink/2010/main" type="inkWord" rotatedBoundingBox="1969,11375 3684,10352 4149,11132 2434,12155"/>
              </emma:interpretation>
              <emma:one-of disjunction-type="recognition" id="oneOf0">
                <emma:interpretation id="interp0" emma:lang="" emma:confidence="1">
                  <emma:literal/>
                </emma:interpretation>
              </emma:one-of>
            </emma:emma>
          </inkml:annotationXML>
          <inkml:trace contextRef="#ctx0" brushRef="#br0">0 1339 506 0,'0'0'213'0,"0"0"-42"15,0 0-33-15,0 0 0 0,10 177-127 16,10-146 46-16,15-9-1 15,0-9-55-15,9-9 95 16,3-4-77-16,-1 0-12 16,-6-21 12-16,-4-5 3 15,-11-7-22-15,-9-3 0 16,-16-1 21-16,0-7-60 0,-11 3 33 16,-29 2-14-16,-7 7-5 15,-3 5-8-15,3 16 33 16,3 3 0-16,7 5-1 15,16 3-28 1,11 0 29-16,6 0 0 16,4 0-11-16,0-3 30 15,14-10-19-15,23-8 0 16,6-3 10-16,4-7-18 0,0-1 8 16,-14 8 0-16,2-2-10 15,-11 5 28-15,-4 8-18 16,-7 7 0-16,0 6 6 15,-1 0-10-15,7 0 4 16,-1 19 0-16,4 7 5 16,3 6 24-16,3 0-29 15,-3-5 0-15,5-5 8 16,-8-9-6-16,3-9 4 16,0-4-6-16,4 0 10 15,11-21 17-15,3-14-27 16,-1-3 0-16,2 2 6 15,-9 4-17-15,-15 10 11 0,-7 9 0 16,-9 9-1-16,1 4-21 16,-2 0 21-16,4 7 1 15,-4 12 0-15,0-2-16 16,1-2 16-16,4-5 0 16,-5-7 0-16,7-3 23 0,2 0-23 15,8 0 0-15,12-13 10 16,3-15-23-16,3-12 13 15,9-6-10-15,-3-3-3 16,-7 4-16 0,-12 10 23-16,-7 6 6 15,-11 12 0-15,-4 8 6 16,-3 9-6-16,0 0 0 16,0 0-9-16,0 4 6 15,0 11-4-15,3 2 7 0,9 0 0 16,7-6-13-16,1-2 20 15,6 1-7-15,3-10 3 16,-1 0 32-16,1 0-13 16,1 0-5-16,-5-2-17 15,-2-11 77-15,-8-2-76 0,0 1 24 16,-11 1 0-16,-1 4 4 16,-3 1-6-16,0 8-23 15,-7 0-14-15,-21 10-10 16,-9 24-13-16,5 7 29 15,7 0 7 1,10 5-86-16,12-10 52 16,3-6-11-16,3-11 36 15,19-9-21-15,1-7 46 0,1-3-15 16,-6 0 37-16,-4-17-22 16,-3-15 27-16,-4-8-23 15,0-11-18-15,1-15 35 16,-5-7-23-16,-3-15-13 15,0-13 0-15,0-8 23 16,0-3-35-16,-18 10 12 0,-4 14 0 16,0 19 21-16,6 24-10 15,2 22 18-15,9 12-29 16,2 11 12-16,3 0-27 16,0 36-5-16,0 13 20 15,0 18 36-15,0 4-17 16,17 2-17-16,4-1-2 15,5-3 36-15,-1-4-39 16,-4-4 3-16,-9 25-97 0,-5-13-5 16,-4-8-251-1</inkml:trace>
        </inkml:traceGroup>
      </inkml:traceGroup>
    </inkml:traceGroup>
  </inkml:traceGroup>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19:44:37.235"/>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F53D17DC-5318-40FC-A81B-EC8386A719EE}" emma:medium="tactile" emma:mode="ink">
          <msink:context xmlns:msink="http://schemas.microsoft.com/ink/2010/main" type="writingRegion" rotatedBoundingBox="866,12993 10898,13657 10512,19487 480,18823"/>
        </emma:interpretation>
      </emma:emma>
    </inkml:annotationXML>
    <inkml:traceGroup>
      <inkml:annotationXML>
        <emma:emma xmlns:emma="http://www.w3.org/2003/04/emma" version="1.0">
          <emma:interpretation id="{E28E46E5-05A1-4F7F-BEDC-482BE0CE36C7}" emma:medium="tactile" emma:mode="ink">
            <msink:context xmlns:msink="http://schemas.microsoft.com/ink/2010/main" type="paragraph" rotatedBoundingBox="1562,14149 5184,13272 5364,14016 1742,14893" alignmentLevel="2"/>
          </emma:interpretation>
        </emma:emma>
      </inkml:annotationXML>
      <inkml:traceGroup>
        <inkml:annotationXML>
          <emma:emma xmlns:emma="http://www.w3.org/2003/04/emma" version="1.0">
            <emma:interpretation id="{59DCDAC2-D25F-4DF8-9974-3CAC2F0DAD71}" emma:medium="tactile" emma:mode="ink">
              <msink:context xmlns:msink="http://schemas.microsoft.com/ink/2010/main" type="line" rotatedBoundingBox="1561,14149 5184,13272 5364,14016 1742,14893"/>
            </emma:interpretation>
          </emma:emma>
        </inkml:annotationXML>
        <inkml:traceGroup>
          <inkml:annotationXML>
            <emma:emma xmlns:emma="http://www.w3.org/2003/04/emma" version="1.0">
              <emma:interpretation id="{6CF9223E-D8D7-41B7-844B-FCC1543BA2D5}" emma:medium="tactile" emma:mode="ink">
                <msink:context xmlns:msink="http://schemas.microsoft.com/ink/2010/main" type="inkWord" rotatedBoundingBox="1561,14149 5184,13272 5364,14016 1742,14893"/>
              </emma:interpretation>
              <emma:one-of disjunction-type="recognition" id="oneOf0">
                <emma:interpretation id="interp0" emma:lang="" emma:confidence="0.5">
                  <emma:literal>money</emma:literal>
                </emma:interpretation>
                <emma:interpretation id="interp1" emma:lang="" emma:confidence="0">
                  <emma:literal>mamos</emma:literal>
                </emma:interpretation>
                <emma:interpretation id="interp2" emma:lang="" emma:confidence="0">
                  <emma:literal>monos</emma:literal>
                </emma:interpretation>
                <emma:interpretation id="interp3" emma:lang="" emma:confidence="0">
                  <emma:literal>mommy</emma:literal>
                </emma:interpretation>
                <emma:interpretation id="interp4" emma:lang="" emma:confidence="0">
                  <emma:literal>moms</emma:literal>
                </emma:interpretation>
              </emma:one-of>
            </emma:emma>
          </inkml:annotationXML>
          <inkml:trace contextRef="#ctx0" brushRef="#br0">0 870 454 0,'0'0'243'15,"0"0"-60"-15,0 0-124 0,0 0 26 16,0 0-44-16,0 0 8 15,0 0 70-15,65 113-79 16,-55-63 36-16,-2 3 12 16,1 1-88-16,-1-13 62 15,-3-9-62-15,2-9 0 16,-7-12 6-16,3-5 17 16,-3-6-23-16,0 0 58 15,0 0-49-15,0-17 55 0,8-15-64 16,2-8 0-16,7-11-22 15,15-4-8 1,-2 2 13-16,10 8 16 0,0 13-12 16,-1 23-18-16,4 9 31 15,-1 9 0-15,-4 31-29 16,-9 1 25-16,-7 0 4 16,-11-1 0-16,-1-11 24 15,-6-8-31-15,-4-12 7 0,0-3 0 16,1-6 3-1,8 0 20-15,2-15-23 16,11-26 0-16,7-8-7 16,11-5-19-16,3-1 0 15,-6 3-19-15,1 14 29 16,-17 15-16-16,-1 15 32 0,-9 8 0 16,-6 0 1-16,2 20-18 15,1 6 17-15,-1 4 0 16,1-4-18-16,2-3 27 15,5-8-9-15,7-6 0 16,3-5 19-16,10-4-15 16,6 0-4-16,2-15 0 15,4-15-10-15,-4-2 38 0,1-4-28 16,-11-4 0-16,6 0 24 16,-11 3-26-16,-4 7 2 15,-16 11 0-15,0 9 29 16,-8 10-15-16,0 0-14 15,0 0 0 1,0 29 0-16,0 6-25 0,0 1 25 16,0 0 0-16,0-5-10 15,0-7 30-15,7-7-20 16,11-7 0-16,4-3 13 16,0-7-3-16,3 0-9 15,0 0-1-15,-3-7 24 16,-6-8 10-16,1-6-32 15,-7 2-2-15,-5-8 10 16,-3 1-16-16,-2-3 6 0,0-3 0 16,0-3-6-1,-15 6 6-15,-7 3-2 0,-6 9 2 16,1 8-8 0,-3 9-28-16,0 0 36 15,1 3 0-15,8 20-10 16,2 5 7-16,13 0 3 0,2 6 0 15,4-2 0-15,0 0-13 16,0 5 13-16,7-1 0 16,1-1-1-16,-8-6 20 15,4-5-19-15,-4-7 0 16,0-6 0-16,0-5-32 16,0-6 19-16,5 0 13 15,3 0-2-15,4 0-31 16,6-9 32-16,-1-6-29 0,1-2-14 15,-3 3 23-15,-3 1-10 16,3 4 31-16,-2-1-14 16,-3 1 14-16,0 0-6 15,0 1 6-15,-1 4 0 16,-6 3-10-16,0 1 23 0,-3 0-13 16,6-4 20-1,-3 4 6-15,0-4 3 16,4 2-26-16,6-5 10 15,-1-3 29-15,6 1-32 16,1-5 8-16,-1-3 12 16,4 2-2-16,0-2-8 0,-1 0-20 15,4-2 1-15,-3 2 15 16,0 2-2-16,-2 2-14 16,2 0 0-16,-7 3 38 15,-5 5-25-15,-2 5-13 16,-4 0 1-16,2 0-29 15,3 0 19-15,-3 9 9 16,1 14 0-16,1 1 34 16,-4 2-30-1,-1-3-4-15,-3 3 0 0,0-7-6 16,0-1 16-16,0-9-10 16,0-1 0-16,0-6 38 15,0-2-29-15,0 0-9 16,0 0 0-16,0 0 11 15,3 0-1-15,6-15-10 0,14-9 0 16,7-6 19-16,7 4-32 16,-2 1 13-16,4 12 0 15,-9 6-36-15,-5 7 21 16,-7 0 15-16,-8 17 0 16,-3 1 14-16,-4 5-24 15,-3-6 10-15,0-4 0 16,0-7-26-16,0-6 42 15,5 0-16-15,2 0 3 0,11-6 35 16,14-24-67-16,15-11 29 16,11-10-37-16,11-11 26 15,0 3-49-15,-9 6 51 16,-17 15-5-16,-14 16 28 16,-14 10-5-1,-12 12-9-15,-3 0-9 0,0 4-24 16,0 15 40-1,0 5-7-15,0-1 0 0,0-4 25 16,12 0-31-16,5-5 6 16,8-5 0-16,8-1-6 15,7-8 29-15,0 0-23 16,14 0 0-16,-12 0 32 16,-2-14-17-16,-7-3-15 15,-8 1 0-15,-8 0-9 16,-5-1 35-16,-6 7-26 0,-6 1 0 15,4 9 28-15,-4 0-57 16,0 0 29-16,0 7 0 16,0 18-34-1,0 1 36-15,5 1-2 16,5-8 0-16,0-2 20 16,2-11-15-16,-6-6-5 15,-6 0 0-15,0 0 14 0,0-15-2 16,-3-15-12-16,-20-7 0 15,2-1 20-15,3-5-42 0,8 2 22 16,3-1-5-16,7 7-25 16,0 8 20-1,0 10 10-15,14 12 0 16,16 5-1-16,-2 0-27 16,4 13 28-16,-4 9 0 15,-2 5-23-15,-8-5 33 16,0-7-10-16,-11-2 0 0,1-5 22 15,-4-8-18-15,2 0 4 16,1 0 0-16,11 0 21 16,8-23-8-16,7-3-21 15,10-10 0-15,1 1 16 16,-6 2-28-16,-1 6 12 16,-12 9 0-16,-6 10-16 0,-6 8 9 15,2 0 7 1,0 0 0-16,-5 0 6 0,0 0-19 15,5 0 13-15,-5 0 0 16,9 0 4 0,-1-9 28-16,1-10-32 15,-1-8 0-15,-8 3 12 16,2-6 10-16,-9 4-10 16,-3 7-12-16,3 2 16 0,-3 7 16 15,4 7-34-15,-1 3 2 16,5 0-29-16,2 35-2 15,0 14 31-15,6 15 0 16,-10 12 24-16,-6 11 5 16,0 5-9-16,0-5-1 15,-6-2-8-15,-16-13 37 16,-7-16-41-16,1-14-7 16,-6-8 2-16,-1-16-2 0,-5-1-9 15,-3-3-77-15,-14-2-64 16,10-5 33-16,4-1-222 15</inkml:trace>
        </inkml:traceGroup>
      </inkml:traceGroup>
    </inkml:traceGroup>
    <inkml:traceGroup>
      <inkml:annotationXML>
        <emma:emma xmlns:emma="http://www.w3.org/2003/04/emma" version="1.0">
          <emma:interpretation id="{C9B112E7-6D7C-4E5D-BC0A-2FD21BF65AC6}" emma:medium="tactile" emma:mode="ink">
            <msink:context xmlns:msink="http://schemas.microsoft.com/ink/2010/main" type="paragraph" rotatedBoundingBox="1795,16404 2105,14629 3202,14820 2893,16595" alignmentLevel="3"/>
          </emma:interpretation>
        </emma:emma>
      </inkml:annotationXML>
      <inkml:traceGroup>
        <inkml:annotationXML>
          <emma:emma xmlns:emma="http://www.w3.org/2003/04/emma" version="1.0">
            <emma:interpretation id="{9E337F57-0BF9-4257-94C9-874BB7727032}" emma:medium="tactile" emma:mode="ink">
              <msink:context xmlns:msink="http://schemas.microsoft.com/ink/2010/main" type="line" rotatedBoundingBox="1795,16404 2105,14629 3202,14820 2893,16595"/>
            </emma:interpretation>
          </emma:emma>
        </inkml:annotationXML>
        <inkml:traceGroup>
          <inkml:annotationXML>
            <emma:emma xmlns:emma="http://www.w3.org/2003/04/emma" version="1.0">
              <emma:interpretation id="{82AF8513-FAC2-4F18-9649-0A1950BB0410}" emma:medium="tactile" emma:mode="ink">
                <msink:context xmlns:msink="http://schemas.microsoft.com/ink/2010/main" type="inkWord" rotatedBoundingBox="1795,16404 2105,14629 3202,14820 2893,16595"/>
              </emma:interpretation>
              <emma:one-of disjunction-type="recognition" id="oneOf1">
                <emma:interpretation id="interp5" emma:lang="" emma:confidence="1">
                  <emma:literal/>
                </emma:interpretation>
              </emma:one-of>
            </emma:emma>
          </inkml:annotationXML>
          <inkml:trace contextRef="#ctx0" brushRef="#br0" timeOffset="662.9503">911 1534 363 0,'0'0'574'0,"0"0"-401"0,0 0-32 16,0 0-104-16,206-60 55 16,-156 56-43-16,-13 4-24 15,-12 0 28-15,-14 13-31 16,-11 27-22-16,-15 16 77 15,-38 12-65-15,-24 15 81 0,-8-5-64 16,-6-5-23-16,8-7 66 16,17-14-59-1,18-9 15-15,21-11-15 0,17-12 25 16,10 3-41-16,0 2 3 16,14-1 0-1,19-1 28-15,0-3-6 16,14-1-22-16,-2-9 0 15,2-2 40-15,0-8-80 0,5 0 27 16,-9 0-116-16,-7-8 8 16,-11-2-173-16,-19 6-321 0</inkml:trace>
          <inkml:trace contextRef="#ctx0" brushRef="#br0" timeOffset="882.3143">944 2391 985 0,'0'0'178'16,"0"0"-28"-16,0 0-116 0,0 0-24 16,0 0 39-16,0 0-33 15,0 0-7-15,32 0-9 16,-32 0-76-16,0 0-35 15,0 0-522-15</inkml:trace>
          <inkml:trace contextRef="#ctx0" brushRef="#br0" timeOffset="1193.3352">245 3059 876 0,'0'0'228'0,"0"0"-153"15,0 0 58-15,0 0-72 16,0 0-10-16,0 0 65 16,0 0-97-16,253-140 39 15,-164 95-37-15,13 4-1 16,6-3-2-16,-4 6-18 0,-10 6 0 15,-16 8-15-15,-16 9-17 16,-25 7-9-16,-20 8-44 16,-17 0-81-1,-17 17 73-15,-30 13-158 16,-8 2-524-16</inkml:trace>
          <inkml:trace contextRef="#ctx0" brushRef="#br0" timeOffset="1444.4462">399 3154 713 0,'0'0'195'0,"0"0"-70"15,0 0-44-15,0 0 23 16,0 0 44-16,0 0-89 16,0 0 62-16,199-29-28 0,-112-10-61 15,14-7 64-15,14-7-96 16,4-1 9-16,-4 3-9 15,-13 2 20-15,-23 13-46 0,-17 5 19 16,-29 16-97 0,-13 8 47-16,-20 7-100 15,0 0-22-15,0 0-200 0</inkml:trace>
        </inkml:traceGroup>
      </inkml:traceGroup>
    </inkml:traceGroup>
    <inkml:traceGroup>
      <inkml:annotationXML>
        <emma:emma xmlns:emma="http://www.w3.org/2003/04/emma" version="1.0">
          <emma:interpretation id="{134D2158-5721-4F18-AF53-A8687C403DE0}" emma:medium="tactile" emma:mode="ink">
            <msink:context xmlns:msink="http://schemas.microsoft.com/ink/2010/main" type="paragraph" rotatedBoundingBox="612,16841 10643,17505 10512,19487 480,18823" alignmentLevel="1"/>
          </emma:interpretation>
        </emma:emma>
      </inkml:annotationXML>
      <inkml:traceGroup>
        <inkml:annotationXML>
          <emma:emma xmlns:emma="http://www.w3.org/2003/04/emma" version="1.0">
            <emma:interpretation id="{309958C4-C144-47EA-BBA1-6AB860D773DB}" emma:medium="tactile" emma:mode="ink">
              <msink:context xmlns:msink="http://schemas.microsoft.com/ink/2010/main" type="line" rotatedBoundingBox="612,16841 10643,17505 10512,19487 480,18823"/>
            </emma:interpretation>
          </emma:emma>
        </inkml:annotationXML>
        <inkml:traceGroup>
          <inkml:annotationXML>
            <emma:emma xmlns:emma="http://www.w3.org/2003/04/emma" version="1.0">
              <emma:interpretation id="{95DEE56F-3F67-4DDA-8ED6-914CE67D00F6}" emma:medium="tactile" emma:mode="ink">
                <msink:context xmlns:msink="http://schemas.microsoft.com/ink/2010/main" type="inkWord" rotatedBoundingBox="612,16841 5713,17179 5582,19161 480,18823"/>
              </emma:interpretation>
              <emma:one-of disjunction-type="recognition" id="oneOf2">
                <emma:interpretation id="interp6" emma:lang="" emma:confidence="1">
                  <emma:literal/>
                </emma:interpretation>
              </emma:one-of>
            </emma:emma>
          </inkml:annotationXML>
          <inkml:trace contextRef="#ctx0" brushRef="#br0" timeOffset="5171.2486">710 4963 725 0,'0'0'212'0,"0"0"-85"0,0 0 33 16,0 0-105-16,184-116-2 15,-137 78 4-15,-3-5-44 16,-9-3 20-16,-7-3-33 16,-13-2 15-16,-15 0-5 15,0-1-10-15,-7 2 0 0,-23 10-1 16,-5 16 7-16,-2 11-8 15,6 13 2-15,-6 0-4 16,7 49-35-16,-4 21 53 16,9 28-14-16,3 22 53 15,7 17-42-15,9 4 43 16,-3-1-31-16,9-14-22 16,0-14 69-16,0-22-54 15,0-18-15-15,0-21-1 16,0-15 34-16,0-13-69 15,0-14 35-15,0-9-88 16,-3 0 75-16,-17 0-126 16,-7-15-12-16,-1-7-101 15,-1-9-251-15</inkml:trace>
          <inkml:trace contextRef="#ctx0" brushRef="#br0" timeOffset="5324.3628">587 5301 674 0,'0'0'201'15,"0"0"-66"-15,0 0 0 16,0 0-113-16,249-120 7 16,-162 75-29-16,46-23-13 0,-27 9-89 31,-11 10-432-31</inkml:trace>
          <inkml:trace contextRef="#ctx0" brushRef="#br0" timeOffset="3612.9938">-979 4001 675 0,'0'0'153'0,"0"0"-30"16,0 0-20-16,0 0-93 16,106-176 38-16,-44 129-8 15,3 13-14-15,7 8 77 16,-4 20-90-16,-11 6 23 15,-13 19-31-15,-23 36 35 16,-17 20-31-16,-4 13 26 16,-27 2-21-16,-28-4 44 0,-11-9-40 15,1-15-12 1,8-21 5-16,7-9 23 0,13-13-43 16,12-6 9-16,10-9-83 15,15-4 40-15,0 0-121 16,12 0-205-16</inkml:trace>
          <inkml:trace contextRef="#ctx0" brushRef="#br0" timeOffset="3300.5523">-964 4142 588 0,'0'0'261'0,"0"0"-131"16,0 0 3-16,0 0-13 16,0 0-101-16,0 0 58 15,0 0-77-15,0-17 19 16,0 57-3-16,0 23 1 0,12 12 43 0,3 12-8 16,-2 0-26-16,-1-6-10 15,2-9-16-15,-3-18 7 16,-4-14-7-16,0-12 0 15,1-7-33-15,-5-11-17 16,-3-10-128-16,0 0-12 16,0 0-210-16</inkml:trace>
          <inkml:trace contextRef="#ctx0" brushRef="#br0" timeOffset="4042.395">-231 4050 772 0,'0'0'140'0,"0"0"-49"0,0 0 42 16,-141 165-74-16,88-88 44 16,13-2-93-16,15-17 3 15,25-16-1-15,0-19 17 16,21-15-25-16,29-8 58 15,4-13-53-15,1-24 35 16,-3-8-44-16,-14-4 0 16,-12 0-9-16,-16 0 21 0,-10 8-12 15,0-2 0 1,0 10 27-16,0 8-35 0,0 12 8 16,0 9-2-16,0 4-24 15,11 0-5-15,9 6 31 16,7 16 0-16,5 3-1 15,5-3-11-15,5-7-63 16,38-15-61-16,-12 0-138 16,-7 0-522-16</inkml:trace>
          <inkml:trace contextRef="#ctx0" brushRef="#br0" timeOffset="4614.1619">367 4024 674 0,'0'0'147'15,"0"0"16"-15,0 0-87 0,0 0-33 16,-93 174-5-16,93-148-11 16,0-13-27-16,0-9 62 15,22-4-37-15,-1 0 79 16,3-13-77-16,-4-10-26 16,-9-8 23-16,-6 3-1 15,-5-4-23-15,0 2 0 16,0 4 24-16,0 7-16 15,0 13-8-15,0 6 0 0,0 4-25 16,0 34 5-16,7 20 20 0,12 14 0 16,-4 13 17-16,-9 2 22 15,1 3-33-15,-7-1-4 16,0-15 14-16,-23-12 4 16,-11-15-20-16,-4-13 0 15,-6-18 32-15,1-7-16 16,3-9-16-16,8 0 0 15,13-9-7-15,11-18 21 16,8-11-14-16,12-8 0 16,41-16-42-16,24-9 25 15,24-11-7-15,11-4-5 16,10-5 15-16,-4 1-30 16,-12-3 44-16,-19 10 0 15,-27 6 15-15,-20 4-33 16,-27 8 18-16,-13 18 0 0,0 7-13 15,-36 17 44-15,-3 18-31 16,-4 5 0-16,4 19 24 16,6 30-24-16,11 11 0 15,15 7 0-15,7 4-7 16,4-11 35-16,32-9-49 16,11-4 21-16,29-6-121 15,-10-9-85-15,-14-8-636 0</inkml:trace>
          <inkml:trace contextRef="#ctx0" brushRef="#br0" timeOffset="6713.7455">1615 4992 491 0,'0'0'228'15,"0"0"-116"-15,0 0 57 16,0 0-66-16,0 0-54 15,0 0 66-15,0 0-79 16,-70-61 32-16,31 61-14 16,-13 38-41-16,-11 24 58 0,-2 18-33 15,3 3-30 1,17-6 30-16,20-14-26 0,25-18-12 16,0-15 0-16,43-16 38 15,24-14-24-15,17 0-14 16,9-21 0-16,1-17-23 15,-9-9 11-15,-10-1 12 16,-19-4-1-16,-16 1-12 16,-15-8-13-16,-10 7 26 15,-12 2-4-15,-3 18-34 16,0 15 45-16,-18 17-7 16,-4 0 0-1,-3 36 7-15,0 12-21 0,10-1 14 16,11-4 0-16,4-11-25 15,0-9 34-15,9-14-9 16,19-9 0-16,12 0 32 16,2-9-19-16,5-20-13 15,7-5 0-15,-6-3-26 16,-4 1 37-16,-9 3-11 16,-5 3 0-16,-10 13 25 15,-5 8-48-15,-12 9 23 16,1 0 0-16,-4 22-38 0,0 18 45 15,6 6-7 1,-1-3 0-16,9-5 26 16,12-10-34-16,3-7 8 0,6-12 0 15,5-9-19-15,4 0 33 16,-1-7-14-16,-3-22 0 16,2-6 25-16,-5-7-7 15,0-7-18-15,-2-6 0 16,-7-2-17-16,-6 7 28 15,-4 4-11-15,-11 14 0 16,-2 14 13-16,-5 18-43 16,0 0 30-16,0 9 0 15,-8 19-34-15,1 8 27 16,7-4 7-16,0-2 0 16,7-7 10-16,29-8-24 0,8-6 14 15,3-9 0-15,6 0-16 16,-3-6 40-16,-6-20-24 15,-7-2 12-15,-14-8 14 16,0-5 10-16,-13-4-36 16,-6-9 0-16,-4-1-10 15,0-7 23-15,0-2-13 16,-14-1 0-16,-9 5 16 16,3 19-41-16,-10 15 25 15,1 20 0-15,1 6-29 16,0 36 10-16,4 24 19 15,9 20 0-15,15 6 18 0,0 5-28 16,30-2 10-16,29-12 0 16,6-9-18-16,10-19 40 15,0-17-22-15,6-14 0 16,-11-16 19-16,-8-2 11 16,-4-7-30-16,-11-25 0 15,-3-15 0-15,-9-8 19 0,-2-14-19 16,-4-17 0-16,-3-8 20 15,1-6-30-15,-2-4 10 16,-3 2 0-16,-4 12-16 16,-4 20 31-16,-9 17-15 15,-5 21 0-15,0 15 21 16,0 11-38-16,0 6 17 16,0 0 0-16,-5 32-31 15,-9 19 63-15,8 22-32 16,2 11 9-16,4 12 10 15,0 7 39-15,9-4-57 16,17 1-1-16,11-11 18 16,7-8 17-16,-1-11-35 0,-1-17 0 15,-5-11 3-15,-9-18-29 16,-6-18-49-16,-4-6-33 16,-18-23 14-16,0-17-216 15,0-5-379-15</inkml:trace>
          <inkml:trace contextRef="#ctx0" brushRef="#br0" timeOffset="6907.2354">3500 4450 935 0,'0'0'240'0,"0"0"-186"15,0 0 20-15,0 0-50 0,0 0-11 16,212-68 16-16,-125 42-29 15,43-8-10-15,-23 4-40 16,-16 7-293-16</inkml:trace>
          <inkml:trace contextRef="#ctx0" brushRef="#br0" timeOffset="7716.3523">1694 4986 139 0,'0'0'189'0,"0"0"-83"15,0 0 11-15,0 0 25 16,0 0-67-16,0 0 27 15,0 0-66-15,0-9-34 16,0 9 2-16,0 0-4 16,3 0-17-16,4 0-35 15,4 0-90-15,-4 3-22 0</inkml:trace>
        </inkml:traceGroup>
        <inkml:traceGroup>
          <inkml:annotationXML>
            <emma:emma xmlns:emma="http://www.w3.org/2003/04/emma" version="1.0">
              <emma:interpretation id="{05C1E144-2DDA-442E-A562-476977BFBBE7}" emma:medium="tactile" emma:mode="ink">
                <msink:context xmlns:msink="http://schemas.microsoft.com/ink/2010/main" type="inkWord" rotatedBoundingBox="6138,17949 7779,18057 7739,18666 6098,18558"/>
              </emma:interpretation>
              <emma:one-of disjunction-type="recognition" id="oneOf3">
                <emma:interpretation id="interp7" emma:lang="" emma:confidence="1">
                  <emma:literal/>
                </emma:interpretation>
              </emma:one-of>
            </emma:emma>
          </inkml:annotationXML>
          <inkml:trace contextRef="#ctx0" brushRef="#br0" timeOffset="8759.4314">4953 5098 459 0,'0'0'224'0,"0"0"-66"16,0 0-25-16,0 0 5 15,0 0-111-15,0 0 27 0,0 0 8 16,-54-108-62-16,13 100 76 16,-11 8-60-16,-7 0 0 15,2 36 32-15,-1 10-24 16,14 7-22-16,13-4-2 16,15-8 29-16,16-9-31 0,9-6 2 15,41-11 0 1,22-7-19-16,8-8 24 0,21 0-5 15,-4-17 0-15,-11-15-5 16,-7-4-9-16,-22-1 14 16,-17-7 0-16,-18 7-13 15,-17-3 30-15,-5 0-17 16,-9 2 0-16,-22-1 23 16,-13 7-36-16,-3 4 13 15,4 11-8-15,6 7-11 16,9 6-61-16,13 4-11 15,8 8-126-15,7 11-195 0</inkml:trace>
          <inkml:trace contextRef="#ctx0" brushRef="#br0" timeOffset="9124.1037">5811 4752 674 0,'0'0'253'0,"0"0"-106"15,0 0-89-15,-191 85 68 0,129-26-61 16,4 8-14 0,13-3 20-16,14 3-54 0,21-12-1 0,10-10-13 15,4-6 22-15,43-14 8 16,19-8-33-16,15-8-1 16,9-9-12-16,9 0-90 15,-4 0 8-15,29-26-45 16,-31 1-203-16,-17-1-41 15</inkml:trace>
        </inkml:traceGroup>
        <inkml:traceGroup>
          <inkml:annotationXML>
            <emma:emma xmlns:emma="http://www.w3.org/2003/04/emma" version="1.0">
              <emma:interpretation id="{B199C43F-0CF7-4E07-B4B1-D680A1BAD350}" emma:medium="tactile" emma:mode="ink">
                <msink:context xmlns:msink="http://schemas.microsoft.com/ink/2010/main" type="inkWord" rotatedBoundingBox="7636,17744 10614,17941 10558,18801 7579,18604"/>
              </emma:interpretation>
              <emma:one-of disjunction-type="recognition" id="oneOf4">
                <emma:interpretation id="interp8" emma:lang="" emma:confidence="0.5">
                  <emma:literal>ws</emma:literal>
                </emma:interpretation>
                <emma:interpretation id="interp9" emma:lang="" emma:confidence="0">
                  <emma:literal>curs</emma:literal>
                </emma:interpretation>
                <emma:interpretation id="interp10" emma:lang="" emma:confidence="0">
                  <emma:literal>weirs</emma:literal>
                </emma:interpretation>
                <emma:interpretation id="interp11" emma:lang="" emma:confidence="0">
                  <emma:literal>wars</emma:literal>
                </emma:interpretation>
                <emma:interpretation id="interp12" emma:lang="" emma:confidence="0">
                  <emma:literal>was</emma:literal>
                </emma:interpretation>
              </emma:one-of>
            </emma:emma>
          </inkml:annotationXML>
          <inkml:trace contextRef="#ctx0" brushRef="#br0" timeOffset="10221.8474">6531 4746 472 0,'0'0'260'0,"0"0"-97"0,0 0-1 16,0 0-65-16,0 0-78 15,0 0 66-15,0 0-28 16,-240 112 12-16,163-37 48 16,5 10-107-16,15 1 49 15,17-13-59-15,18-11 31 16,22-21-31-16,3-10 0 15,49-14 0-15,15-11-3 16,20-6-30-16,10 0 8 16,5-17-38-16,-5-8-56 15,-18-2 83-15,-14 1-42 16,-18-4-3-16,-17 6-5 0,-10-5-125 16,-5-1 19-1,-7 4 9-15,-4 1 30 0,-4 5 98 16,0 5 6-16,0 6 49 15,0 5 58-15,0 4-43 16,0 0 71-16,0 8 62 16,-4 19-25-1,-7 1 41-15,4 8-74 0,-1 0 2 0,3-4 31 16,5-6-101-16,0-3 46 16,0-8-26-16,8-4-32 15,15-9 73-15,1-2-70 16,11 0 19-16,-2 0 4 15,7-9-8-15,1-20-20 16,-1-4-8-16,-8-5 8 16,-7-2-13-16,-7 3 5 15,-11 3 0-15,-4 9 0 16,-3 8 29-16,0 11-29 16,0 6 0-16,0 0 1 0,0 6-30 15,0 12 29-15,0 6 0 16,3-7-1-16,24-4 25 15,8-4-24-15,15-9 0 16,9 0 16-16,6 0 20 16,4-15-35-16,-9-11-1 15,-2-1 16-15,-11-5 13 16,-3-4-29-16,-6-7 0 16,1-4 10-16,-1-6-16 15,-3-6 6-15,2 4 0 16,-5 10-1-16,-4 9 7 15,-8 18-7-15,0 8 1 16,-1 10-7-16,-1 0-27 0,-1 10 34 16,1 18 0-1,1 8-5-15,-4 5 34 0,-5 6-29 16,3-1 0-16,-4-1 1 16,1-9 5-16,11-8-4 15,9-9-2-15,6-10 18 16,14-9 15-16,15 0-12 15,10 0-21-15,12-24 20 16,3-8-5-16,1-4-14 16,-1 0-1-16,-13 4 0 15,-3-2 20-15,-16 9-20 16,-8 5 0 0,-13 6 0-16,-12 12-16 15,-12 2 16-15,3 0 0 0,-8 0-6 16,-1 23 22-16,-4 0-16 15,-3 5 0-15,0 3 0 16,-3-3 44-16,-28 2-31 16,-12-2-5-16,-11-1-1 0,-11-5 31 15,-7 1-60-15,0-8 22 16,4-4-88-16,3-1 39 16,-7-5-116-16,15 3 4 15,10-6-183-15</inkml:trace>
        </inkml:traceGroup>
      </inkml:traceGroup>
    </inkml:traceGroup>
  </inkml:traceGroup>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24:15.126"/>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2288AF26-C726-4D81-A2A6-7E00131C183B}" emma:medium="tactile" emma:mode="ink">
          <msink:context xmlns:msink="http://schemas.microsoft.com/ink/2010/main" type="writingRegion" rotatedBoundingBox="1882,14702 23523,13952 23620,16738 1978,17487"/>
        </emma:interpretation>
      </emma:emma>
    </inkml:annotationXML>
    <inkml:traceGroup>
      <inkml:annotationXML>
        <emma:emma xmlns:emma="http://www.w3.org/2003/04/emma" version="1.0">
          <emma:interpretation id="{606D9518-24C4-4003-801B-19583DCBA3BD}" emma:medium="tactile" emma:mode="ink">
            <msink:context xmlns:msink="http://schemas.microsoft.com/ink/2010/main" type="paragraph" rotatedBoundingBox="1882,14702 23523,13952 23574,15415 1933,16164" alignmentLevel="1"/>
          </emma:interpretation>
        </emma:emma>
      </inkml:annotationXML>
      <inkml:traceGroup>
        <inkml:annotationXML>
          <emma:emma xmlns:emma="http://www.w3.org/2003/04/emma" version="1.0">
            <emma:interpretation id="{A9032E75-7B45-414B-9C9A-5556714FB8AD}" emma:medium="tactile" emma:mode="ink">
              <msink:context xmlns:msink="http://schemas.microsoft.com/ink/2010/main" type="line" rotatedBoundingBox="1882,14702 23523,13952 23574,15415 1933,16164"/>
            </emma:interpretation>
          </emma:emma>
        </inkml:annotationXML>
        <inkml:traceGroup>
          <inkml:annotationXML>
            <emma:emma xmlns:emma="http://www.w3.org/2003/04/emma" version="1.0">
              <emma:interpretation id="{D0FFEF7E-A71B-418B-A74A-43FF28171338}" emma:medium="tactile" emma:mode="ink">
                <msink:context xmlns:msink="http://schemas.microsoft.com/ink/2010/main" type="inkWord" rotatedBoundingBox="1891,14964 6886,14792 6917,15701 1922,15874"/>
              </emma:interpretation>
              <emma:one-of disjunction-type="recognition" id="oneOf0">
                <emma:interpretation id="interp0" emma:lang="" emma:confidence="1">
                  <emma:literal/>
                </emma:interpretation>
              </emma:one-of>
            </emma:emma>
          </inkml:annotationXML>
          <inkml:trace contextRef="#ctx0" brushRef="#br0">2397 16 816 0,'0'0'146'0,"0"0"-68"16,0 0 4-16,0 0 25 16,-92 212-15-16,52-135-31 15,5-1 29-15,6-9-64 16,11-7-16-16,6-19 42 15,12-11-50-15,0-11 8 16,0-15-4-16,0-4 4 16,8-8 47-16,28-37-57 15,19-19 8-15,10-18-16 0,10-12-4 16,-3 0-24 0,-7 6-15-16,-11 23 46 0,-21 23-9 15,-13 25 14-15,-13 17-30 16,-7 13 29-16,0 36-12 15,0 10 13-15,-20 5 1 16,-10 6 9-16,5-11 34 16,0-12-44-16,11-15 0 15,6-10 1-15,5-14 15 16,3-8-11-16,0 0 14 16,25-23-8-16,30-30 20 15,17-14-31-15,10-10-16 16,8-9 16-16,-3 9-35 15,-18 15 34-15,-19 24 1 16,-22 21 0-16,-13 17-7 0,-6 8 7 16,-9 33 0-1,0 14-1-15,0 3 9 0,-9-3 26 16,-6-2-30-16,7-15 8 16,6-8 14-16,2-4-26 15,0-13 0-15,2-3-7 16,31-10-56-16,19 0-21 15,33-23-90-15,-6-13-189 16,-5 1-406-16</inkml:trace>
          <inkml:trace contextRef="#ctx0" brushRef="#br0" timeOffset="1073.4233">3743 20 618 0,'0'0'222'0,"0"0"-65"0,0 0-57 16,0 0-12-16,-222 132-12 15,171-82-31-15,18-5 14 16,15-6-59-16,14-7 0 15,4-5 24-15,15-8-23 16,29-6 10-16,13-8 1 16,8-5-11-16,3 0 21 15,-6-9-22-15,-15-19 0 16,-12 0 9-16,-16-8-2 16,-19-7-7-16,0 1 0 15,-10-2 9-15,-24 3-11 0,-6 5 2 16,2 4 0-16,4 9-11 15,9 6 12-15,7 8-1 16,11 3 0-16,7 2 1 16,0 1-3-16,7-7 2 15,39-5-1-15,28-7-17 16,15-13 26-16,16-1-8 16,-8 4 0-16,-10 4 0 15,-18 11 18-15,-23 8-18 16,-14 9 0-16,-13 0-21 15,-6 15 19-15,-11 20 2 16,-2 9 16-16,0 2-15 16,0-5 31-16,0-5-32 15,0-6 0-15,0-7 4 16,3-8 5-16,7-6-9 0,8-1 8 16,4-8-7-16,7 0 26 15,7 0-27-15,3-21 0 16,1-4-2-16,-3-5 12 15,-2 6-10-15,-5 1 0 16,-8 6 1-16,-6 8-7 16,-6 5 6-16,-1 4-19 15,2 0 6-15,1 0 10 16,5 4 3-16,5 0 1 16,3-2 0-16,0-2 23 15,3 0-24-15,-3 0 0 16,-3-2 9-16,-4-19 1 15,-8 5-10-15,-1-1 0 0,-7 0 1 16,-2 8 16-16,5 3-17 16,-5 2 0-16,0 4-9 15,3 0 0-15,0 0-2 16,1 19-7-16,4 17 18 16,0 10-4-16,2 7 4 15,4 5 0-15,-3 0 35 16,3 1-33-16,-6-8 38 15,-5-5-12-15,-3-11-28 16,0-7 52-16,0-7-52 16,0-8 0-16,-25-3 18 15,-8-1-7-15,-11 1-3 0,-6-1-8 16,-3-2-42-16,-24 3 4 16,17-1-116-16,10-5-107 0</inkml:trace>
          <inkml:trace contextRef="#ctx0" brushRef="#br0" timeOffset="-629.693">149 182 557 0,'0'0'79'0,"0"0"-65"16,0 0 37-16,0 0-19 16,0 0 33-16,0 0-18 15,0 0-21-15,0 0 25 16,0 0-45-16,0 0 2 15,0 4 34-15,0 6-17 16,0 3 28-16,0 2-21 0,0 6-12 16,0 4 48-1,0 10-47-15,0 7-3 0,-13 14 36 16,-5 4-34-16,-4 11 25 16,0-3-19-16,2-4-20 15,0-10 44-15,7-10-50 16,2-12 0-16,3-9 7 15,5-14 6-15,3-3-13 16,0-6 7-16,0 0-6 16,0 0 48-16,0 0-37 15,0 0 14-15,0-19 21 16,0-20-40-16,13-17-14 16,12-12-12-16,9-5-38 15,1-6 57-15,5 7-38 16,0 8 18-16,-5 5 13 0,4 14-5 15,-6 7 3 1,-3 12 9-16,-5 12 0 0,-8 7-3 16,1 7 3-16,2 0 0 15,1 11-10-15,0 18 26 16,-6 7-20-16,-5 5 4 16,-6 4 0-16,-1 4 23 15,-3-4-22-15,0-4 6 16,0-5 5-16,0-14 1 15,0-7-4-15,0-7-9 16,0-5 0-16,0-3 30 16,0 0-14-16,0 0 28 15,12-30-21-15,16-11-10 16,12-18-21-16,12-7 8 16,12-2-18-16,1 8 8 0,-5 1 10 15,0 15-2-15,-1 12-5 16,-4 14 14-16,-11 10-23 15,-6 8 8-15,-5 0-8 16,-4 23-9-16,-6 12 25 16,-11 1-1-16,0 1 1 15,-6-5 0-15,3-2 7 16,-3-4-7-16,1-7 0 16,0-2-1-16,8-6 7 15,0-3-6-15,2-3 13 16,9-1-12-16,6-4 20 15,5 0-21-15,5 0 0 0,5 0 3 16,-2-7-2-16,8-12-1 16,-1-9 9-16,-7-4-7 15,-5-2 3-15,-8-4-5 16,-7-2-10-16,-10 0-17 16,-15 4 24-16,0 4-12 15,-5 12-15-15,-30-1-11 16,-12 15 32-16,-11 6 5 15,-2 0 4-15,-2 15 0 16,12 25 14-16,6 5-14 16,19 10 18-16,15 0-18 15,10-2 30-15,2 0-30 16,44-10 0-16,10-4 9 0,16-10 3 16,8-9-12-16,2-10 1 15,5-10 1-15,-5 0-2 16,-5 0-87-16,3-32-52 15,-20-2-82-15,-10 2-379 0</inkml:trace>
        </inkml:traceGroup>
        <inkml:traceGroup>
          <inkml:annotationXML>
            <emma:emma xmlns:emma="http://www.w3.org/2003/04/emma" version="1.0">
              <emma:interpretation id="{E9652680-69E3-4342-BFA1-064A1E643FCC}" emma:medium="tactile" emma:mode="ink">
                <msink:context xmlns:msink="http://schemas.microsoft.com/ink/2010/main" type="inkWord" rotatedBoundingBox="7614,14769 12846,14588 12887,15785 7656,15966"/>
              </emma:interpretation>
              <emma:one-of disjunction-type="recognition" id="oneOf1">
                <emma:interpretation id="interp1" emma:lang="" emma:confidence="1">
                  <emma:literal/>
                </emma:interpretation>
              </emma:one-of>
            </emma:emma>
          </inkml:annotationXML>
          <inkml:trace contextRef="#ctx0" brushRef="#br0" timeOffset="2853.4804">7999-208 717 0,'0'0'212'15,"0"0"-95"-15,0 0-7 16,0 0-27-16,0 0 15 16,-127 209-73-16,107-163-17 15,3-9 45-15,10-10-53 16,4-11 14-16,3-14 1 16,0-2 5-16,3 0 66 15,29-28-86-15,18-15 7 16,12-12-3-16,10-5-3 15,-3-3-2-15,-7 5 1 16,-9 13 0-16,-16 9 17 16,-10 17-17-16,-16 12 0 15,-2 7 4-15,1 0-3 0,1 20-1 16,3 8 13-16,1 8-13 16,3 0 16-16,11 0-16 15,6-1-34-15,63 8-46 16,-7-11-165-16,9-6-998 0</inkml:trace>
          <inkml:trace contextRef="#ctx0" brushRef="#br0" timeOffset="3679.7357">9362-323 392 0,'0'0'177'0,"0"0"-1"0,0 0-10 16,0 0-21-16,0 0-69 16,0 0 20-16,0 0-48 15,0 0-29-15,-34 0 50 16,-22 13-60-16,-15 23 21 16,-11 7 31-16,-1 10-29 15,14-4 12-15,26-7-44 16,21-6 0-16,22-10 0 15,5-9 2-15,49-11-2 16,14-6 4-16,11 0 3 0,1-17 2 16,-8-11-9-1,-22-4 0-15,-13-3 12 0,-17-1-12 16,-8-2-12-16,-9 4 6 16,-3 10 5-16,0 5-11 15,0 10 12-15,0 5-16 16,0 4 0-16,0 0 3 15,0 19 9-15,0 3 2 16,10 5 4-16,23-3 11 16,14-3-13-16,13-6-28 15,9-7 1-15,25-8-137 16,-14 0-160-16,-18 0-219 0</inkml:trace>
          <inkml:trace contextRef="#ctx0" brushRef="#br0" timeOffset="4120.8732">10031-255 637 0,'0'0'343'0,"0"0"-128"16,0 0-105-16,-209 152-63 16,169-113 0-16,21-6-47 15,19-14 0-15,0-9-2 16,19-10 2-16,21 0 0 15,3-10 18-15,-3-16-7 16,-8-6 42-16,-8-1-37 16,-1-3-16-16,-3 1 16 15,0 4-16-15,-7 5-6 0,1 11-1 16,-9 11 7 0,2 4-9-16,4 8-16 0,-4 26 21 15,6 18-12-15,-8 10 32 16,-1 13-15-16,-4 11 21 15,0 12-7-15,0 5 41 16,-19-2-40-16,-2-3-14 16,-6-9 47-16,-5-19-47 15,0-12 33-15,-3-14-9 16,-5-15-17-16,-3-12 42 16,-4-8-51-16,0-5 0 15,3-4 14-15,9 0-14 16,10-17-17-16,10-20-49 15,15-47-87-15,3 10-28 16,28-3-626-16</inkml:trace>
          <inkml:trace contextRef="#ctx0" brushRef="#br0" timeOffset="2036.1582">5705-165 129 0,'0'0'408'16,"0"0"-137"-16,0 0-54 15,0 0-116-15,0 0-37 0,0 0-15 16,0 0 0-16,53 54 41 16,-53 2-45-16,0 6-22 15,-2-2 46-15,-13-3-61 16,-1-16 20-16,7-10-10 16,3-12-17-16,4-12 32 15,2-5-32-15,0-2 4 16,0 0 79-16,0-18-62 15,8-19-6-15,24-12-16 16,12-9-7-16,9-12-8 16,12-5-47-16,-1 2-14 15,3 11 58-15,-10 19-27 16,-11 19 45-16,-9 22 0 0,-10 2 2 16,-4 26-14-16,-4 13 12 15,-9 10 0-15,-10-2-3 16,0-4 15-16,0-11-9 15,0-10-2-15,0-9 8 16,0-5 3-16,0-8-12 16,15 0 0-16,8 0 16 15,11-21-5-15,13-14-11 16,8-4 0-16,2 0 0 16,-4-1-11-16,-8 14-1 15,-10 16 12-15,-13 10-20 16,-9 8 9-16,3 28 9 15,-10 9 2-15,8 5 0 16,-6-2 5-16,17-6-5 16,15-10-62-16,62-19-3 0,-5-11-102 15,0-2-419-15</inkml:trace>
          <inkml:trace contextRef="#ctx0" brushRef="#br0" timeOffset="2388.5079">7482-265 857 0,'0'0'197'16,"0"0"-105"-16,0 0 18 16,-209 136-69-16,159-86-16 15,10-5-1-15,21-13-14 0,19-10 0 16,0-9-10-16,14-9 0 15,23-4 58-15,6 0-46 16,1-13-5-16,-9-13 9 16,-4-6-9-16,-10-4 9 15,-11-1-16-15,3 2-3 16,-8 4-5-16,-5 13 16 16,3 12 4-16,1 6-12 15,7 9-12-15,8 29 5 16,9 5 7-16,12 3 0 15,14-10 6-15,18-8-6 16,50-15-68-16,-20-9-72 0,-12-4-390 0</inkml:trace>
          <inkml:trace contextRef="#ctx0" brushRef="#br0" timeOffset="5352.6024">10439 79 390 0,'0'0'144'0,"0"0"-66"16,0 0-35-16,0 0 6 16,0 0-31-16,0 0-3 0,0 0 43 15,0 5-9-15,0-5 48 16,10 0-6-16,12-5-29 15,-1-9 8-15,8-3-44 16,-4-3-20-16,3-1 30 16,-6-5-30-16,-4 1 4 15,-3-1 5-15,-10-1-14 16,-5 0 14-16,0 1-15 16,0 7 0-16,-5 6 33 15,-20 7-32-15,-8 6 5 16,-2 0-6-16,-2 10 0 15,2 18-2-15,3 15 2 16,5 3 0-16,14 3 9 0,6 2-2 16,7-6-5-1,0-2-1-15,35-9 0 0,1-3 24 16,7-8-25-16,7-14-17 16,5-9 16-16,2 0-68 15,8 0 3-15,22-36-83 16,-16 0-228-16,-13 4-306 0</inkml:trace>
        </inkml:traceGroup>
        <inkml:traceGroup>
          <inkml:annotationXML>
            <emma:emma xmlns:emma="http://www.w3.org/2003/04/emma" version="1.0">
              <emma:interpretation id="{C2FFEA9A-0ED0-42E8-B7F5-A768A3C58D85}" emma:medium="tactile" emma:mode="ink">
                <msink:context xmlns:msink="http://schemas.microsoft.com/ink/2010/main" type="inkWord" rotatedBoundingBox="13021,14316 16277,14203 16308,15114 13053,15227"/>
              </emma:interpretation>
              <emma:one-of disjunction-type="recognition" id="oneOf2">
                <emma:interpretation id="interp2" emma:lang="" emma:confidence="1">
                  <emma:literal/>
                </emma:interpretation>
              </emma:one-of>
            </emma:emma>
          </inkml:annotationXML>
          <inkml:trace contextRef="#ctx0" brushRef="#br0" timeOffset="6555.5769">11129 7 155 0,'0'0'551'0,"0"0"-263"16,0 0-87-16,0 0-125 15,0 0-45-15,0 0 15 16,0 168-45-16,0-157 21 16,9-11-12-16,1 0 0 15,8 0 64-15,7-21-48 16,15-17-18-16,7-9 5 16,7 0-5-16,8-2-10 15,-9 10 2-15,-3 16 0 16,-6 14-16-16,-12 9 16 15,-1 4-3-15,-7 22-7 16,-6 2 20-16,-4-1-6 16,-3-9-4-16,-1-4 0 0,2-7 4 15,0-7-4-15,4 0 0 16,6 0 13-16,7-13-4 16,4-13-8-16,0-1-1 15,-6 5 0-15,-5 7 3 16,0 3-3-16,-4 11-4 15,4 1-2-15,6 0 0 16,7 13-4-16,9 9 10 16,8 1 0-16,5-8 0 15,13-6 0-15,8-5 0 16,1-4 2-16,5 0 12 16,-9-26-10-16,-15-2-4 15,-11-12 0-15,-23-2 15 0,-11-3-15 16,-15-4 0-1,0 0 0-15,-26 11 11 0,-23 12-22 16,-4 18 11-16,-13 8-12 16,5 17-4-16,7 28 16 15,14 10 0-15,27 3-6 16,13-3 12-16,13-2-17 16,42-13 11-16,24-8 0 15,11-15 2-15,14-12 7 16,1-5 9-16,-1 0 12 15,-14-13-23-15,-10-9 35 16,-23-1-42-16,-13 6 0 16,-19 8 29-16,-14 5-29 15,-7 4 0-15,-4 0-6 16,0 13 6-16,0 13 5 0,-4 5-5 16,-7-7 0-16,7-1-21 15,4-6 21-15,0-8-8 16,0-5 2-16,15-4 6 15,7 0 16-15,10 0-16 16,5-13 0-16,4-14 4 16,11-9 5-16,2-1-9 15,3-6 0-15,1-4 1 16,-4 2-1-16,-7 10 0 16,-14 12 0-16,-11 6-16 15,-12 11 16-15,-4 6-3 16,-6 0-17-16,5 0 20 0,-1 10-13 15,-1 7 13 1,4-4 0-16,5-2-9 0,-7 1 10 16,6-12-1-16,9 0 13 15,-3 0 8-15,8-12 41 16,4-12-47-16,4-16-8 16,2-7 52-16,2-9-58 15,-2-9 14-15,-1-3-15 16,1-3 1-16,-5 3 12 15,-9 1-13-15,-7 13 0 16,-2 12 0-16,-9 16 10 16,-3 11-1-16,0 15-9 15,0 0-5-15,0 5-5 0,-12 37-12 16,-20 24 22 0,-8 8-10-16,5 14 20 0,-3-5 0 15,18-8-8-15,13-10 4 16,7-12 11-16,0-12-17 15,15-9 0-15,12-13 0 16,13-6 9-16,3-9-10 16,4-4 1-16,-2 0-75 15,-3-5-11-15,-17-29-72 16,-13 5-40-16,-12 5-365 0</inkml:trace>
          <inkml:trace contextRef="#ctx0" brushRef="#br0" timeOffset="6729.1087">13571-580 1020 0,'0'0'257'16,"0"0"-145"-16,0 0-112 16,0 0 6-16,194-26-6 15,-75 24-24-15,65-9-34 16,-29 1-140-16,-18 1-423 0</inkml:trace>
        </inkml:traceGroup>
        <inkml:traceGroup>
          <inkml:annotationXML>
            <emma:emma xmlns:emma="http://www.w3.org/2003/04/emma" version="1.0">
              <emma:interpretation id="{7E118FBC-D72A-4143-A1AE-8211AADB96F8}" emma:medium="tactile" emma:mode="ink">
                <msink:context xmlns:msink="http://schemas.microsoft.com/ink/2010/main" type="inkWord" rotatedBoundingBox="17121,14190 21367,14043 21402,15058 17157,15205"/>
              </emma:interpretation>
              <emma:one-of disjunction-type="recognition" id="oneOf3">
                <emma:interpretation id="interp3" emma:lang="" emma:confidence="0.5">
                  <emma:literal>would</emma:literal>
                </emma:interpretation>
                <emma:interpretation id="interp4" emma:lang="" emma:confidence="0">
                  <emma:literal>Would</emma:literal>
                </emma:interpretation>
                <emma:interpretation id="interp5" emma:lang="" emma:confidence="0">
                  <emma:literal>hold</emma:literal>
                </emma:interpretation>
                <emma:interpretation id="interp6" emma:lang="" emma:confidence="0">
                  <emma:literal>should</emma:literal>
                </emma:interpretation>
                <emma:interpretation id="interp7" emma:lang="" emma:confidence="0">
                  <emma:literal>Should</emma:literal>
                </emma:interpretation>
              </emma:one-of>
            </emma:emma>
          </inkml:annotationXML>
          <inkml:trace contextRef="#ctx0" brushRef="#br0" timeOffset="9099.6664">16242-886 933 0,'0'0'146'0,"0"0"-4"16,0 0-16-16,11 217-55 15,-11-128 19-15,0-6-37 16,-8 2-36-16,-9-9 52 16,-1-12-58-16,-2-10 15 0,3-14-13 15,4-12-12-15,-2-11 24 16,8-10-25-16,-1-7 0 15,4 0 41-15,-2 0-39 16,2 0 25-16,4-16-25 16,0-7 7-16,0-7-18 15,22-2-4-15,15-6-41 16,13 2 52-16,7-3-31 16,0 7 2-16,4 1 2 15,-5 12 19-15,-15 10-9 16,-4 1 19-16,-8 8-2 15,-8 0-15-15,-2 0 17 16,-12 13 0-16,-7 10 0 16,0 3 0-16,0 7 4 15,0-3-4-15,-11 2 0 0,0-5-4 16,7-5 11-16,4-3-7 16,0-2 0-16,4-6 1 15,23 1 6-15,14-11-7 16,8-1 0-16,4 0 0 15,-2 0 17-15,-5-1-15 16,-2-13-2-16,-12 5 1 16,-14-2 16-16,-8 11-17 15,-7 0 0-15,-3 0-13 16,0 0-7-16,0 11 20 16,-8 17 0-16,-12 4 1 15,7 2 4-15,8-5-5 16,5-2 0-16,0-9-9 0,5-1 19 15,20-11-10-15,3-6 1 16,7 0-1-16,2 0 31 16,3-15-31-16,-8-11 0 15,-5-5-2-15,-11-5 8 16,-6-6-12-16,-10-7-30 16,0 4-30-16,0 4 50 15,-25 5-13-15,-8 14 15 16,-2 8 1-16,0 11 10 15,1 3-6-15,14 0 9 16,5 0 0-16,12 0-16 16,3 0 16-16,0 0-1 0,31 0-1 15,20 0 4-15,7 0 30 16,11 0-32-16,-1-11 11 16,-7-2 36-16,-15 0-39 15,-16 7-6-15,-6 3 34 16,-19 3-34-16,2 0-4 15,-4 0-11-15,5 20 13 16,-1 6 6-16,3 4-6 16,2-2 0-16,6-2-2 15,4-5 21-15,3-10-26 16,7-3 7-16,9-8 0 16,3 0 36-16,-2 0-34 15,5-19-2-15,-1-7 13 16,-4-4 0-16,-2 1-18 0,-6 7 5 15,-9 4 0-15,-15 14-26 16,2 4 26-16,-9 0-20 16,4 18 20-16,8 8 0 15,6 3 0-15,11-7 0 16,18-1 0-16,12-8-10 16,14-11 10-16,7-2 0 15,-1 0 14-15,-10-19-13 16,-7-13 26-16,-15-4-27 15,-6-10 0-15,-7-6 22 16,-11-11-21-16,-6 3 5 16,-8-6-6-16,-10 2 6 15,-2 9-2-15,0 6-4 16,-10 17 0-16,-14 15-20 0,-2 15 20 16,-3 2-13-16,-4 6 4 15,4 26 9-15,8 13-10 16,2 10 10-16,9 3 0 15,10 5-12-15,0-5 15 16,4-3-3-16,24-6 0 16,9-10 0-16,-2-10 3 15,5-2-3-15,-2-10 0 16,3-8-13-16,2-9 13 16,4 0-1-16,11 0-6 15,11-9 7-15,0-18-9 16,-1 1 0-16,-11-1 2 0,-10 8-11 15,-22 6 18-15,-17 13 0 16,-8 0-10-16,-21 13 10 16,-33 28-8-16,-8 9 8 15,4 3 0-15,17-6-5 16,21-6 5-16,15-7 0 16,5-8 0-16,12-11 1 15,23-5 10-15,12-10-11 16,5 0 0-16,-2-10 13 15,0-18-5-15,-6-11-3 16,-9-5 14-16,-10-3-11 16,-7-3 15-16,-6-8-23 15,-9 0 0-15,-3-4 9 0,0 5-2 16,0 5-7 0,-11 2 10-16,-1 12-10 0,2 8 41 15,0 11-41-15,6 10 0 16,1 1 19-16,0 8-19 15,3 0 0-15,-5 0-8 16,1 10 8-16,4 20 2 16,-3 9-2-16,3 9 0 15,0 9 15-15,0-3-2 16,0 1-13-16,7-2 0 16,4-5-6-16,-2-5-13 15,11-11-106-15,30-13-46 16,-3-12-35-16,8-7-826 0</inkml:trace>
          <inkml:trace contextRef="#ctx0" brushRef="#br0" timeOffset="7336.1796">15879-675 611 0,'0'0'325'16,"0"0"-142"-16,0 0-78 15,-209 19-3-15,107 21-41 16,1 9-32-16,8-4 56 16,17 1-65-16,21-9-11 15,30-7-9-15,22-3 13 16,3 0-25-16,18-8 12 16,32 0 0-16,24 3-1 15,8 1 1-15,7-1 0 0,-9 6 0 16,-15 3 16-16,-21 4-4 15,-28 5-12-15,-16 2 0 16,0 3 23-16,-25-1-20 16,-28-3 3-16,-11-3 0 15,-6-8-5-15,5-8-2 16,11-12-6-16,11-5-83 16,14-5 27-16,29 0-50 15,0-18-10-15,0-11-210 0</inkml:trace>
        </inkml:traceGroup>
        <inkml:traceGroup>
          <inkml:annotationXML>
            <emma:emma xmlns:emma="http://www.w3.org/2003/04/emma" version="1.0">
              <emma:interpretation id="{13B2F944-C37D-4F26-8522-B18A52387585}" emma:medium="tactile" emma:mode="ink">
                <msink:context xmlns:msink="http://schemas.microsoft.com/ink/2010/main" type="inkWord" rotatedBoundingBox="22025,14267 23532,14215 23558,14970 22051,15022"/>
              </emma:interpretation>
              <emma:one-of disjunction-type="recognition" id="oneOf4">
                <emma:interpretation id="interp8" emma:lang="" emma:confidence="0.5">
                  <emma:literal>be</emma:literal>
                </emma:interpretation>
                <emma:interpretation id="interp9" emma:lang="" emma:confidence="0">
                  <emma:literal>he</emma:literal>
                </emma:interpretation>
                <emma:interpretation id="interp10" emma:lang="" emma:confidence="0">
                  <emma:literal>bee</emma:literal>
                </emma:interpretation>
                <emma:interpretation id="interp11" emma:lang="" emma:confidence="0">
                  <emma:literal>bae</emma:literal>
                </emma:interpretation>
                <emma:interpretation id="interp12" emma:lang="" emma:confidence="0">
                  <emma:literal>tie</emma:literal>
                </emma:interpretation>
              </emma:one-of>
            </emma:emma>
          </inkml:annotationXML>
          <inkml:trace contextRef="#ctx0" brushRef="#br0" timeOffset="9805.3925">20176-775 75 0,'0'0'897'0,"0"0"-743"16,0 0-94-16,0 0 19 16,0 0 0-16,0 205-54 0,0-134 1 15,-1 2 31 1,-9 4-30-16,-2-6 27 0,5-15-26 15,-4-7-27-15,7-13 52 16,1-15-51-16,0-8-2 16,3-11 35-16,0-2-11 15,0 0 65-15,3-13-70 16,37-19 1-16,17-13-34 16,27-6 14-16,13-2-56 15,8 4 20-15,-11 13 6 16,-19 17 19-16,-25 15 3 15,-25 4-8-15,-22 17-7 16,-3 20 22-16,-35 4 1 16,-30-2-8-16,-22-1 22 0,-7-2-8 15,-3-6-6-15,14-11 0 16,19-2 6-16,21-8-6 16,24-3 0-16,19-3-1 15,0 1 14-15,44 0-32 16,28-4 18-16,21 0 1 15,16 0-6-15,7-11 6 16,2-12-26-16,4-5 10 16,-6-8-29-16,-1 0 44 15,-15-5-29-15,-9-4 30 16,-19 0 3-16,-20-5 5 0,-21 1 1 16,-19 8 27-1,-12 1-17-15,0 8 30 0,-30 13-49 16,-5 12 0-16,3 7-22 15,-1 7 22-15,4 31-1 16,11 15 0-16,11 7 1 16,7 11 11-16,13-2-11 15,46 1-59-15,58-1-11 16,-17-11-127-16,-4-17-335 0</inkml:trace>
        </inkml:traceGroup>
      </inkml:traceGroup>
    </inkml:traceGroup>
    <inkml:traceGroup>
      <inkml:annotationXML>
        <emma:emma xmlns:emma="http://www.w3.org/2003/04/emma" version="1.0">
          <emma:interpretation id="{29EACF60-4933-4A7F-890C-4643C1C123D2}" emma:medium="tactile" emma:mode="ink">
            <msink:context xmlns:msink="http://schemas.microsoft.com/ink/2010/main" type="paragraph" rotatedBoundingBox="6313,16083 16591,15796 16625,17047 6348,17334" alignmentLevel="2"/>
          </emma:interpretation>
        </emma:emma>
      </inkml:annotationXML>
      <inkml:traceGroup>
        <inkml:annotationXML>
          <emma:emma xmlns:emma="http://www.w3.org/2003/04/emma" version="1.0">
            <emma:interpretation id="{9FAC0E28-CC8E-449B-9288-2E15918370ED}" emma:medium="tactile" emma:mode="ink">
              <msink:context xmlns:msink="http://schemas.microsoft.com/ink/2010/main" type="line" rotatedBoundingBox="6313,16083 16591,15796 16625,17047 6348,17334"/>
            </emma:interpretation>
          </emma:emma>
        </inkml:annotationXML>
        <inkml:traceGroup>
          <inkml:annotationXML>
            <emma:emma xmlns:emma="http://www.w3.org/2003/04/emma" version="1.0">
              <emma:interpretation id="{CA979C2E-9B90-4844-9542-C6069E083D15}" emma:medium="tactile" emma:mode="ink">
                <msink:context xmlns:msink="http://schemas.microsoft.com/ink/2010/main" type="inkWord" rotatedBoundingBox="6313,16083 9660,15990 9695,17241 6348,17334"/>
              </emma:interpretation>
              <emma:one-of disjunction-type="recognition" id="oneOf5">
                <emma:interpretation id="interp13" emma:lang="" emma:confidence="1">
                  <emma:literal/>
                </emma:interpretation>
              </emma:one-of>
            </emma:emma>
          </inkml:annotationXML>
          <inkml:trace contextRef="#ctx0" brushRef="#br0" timeOffset="11975.6925">5609 1551 477 0,'0'0'179'0,"0"0"9"16,0 0 29-16,-175 179-115 15,136-124-58-15,14-10 12 16,25-13-55-16,0-10 10 15,29-13 8-15,24-9 3 0,12 0 31 16,-5-4-53 0,-4-19 0-16,-16-4 11 0,-18 5 0 15,-16-4-11-15,-6-1 0 16,0-1 2-16,-11 4 6 16,-6-3-8-16,2 7 0 15,5 10-11-15,5 8 11 16,1 2-10-16,4 0-6 15,0 6 16-15,12 11 1 16,23 2-1-16,12-6 0 16,12-8 9-16,7-5-2 15,-4 0-3-15,9 0 17 0,-8-18-13 16,-4-1 16 0,-6-8-24-16,-3 5 0 0,-6-4 16 15,3 2-8-15,-4 5-2 16,-3 6 6-16,4 6-11 15,-6 7 20-15,-4 0-21 16,-9 13-1-16,-7 19-11 16,-8 8 21-16,-10 2-9 15,0 1 0-15,-10-6 1 16,-27-1 18-16,-3-4-19 16,-2-11 0-16,-1-6-5 15,9-6 14-15,6-5-9 16,10 0 5-16,9-4-4 15,3 0 15-15,6 0-16 16,0 0-16-16,11 0 15 0,29 0-14 16,21 0 15-1,16 0 1-15,11 0-1 0,7-17 19 16,-1-2-19-16,-9-7 0 16,1-2-3-16,-13-12 13 15,-4-1-10-15,-1-12 0 16,-9-3 1-16,-9-6 7 15,-11-2-8-15,-13-3 0 16,-17-5-8-16,-4 3 20 16,-5 4-13-16,0 8 1 15,-17 3 0-15,-6 10-2 16,6 11 2-16,2 11 0 16,5 9-9-16,5 13 9 0,1 0-1 15,-2 26-27-15,-1 30 28 16,-1 15 12-16,1 16-5 15,4 1 2-15,3-1 33 16,0-9-42-16,6-13 32 16,28-14-32-16,8-10 7 15,8-15 26-15,12-7-33 16,8-13-10-16,8-6 10 16,1 0-49-16,-14-6-23 15,-15-17-50-15,-38-12-44 16,-12 2-113-16,0 3-602 0</inkml:trace>
          <inkml:trace contextRef="#ctx0" brushRef="#br0" timeOffset="12142.919">6970 1226 557 0,'0'0'245'0,"0"0"-12"16,0 0-157-16,0 0-40 15,0 0-8-15,238-41-27 16,-78 26-2-16,-24 2-100 16,-7-1-242-16</inkml:trace>
          <inkml:trace contextRef="#ctx0" brushRef="#br0" timeOffset="10910.1225">4404 1570 400 0,'0'0'585'16,"0"0"-513"-16,0 0-8 15,230-74 34-15,-143 38-75 16,-5 1-5-16,-7-3-1 16,-9 2-2-16,-23 6-6 0,-18 3-9 15,-13 4 0 1,-12 1-13-16,0-1 13 0,-30 1-21 16,-5-1 13-16,-9 8 1 15,1 2-2-15,-1 3 9 16,9 7-1-16,2 3-14 15,11 0 15-15,14 0 0 16,-1 0-8-16,9 3 8 16,0 26-2-16,0 16 2 15,0 22 0-15,9 23 61 16,-1 10-22-16,-1 12 9 16,-7 10 12-16,0-9-33 15,0-5 17-15,0-12-44 16,0-15 6-16,0-15 10 15,0-19-16-15,1-16 0 0,6-13-31 16,0-4-34-16,-7-11 1 16,0-3-46-16,-15 0-126 15,-20-3-366-15</inkml:trace>
          <inkml:trace contextRef="#ctx0" brushRef="#br0" timeOffset="11053.7019">4537 1885 525 0,'0'0'172'0,"0"0"24"16,0 0-77-16,216-121-105 15,-111 84-14-15,58-26-47 16,-23 16-154-16,-21-2-127 0</inkml:trace>
        </inkml:traceGroup>
        <inkml:traceGroup>
          <inkml:annotationXML>
            <emma:emma xmlns:emma="http://www.w3.org/2003/04/emma" version="1.0">
              <emma:interpretation id="{E6FBBAD7-B8CB-4922-8027-B5537AB66FE6}" emma:medium="tactile" emma:mode="ink">
                <msink:context xmlns:msink="http://schemas.microsoft.com/ink/2010/main" type="inkWord" rotatedBoundingBox="10689,16029 12769,15971 12792,16806 10712,16864"/>
              </emma:interpretation>
              <emma:one-of disjunction-type="recognition" id="oneOf6">
                <emma:interpretation id="interp14" emma:lang="" emma:confidence="1">
                  <emma:literal/>
                </emma:interpretation>
              </emma:one-of>
            </emma:emma>
          </inkml:annotationXML>
          <inkml:trace contextRef="#ctx0" brushRef="#br0" timeOffset="12840.172">8768 1076 214 0,'0'0'274'0,"0"0"-134"16,0 0 42-16,0 0-71 15,0 0-55-15,0 0-10 16,0 0 54-16,189-86-30 16,-135 79 18-16,-7 7-21 15,-12 0-40-15,-9 7 2 16,-21 25-29-16,-5 8 0 16,0 2 26-16,-35 7-26 15,-8-2 38-15,-7-2 1 16,6-6-12-16,6 2 34 15,8-9-61-15,13-2 0 16,8-2 5-16,9 4 4 0,0 0-9 16,32 0 6-1,17 4-3-15,11-6 20 0,14-3-23 16,1-8-12-16,7-9 11 16,3-7-89-16,22-3-32 15,-25 0-52-15,-17 0-382 0</inkml:trace>
          <inkml:trace contextRef="#ctx0" brushRef="#br0" timeOffset="13141.4243">9579 1791 584 0,'0'0'218'0,"0"0"-4"15,0 0-76-15,0 0-50 16,0 0 5-16,0 0-64 16,0 0 11-16,77-36-19 15,-77 36-11-15,0 0 45 16,0 0-55-16,0 4 0 15,0 1-13-15,0 7-13 16,0-3-76-16,0 0-108 16,0-3-632-16</inkml:trace>
          <inkml:trace contextRef="#ctx0" brushRef="#br0" timeOffset="13581.311">10315 1140 611 0,'0'0'141'0,"0"0"7"15,184-36-11-15,-112 30-37 0,-17 6-29 16,-20 0-58-16,-23 6 33 16,-12 24-44-16,-30 8 5 15,-42 3 48-15,-22 8-10 16,-9-4 19-16,1-4-46 16,16-13-17-16,21-4 50 15,25-5-50-15,22-2 0 16,18 0-1-16,0 9 1 15,40 6 17-15,18 4-18 16,14 7 1-16,10 0 34 16,3-8-35-16,-4 1-2 15,-8-13 1-15,-9-5 2 16,-6-10-8-16,-8-8-38 0,-9 0-67 16,2 0 28-16,-11-21-145 15,-7 2-474-15</inkml:trace>
        </inkml:traceGroup>
        <inkml:traceGroup>
          <inkml:annotationXML>
            <emma:emma xmlns:emma="http://www.w3.org/2003/04/emma" version="1.0">
              <emma:interpretation id="{297EF500-CC84-4110-9B57-FC1402CB8D69}" emma:medium="tactile" emma:mode="ink">
                <msink:context xmlns:msink="http://schemas.microsoft.com/ink/2010/main" type="inkWord" rotatedBoundingBox="13735,15974 14697,15947 14725,16959 13763,16986">
                  <msink:destinationLink direction="with" ref="{93DFE647-6741-4FE8-82F2-4A724341A70C}"/>
                </msink:context>
              </emma:interpretation>
              <emma:one-of disjunction-type="recognition" id="oneOf7">
                <emma:interpretation id="interp15" emma:lang="" emma:confidence="1">
                  <emma:literal/>
                </emma:interpretation>
              </emma:one-of>
            </emma:emma>
          </inkml:annotationXML>
          <inkml:trace contextRef="#ctx0" brushRef="#br0" timeOffset="14519.5775">11812 951 508 0,'0'0'244'16,"0"0"-26"-16,0 0-76 16,0 0-54-16,0 0 1 15,0 0-65-15,0 0-15 16,0-17 43-16,0 50-30 16,3 16 38-16,0 13-7 15,1 13-18-15,1 8 45 16,-2 6-49-16,7 1-14 0,5 1 36 15,4-7-47 1,1-9 29-16,1-8-6 0,1-8-16 16,-5-14 22-1,0-5-35-15,-7-14 0 0,-5-7 0 16,-5-6 13-16,0-5-13 16,0-8 0-16,0 0 1 15,0 0 0-15,0 0-1 16,0 0-51-16,0 0 7 15,0 0-63-15,0 0 14 16,0-24-38-16,11-1-46 16,13-6-9-16,-6 3-73 15,-4-2 90-15,-3 3 130 16,-1 3 39-16,-1-4 10 16,1-2 47-16,8-6 13 0,4-6 60 15,3-5-34 1,5-1-31-16,12-8 17 0,-2 1-54 15,3 5 21-15,-1 5-23 16,-5 4-6-16,-4 18 60 16,-12 10-45-16,2 13-9 15,-3 0-3-15,5 17-14 16,-3 28 21-16,3 11 4 16,-3 2-26-16,-7 2 59 15,-2-3-67-15,-1-12 0 16,-7-8 8-16,8-11 5 15,-6-7-26-15,5-6-16 16,4-7-79-16,26-6 20 16,-3 0-145-16,-1 0-363 0</inkml:trace>
        </inkml:traceGroup>
        <inkml:traceGroup>
          <inkml:annotationXML>
            <emma:emma xmlns:emma="http://www.w3.org/2003/04/emma" version="1.0">
              <emma:interpretation id="{D2C25151-9D10-432F-94A7-DE2540795E37}" emma:medium="tactile" emma:mode="ink">
                <msink:context xmlns:msink="http://schemas.microsoft.com/ink/2010/main" type="inkWord" rotatedBoundingBox="14781,15975 16594,15924 16616,16694 14802,16745">
                  <msink:destinationLink direction="with" ref="{93DFE647-6741-4FE8-82F2-4A724341A70C}"/>
                  <msink:destinationLink direction="with" ref="{7D31B186-C535-49D0-9A58-DA90E8D62112}"/>
                </msink:context>
              </emma:interpretation>
              <emma:one-of disjunction-type="recognition" id="oneOf8">
                <emma:interpretation id="interp16" emma:lang="" emma:confidence="0.5">
                  <emma:literal>ow</emma:literal>
                </emma:interpretation>
                <emma:interpretation id="interp17" emma:lang="" emma:confidence="0">
                  <emma:literal>aw</emma:literal>
                </emma:interpretation>
                <emma:interpretation id="interp18" emma:lang="" emma:confidence="0">
                  <emma:literal>w</emma:literal>
                </emma:interpretation>
                <emma:interpretation id="interp19" emma:lang="" emma:confidence="0">
                  <emma:literal>Aw</emma:literal>
                </emma:interpretation>
                <emma:interpretation id="interp20" emma:lang="" emma:confidence="0">
                  <emma:literal>ew</emma:literal>
                </emma:interpretation>
              </emma:one-of>
            </emma:emma>
          </inkml:annotationXML>
          <inkml:trace contextRef="#ctx0" brushRef="#br0" timeOffset="15375.4649">13048 1483 720 0,'0'0'231'0,"0"0"-73"15,0 0-99-15,0 0-2 16,-54 166-39-16,64-143-3 16,27-6 62-16,13-11-45 15,5-6-3-15,-5 0-2 0,-3 0-27 16,-12-10 20-16,-13-7-20 15,-14-2 0-15,-8-3 25 16,0-1-25-16,-40-4-2 16,-15-3 1-16,-5 7-10 15,-9 5 2-15,4 1 0 16,13 7 8-16,9 5-14 16,8 1 16-16,21 4-1 15,11-4 0-15,3 4 1 16,10-6-10-16,37-3 1 15,11-4 8-15,14-2-2 16,4-8 4-16,-1 2-2 16,2-1 0-16,-14 3 1 0,-4-3 15 15,-9 0-16-15,-7 3 0 16,-6 6-6-16,-12 0 18 16,-3 9-12-16,-9 4 0 15,6 0 7-15,-4 4-10 16,2 22 3-16,4 6 0 15,6 3 8-15,8 2-1 16,0-5 2-16,12 2 5 16,2-13-13-16,4-4 19 15,1-11-20-15,1-6 0 16,-8 0 6-16,-6-6 2 16,-4-20 1-16,-12-6 16 15,-5 0-19-15,-3 0 24 16,-7 0-30-16,-3 1 0 15,-2 8-6-15,-5 6 12 0,3 15-12 16,-1 2 2-16,3 0-9 16,5 10 0-16,8 16 6 15,4 3 7-15,3 1-5 16,9-2 6-16,-1-1-1 16,9-8 0-16,1-8 9 15,-3-9-2-15,-1-2-7 16,-2 0 0-16,-9-23 27 15,-3-9-26-15,-6-7 25 16,-9-4 6-16,-5-6-2 16,-5-3 34-16,0-1-64 15,0 0 2-15,0 1 23 0,-19 6-15 16,-1 8-10-16,3 8 0 16,7 7 1-16,2 10-12 15,5 8-1-15,-1 5-73 16,1 0 13-16,-4 0-72 15,-11 37 32-15,-4 3-130 16,1-5-361-16</inkml:trace>
        </inkml:traceGroup>
      </inkml:traceGroup>
    </inkml:traceGroup>
  </inkml:traceGroup>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24:30.953"/>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93DFE647-6741-4FE8-82F2-4A724341A70C}" emma:medium="tactile" emma:mode="ink">
          <msink:context xmlns:msink="http://schemas.microsoft.com/ink/2010/main" type="inkDrawing" rotatedBoundingBox="14444,17308 16841,16760 16850,16798 14453,17346" semanticType="underline" shapeName="Other">
            <msink:sourceLink direction="with" ref="{297EF500-CC84-4110-9B57-FC1402CB8D69}"/>
            <msink:sourceLink direction="with" ref="{D2C25151-9D10-432F-94A7-DE2540795E37}"/>
          </msink:context>
        </emma:interpretation>
      </emma:emma>
    </inkml:annotationXML>
    <inkml:trace contextRef="#ctx0" brushRef="#br0">0 561 869 0,'0'0'211'16,"0"0"-39"-16,0 0-76 16,0 0-35-16,0 0 8 15,219-66-38-15,-63 30 14 0,59-17-6 16,50-9-8 0,4 2 43-16,-45 11-48 0,-58 13 1 15,-58 13 21-15,-7 4-47 16,11-3 27-16,13-5-28 15,2-3 1-15,-16 7 15 16,-35 8-16-16,-14-2 0 16,-25 4-9-16,-20 3-23 15,-14 5-3-15,-3 5-44 16,-20 0-49-16,-50 0-3 16,-92 49-49-16,13-2-127 15,-2 3-233-15</inkml:trace>
  </inkml:traceGroup>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24:31.291"/>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7D31B186-C535-49D0-9A58-DA90E8D62112}" emma:medium="tactile" emma:mode="ink">
          <msink:context xmlns:msink="http://schemas.microsoft.com/ink/2010/main" type="inkDrawing" rotatedBoundingBox="14900,17402 17395,16747 17402,16773 14906,17427" semanticType="underline" shapeName="Other">
            <msink:sourceLink direction="with" ref="{D2C25151-9D10-432F-94A7-DE2540795E37}"/>
          </msink:context>
        </emma:interpretation>
      </emma:emma>
    </inkml:annotationXML>
    <inkml:trace contextRef="#ctx0" brushRef="#br0">0 633 603 0,'0'0'359'0,"0"0"-188"16,0 0-77-16,0 0-6 15,0 0-44-15,0 0 27 16,0 0-23-16,33 0-18 15,42-7 74-15,62-25-55 16,66-19-5-16,69-24 8 16,28-7-28-16,-14 5 27 15,-64 17-44-15,-66 20 1 16,-46 8 41-16,-15 10-40 0,9-9 7 16,3 1-11-16,7 5 6 15,-21-1-9-15,-19 9-2 16,-26 4-3-16,-11 3-25 15,-15 5-1-15,-12 5-21 16,-7 0-26-16,-3 0-38 16,0 0 18-16,0 0-56 15,-13 0-22-15,-9 0-175 0</inkml:trace>
  </inkml:traceGroup>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25:50.914"/>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D92D33B0-DADC-4234-B391-AD2762FA2855}" emma:medium="tactile" emma:mode="ink">
          <msink:context xmlns:msink="http://schemas.microsoft.com/ink/2010/main" type="inkDrawing" rotatedBoundingBox="13111,2308 17096,2026 17288,4746 13303,5028" hotPoints="17386,3458 15271,4943 13053,3617 15168,2131" semanticType="enclosure" shapeName="Ellipse"/>
        </emma:interpretation>
      </emma:emma>
    </inkml:annotationXML>
    <inkml:trace contextRef="#ctx0" brushRef="#br0">3009 354 137 0,'0'0'104'16,"0"0"-72"-16,0 0-8 15,0 0-3-15,0 0 16 16,0 0 21-16,0 0-51 0,-96-86 0 16,85 71 31-1,-8 1-37-15,-2 1 26 0,-5-4-10 16,1 2 4-16,-8 2 23 15,4 0-38-15,-6-1 1 16,-1 1 22-16,-8 3-27 16,6 3 24-16,-11-3-9 15,7 5-16-15,-10-3 39 16,-1-1-40-16,-2 3 0 16,-12-1 13-16,2 1-7 15,-7-2 4-15,3 3-10 16,-3 1 1-16,4-2 25 15,3 3-26-15,3 3 0 16,8 0-5-16,2 0 18 16,0 0-11-16,-3 0-2 0,2 0 0 15,-6 0-6 1,6 0 6-16,-4 0 0 0,-2 0-7 16,2 0 20-16,-1 3-17 15,4 3 4-15,4-2 0 16,3 1-10-16,1 3 10 15,2 1 0-15,1 5-7 16,-4 1 12-16,2 5-16 16,-4-1 11-16,6 8 0 15,1 0-7-15,8-1 7 16,1-3 0-16,5-1-8 16,-1-1 20-16,4 1-25 15,-8 5 13-15,4-5 0 0,1 1 7 16,3 0-7-1,0 0 0-15,-2 2 0 0,2-1 1 16,1-1 8-16,1-1-9 16,3 4 0-16,1-3 0 15,1 0 0-15,0-1-1 16,3 1 1-16,1-1 0 16,-4 5 12-16,-1 0-12 15,1 1 0-15,1 4-2 16,-1 2 3-16,1-2-1 15,2 0 4-15,-2 0-2 16,2-4 5-16,7 2-7 16,-4 1 0-16,6-6-15 15,2 5 16-15,1-4-1 0,0-1 1 16,3 1-1-16,0 0 13 16,0 3-13-16,0-3 0 15,0 0-3-15,0 2 3 16,0 5 0-16,0 1 9 15,6-2-9-15,-2 0 13 16,2 0-13-16,-2 0 0 16,4-2-6-16,-5-1 6 15,2 1 0-15,9-1 0 16,-8 3 1-16,6 4 11 16,-5-1-12-16,1 1 0 15,2-4 1-15,-5 4 1 16,0-1-2-16,2 6 1 0,-2-3-1 15,2 1 16 1,-1 2-16-16,1-1 0 0,8-4-3 16,-3-1 13-16,5-5-10 15,1 0 12-15,0-2 34 16,4 2-1-16,3-2-45 16,-1 0 0-16,7 3 23 15,-4-5-23-15,3-2 16 16,2-3-5-16,5-2-11 15,1-1 32-15,4-3-32 16,1-2 0-16,3 0-1 16,0-3 2-16,1 3-1 15,-3 0 2-15,6 0 5 0,-3 4 3 16,3-4-10 0,5-2 0-16,0 6-6 0,0-7 8 15,4 3-2-15,1-4 1 16,5 1 8-16,4-5 8 15,0 3-17-15,2-2 0 16,6-3-1-16,-3 5 9 16,-4-2-8-16,-1-3 0 15,-7 3 0-15,-2 1 13 16,-2-5-13-16,3 2 0 16,-3 0-10-16,-1 0 20 15,2-3-10-15,-3 3 0 16,3 0 1-16,-6-4 13 15,6 2-14-15,-6-2 0 16,4 0-10-16,-2 0 29 0,-1 0-19 16,5 0 0-16,-6 0 1 15,1-2 12-15,1-7-13 16,-2-5 0-16,1 1-9 16,1 0 28-16,2-8-13 15,1 3-6-15,-2-5 0 16,2-1 16-16,-3 1-16 15,-1-3 0-15,-7-1 14 16,-4 5-8-16,-3-8 17 16,2 4-17-16,-5-4 1 15,0-2 42-15,-2-4-47 16,3-5 14-16,-3 0 11 0,0-12-18 16,-3-1 11-1,2-4-20-15,-3-2 0 0,-1-4 33 16,-4-8-32-16,0 0-1 15,-6-1 14-15,-3-3 1 16,-2 4-1-16,0-3-14 16,-5 9 0-16,-3-4 18 15,-2 10-17-15,-5-3 13 16,0 5 6-16,0-6-18 16,0-4 15-16,-18-5-17 15,-4 2 0-15,0-2-8 16,-3-3 8-16,3 4 0 15,1 4 0-15,-1 0 13 16,0 10-16-16,-3-1 3 16,3 10 0-16,0 8-6 0,-3 1 6 15,0 8 0-15,-8 4-1 16,1-2 9-16,-6 2-14 16,-11 4 6-16,-1-2 0 15,1 5-20-15,-9 2 20 16,-1 0 0-16,-2 2 0 15,-6 4-17-15,-7 2 11 16,2 3-52-16,4 3-36 16,7 1 33-16,18 4-145 15,14 0-74-15,21 8-212 0</inkml:trace>
  </inkml:traceGroup>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25:51.587"/>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DE89ABEA-B56A-46E3-9215-042C6E1FA57C}" emma:medium="tactile" emma:mode="ink">
          <msink:context xmlns:msink="http://schemas.microsoft.com/ink/2010/main" type="writingRegion" rotatedBoundingBox="17026,1969 25779,2146 25538,14058 16786,13881"/>
        </emma:interpretation>
      </emma:emma>
    </inkml:annotationXML>
    <inkml:traceGroup>
      <inkml:annotationXML>
        <emma:emma xmlns:emma="http://www.w3.org/2003/04/emma" version="1.0">
          <emma:interpretation id="{79784CAC-2C44-4B7F-A995-775A5C9C5335}" emma:medium="tactile" emma:mode="ink">
            <msink:context xmlns:msink="http://schemas.microsoft.com/ink/2010/main" type="paragraph" rotatedBoundingBox="16964,2245 23469,2031 23513,3378 17009,3592" alignmentLevel="1"/>
          </emma:interpretation>
        </emma:emma>
      </inkml:annotationXML>
      <inkml:traceGroup>
        <inkml:annotationXML>
          <emma:emma xmlns:emma="http://www.w3.org/2003/04/emma" version="1.0">
            <emma:interpretation id="{A6445F2A-F27D-4321-AE56-4ED467D2AE4E}" emma:medium="tactile" emma:mode="ink">
              <msink:context xmlns:msink="http://schemas.microsoft.com/ink/2010/main" type="inkBullet" rotatedBoundingBox="16981,2754 18776,2695 18800,3420 17005,3479"/>
            </emma:interpretation>
            <emma:one-of disjunction-type="recognition" id="oneOf0">
              <emma:interpretation id="interp0" emma:lang="" emma:confidence="0">
                <emma:literal>→</emma:literal>
              </emma:interpretation>
            </emma:one-of>
          </emma:emma>
        </inkml:annotationXML>
        <inkml:trace contextRef="#ctx0" brushRef="#br0">-2 395 405 0,'0'0'147'0,"0"0"-26"16,0 0 20-16,0 0-52 0,0 0-7 15,0 0-3-15,0 0-18 16,0-7 36-16,0 5-62 15,5 0-19-15,23-6 16 16,29-1-25-16,20-4-7 16,25-4 10-16,17-2-10 15,13-4 48-15,5 0-48 16,0-4 0-16,-8 4 11 16,-5 1 2-16,-15-1-13 15,-12 4 0-15,-7-1 1 16,-12 4 17-16,-6-2-18 15,-11-3 0-15,-10 6-2 16,-10-2 20-16,-13 7-16 16,-10 1-2-16,-8 1 0 15,-5 6 9-15,-1 2-9 0,-4-3 0 16,0 3-12-16,0 0-31 16,0 0-12-16,0-4-70 15,-15-2-167-15,-7-1-295 0</inkml:trace>
        <inkml:trace contextRef="#ctx0" brushRef="#br0" timeOffset="543.3884">1254-207 430 0,'0'0'176'0,"0"0"-91"16,0 0-10-16,0 0 10 15,0 0-43-15,0 0 49 16,0 0-30-16,159 0-32 16,-109 0 44-16,-3 0-57 15,-7 0 7-15,3 8-1 0,-8 1-21 16,-1-3 39-16,-9 1-40 16,-3-1 0-16,-4 0-3 15,-4 3 3-15,-3 4-7 16,-1 8 6-16,-3 7 1 15,1 3 0-15,-4 5 0 16,-4 2 0-16,0-2 21 16,0 4-20-16,0-5 5 15,-4-2 3-15,-11-1-9 16,2 0 32-16,-2 3-32 16,0-7 0-16,1 4-6 15,3-6 16-15,-3-3-10 16,3 0 7-16,-4-4-6 0,3 3-2 15,-2 10-54-15,8-5-83 16,2-7-173-16</inkml:trace>
      </inkml:traceGroup>
      <inkml:traceGroup>
        <inkml:annotationXML>
          <emma:emma xmlns:emma="http://www.w3.org/2003/04/emma" version="1.0">
            <emma:interpretation id="{38AB9148-C0BF-407C-9086-81F35C64E029}" emma:medium="tactile" emma:mode="ink">
              <msink:context xmlns:msink="http://schemas.microsoft.com/ink/2010/main" type="line" rotatedBoundingBox="19598,2159 23469,2031 23513,3378 19642,3505"/>
            </emma:interpretation>
          </emma:emma>
        </inkml:annotationXML>
        <inkml:traceGroup>
          <inkml:annotationXML>
            <emma:emma xmlns:emma="http://www.w3.org/2003/04/emma" version="1.0">
              <emma:interpretation id="{66E24033-5EDE-496A-AF79-F6AB12A74381}" emma:medium="tactile" emma:mode="ink">
                <msink:context xmlns:msink="http://schemas.microsoft.com/ink/2010/main" type="inkWord" rotatedBoundingBox="19598,2159 23469,2031 23513,3378 19642,3505"/>
              </emma:interpretation>
              <emma:one-of disjunction-type="recognition" id="oneOf1">
                <emma:interpretation id="interp1" emma:lang="" emma:confidence="1">
                  <emma:literal/>
                </emma:interpretation>
              </emma:one-of>
            </emma:emma>
          </inkml:annotationXML>
          <inkml:trace contextRef="#ctx0" brushRef="#br0" timeOffset="1502.7004">3122-544 428 0,'0'0'109'0,"0"0"79"16,0 0-45-16,0 0-20 15,0 0-21-15,0 0-63 16,0 0 15-16,7-93-22 16,-14 89-26-16,-12 4-9 15,-16 0 3-15,-20 17-15 16,-17 24 9-16,-6 4 12 15,1 14 9-15,8-1-15 16,17 2 0-16,22 4 10 16,12-6-9-16,18-3-1 15,0 3 20-15,18 1 19 16,36 4 29-16,28-4-68 0,20-9-7 16,25-4-3-1,60-24-70-15,-25-8-125 0,-30-14-208 0</inkml:trace>
          <inkml:trace contextRef="#ctx0" brushRef="#br0" timeOffset="2036.6761">3896-330 418 0,'0'0'75'15,"0"0"0"-15,0 0 32 16,-187 87 7-16,143-43-91 15,9-7-14-15,17 5 33 16,9-2-41-16,9-5 62 16,0 6 12-16,12-5-32 15,17-4 18-15,7-2-52 16,5-15-7-16,-3-5 44 0,-3-10-45 16,4 0 20-1,-8-25-9-15,-6-14-12 0,-3-7 11 16,-3-8-11-16,-9 5-22 15,-2 8 11-15,-5 9 11 16,1 9 0-16,-4 6 17 16,0 15-17-16,0 2 0 15,3 0-5-15,-3 0-18 16,3 6 12-16,4 13 0 16,-2 9 11-16,5 2 0 15,2-1 8-15,4 5 2 16,10-8-10-16,4-1 0 15,30-2-8-15,-2-6-143 16,-4-13-162-16</inkml:trace>
          <inkml:trace contextRef="#ctx0" brushRef="#br0" timeOffset="3021.3527">4635-338 358 0,'0'0'90'0,"0"0"-50"16,0 0 41-16,-190 63 43 0,136-27-75 15,11-4 2-15,14-2-35 16,19-1-6-16,10-3 20 16,0 2 97-16,27 8-46 15,35 9-6-15,21-4-44 16,21-1 27-16,16-12-32 16,1-9-25-16,-6-15 54 15,-16-4-55-15,-14-8 0 16,-20-22 12-16,-8-13 1 15,-17-8-6-15,-13-20-7 16,-10-7-30-16,-15-8 18 16,-2-6-28-16,0-2 11 15,-19 7 29-15,-11 1-8 0,2 11-2 16,3 14 10-16,6 12 0 16,6 19 12-16,8 11-5 15,1 14 2-15,4 5-9 16,0 0-25-16,0 15 24 15,0 30-24-15,9 30 18 16,4 20-11-16,6 19 29 16,-9 5-11-16,1 6 18 15,-4-6-17-15,-4-5 39 16,1-6-40-16,-4-8 2 16,0-11 39-16,5-13-40 15,-5-19-1-15,0-14 3 16,0-19 6-16,0-7 7 0,0-11-16 15,0-2 0-15,0-4 51 16,0 0 27-16,0 0 5 16,0-17-18-1,0-21-63-15,13-15 17 0,9-11-19 16,11-4-5-16,2-1-21 16,6 13 26-16,-6 18 0 15,-5 12 0-15,-14 16 6 16,6 10-18-16,3 0-4 15,12 13 12-15,13 18-12 16,9-1 22-16,1 4-6 16,12-10 0-16,5-3 1 0,3-12 21 15,10-9-22 1,-4 0 0-16,-14-17 13 0,-12-15-7 16,-8-13-6-16,-17-6 1 15,-14-7 5-15,-5-11-10 16,-16-1 4-16,0 6 0 15,0 13-22-15,-16 11 22 16,3 18-9-16,1 16 8 16,4 6-26-16,-9 0 19 15,2 23-22-15,5 18 25 16,4 18-9-16,6 12 14 16,0 11-1-16,13 5-17 15,27-2-20-15,4-8 37 16,2 9-75-16,-9-22-92 0,-20-18-209 15</inkml:trace>
        </inkml:traceGroup>
      </inkml:traceGroup>
    </inkml:traceGroup>
    <inkml:traceGroup>
      <inkml:annotationXML>
        <emma:emma xmlns:emma="http://www.w3.org/2003/04/emma" version="1.0">
          <emma:interpretation id="{FAE41BBB-5D98-4A38-9F3E-EC5D0A71873D}" emma:medium="tactile" emma:mode="ink">
            <msink:context xmlns:msink="http://schemas.microsoft.com/ink/2010/main" type="paragraph" rotatedBoundingBox="17508,3780 24679,3925 24660,4844 17489,4700" alignmentLevel="1"/>
          </emma:interpretation>
        </emma:emma>
      </inkml:annotationXML>
      <inkml:traceGroup>
        <inkml:annotationXML>
          <emma:emma xmlns:emma="http://www.w3.org/2003/04/emma" version="1.0">
            <emma:interpretation id="{7F6407A6-BEDC-46DF-AC13-EBADA23B32C9}" emma:medium="tactile" emma:mode="ink">
              <msink:context xmlns:msink="http://schemas.microsoft.com/ink/2010/main" type="line" rotatedBoundingBox="17508,3780 24679,3925 24660,4844 17489,4700"/>
            </emma:interpretation>
          </emma:emma>
        </inkml:annotationXML>
        <inkml:traceGroup>
          <inkml:annotationXML>
            <emma:emma xmlns:emma="http://www.w3.org/2003/04/emma" version="1.0">
              <emma:interpretation id="{088BD8F5-15AC-4016-B7B5-9E844950149D}" emma:medium="tactile" emma:mode="ink">
                <msink:context xmlns:msink="http://schemas.microsoft.com/ink/2010/main" type="inkWord" rotatedBoundingBox="17508,3780 21732,3865 21714,4785 17489,4700"/>
              </emma:interpretation>
              <emma:one-of disjunction-type="recognition" id="oneOf2">
                <emma:interpretation id="interp2" emma:lang="" emma:confidence="1">
                  <emma:literal/>
                </emma:interpretation>
              </emma:one-of>
            </emma:emma>
          </inkml:annotationXML>
          <inkml:trace contextRef="#ctx0" brushRef="#br0" timeOffset="6219.0777">3312 1164 426 0,'0'0'257'16,"0"0"-208"-16,0 0-3 0,0 0 14 15,-237 84 9-15,168-38 42 16,16 2-111-16,14-5 1 16,24 0 22-16,15-7-13 15,0-4 19-15,24-8 0 16,26-5 13-16,12-8 62 15,13-11-75-15,-3 0-3 16,-3-13-8-16,-18-19-9 16,-19-7 16-16,-13-6-25 15,-19-4-14-15,0-1-5 0,0 5 7 16,-15 9 12 0,-4 8 12-16,6 14-11 0,1 9 0 15,9 5-1-15,3 0-68 16,-4 19 67-16,4 13-6 15,0 7 7-15,0 6 16 16,15-2-16-16,17 0 29 16,15-7-29-16,12-4 0 15,1-10-15-15,20-12-60 16,-20-9-236-16,-16-1-274 0</inkml:trace>
          <inkml:trace contextRef="#ctx0" brushRef="#br0" timeOffset="6474.6228">3802 1277 434 0,'0'0'113'0,"0"0"60"15,0 0-27-15,0 0-2 16,0 0-90-16,9 166 11 15,-9-140-22-15,0-3-27 16,3-4 25-16,-3-6-41 16,0-4 0-16,4 1 16 15,-4-3-15-15,0-5-2 16,3-2-55-16,4 0-123 16,3 0-20-16</inkml:trace>
          <inkml:trace contextRef="#ctx0" brushRef="#br0" timeOffset="7089.3933">4098 1505 424 0,'0'0'107'16,"0"0"73"-16,0 0-74 16,0 0-54-16,0 0 23 15,0 0-16-15,-50 165-15 0,50-154 2 16,0-9-17-16,0-2 72 15,0 0-20-15,0 0 11 16,0 0 30-16,7-19-85 16,18-12-2-16,9-7-35 15,1-5 0-15,5-2 20 16,0 4-19-16,-3 9-1 16,-6 2 18-16,-4 15-2 15,-3 5-18-15,-4 6 2 16,0 4-4-16,5 0-14 15,3 0 18-15,4 10 0 16,1 9-10-16,-1 1 28 16,0 3-29-16,1 3 11 15,-4 2-91-15,8 23 28 16,-9-6-111-16,-8-9-213 0</inkml:trace>
          <inkml:trace contextRef="#ctx0" brushRef="#br0" timeOffset="6661.2536">4055 1018 214 0,'0'0'718'16,"0"0"-570"-16,0 0 14 16,0 0-88-16,0 0-57 15,0 0 21-15,0 0-38 16,28-85-15-16,-13 85-66 15,-3 28-48-15,-3 8-135 16,-9 4-447-16</inkml:trace>
          <inkml:trace contextRef="#ctx0" brushRef="#br0" timeOffset="4499.6795">821 1054 324 0,'0'0'156'0,"0"0"-28"16,0 0-44-16,0 0-22 15,0 0 13-15,0 0-35 16,0 0 12-16,-7-4-29 0,4 4-21 16,-7 0-4-1,-12 0-21-15,-11 19 23 0,-6 16 2 16,-13 6 8-16,5 8 16 15,4-2-9-15,8-2-17 16,13 2 22-16,10-8-9 16,12 0-13-16,0-7 59 15,0 0-58-15,19-2 22 16,9-5-23-16,12-5-20 16,7-8-3-16,43-12-109 15,-9 0-104-15,-3 0-155 0</inkml:trace>
          <inkml:trace contextRef="#ctx0" brushRef="#br0" timeOffset="4847.0336">1219 1361 337 0,'0'0'39'0,"0"0"56"0,0 0 36 16,0 0-46-16,0 0-31 15,-52 169-9-15,52-139 96 16,3-8-79-16,29 1 6 16,7-10 15-16,2-4-47 15,11-5 17-15,-2-4-47 16,-6 0 1-16,-9-9 40 16,-10-16-33-16,-10 1-13 0,-12-6 12 15,-3-2-13-15,-3-4-10 16,-29 4-3-16,-11 4 13 15,-12 5 9-15,-2 10-9 16,-2 9 0-16,4 4-10 16,3 0 7-16,5 4-9 15,11 11-46-15,14 6-79 16,22 3-48-16,0-3-110 16</inkml:trace>
          <inkml:trace contextRef="#ctx0" brushRef="#br0" timeOffset="5535.044">1503 1575 588 0,'0'0'81'15,"0"0"43"-15,0 0-36 16,0 0-56-16,-28 174 66 15,28-152-75-15,0-3 13 16,0-13 2-16,0-2-12 16,3-4 69-16,22 0-15 15,19-15-42-15,12-17 4 16,6-15-42-16,0 1-1 16,-12-3 1-16,-10 11 0 15,-14 8-2-15,-10 11 2 16,-7 11-10-16,-9 8-9 0,0 0-11 15,0 12-8-15,0 12 37 16,0 10 1-16,0-2-4 16,0-4 4-16,0-4 0 15,8-11-7-15,0-4 15 16,7-5-8-16,4-4 22 16,6 0-15-16,3 0 52 15,6-4-59-15,4-18 0 16,2-7 26-16,7-15-24 15,0-10 2-15,0-10-4 16,3-11 10-16,-7-7-8 16,1 1-2-16,-12 4 0 0,-9 5-15 15,1 13 23 1,-13 14-8-16,-4 17 23 0,-7 9-22 16,0 9 67-16,0 7-68 15,0 3 1-15,0 0-25 16,0 0 11-16,0 0-6 15,0 17 2-15,0 16 17 16,5 16 1-16,2 14-1 16,3 1 0-16,8 2-7 15,5-6 20-15,1-1-13 16,4-6 0-16,-3-11 9 16,6-7 10-16,-11-6-19 15,1-11 0-15,-6-4-15 16,-3-5-15-16,-9-5-25 15,-3-4-22-15,-35-6-100 0,-6-20-500 0</inkml:trace>
          <inkml:trace contextRef="#ctx0" brushRef="#br0" timeOffset="5702.9706">2040 1186 677 0,'0'0'194'0,"0"0"-82"15,0 0-51-15,0 0 7 16,277-41-68-16,-158 32 1 16,12-1-10-16,38-1-102 15,-36 1-136-15,-29 9-65 0</inkml:trace>
        </inkml:traceGroup>
        <inkml:traceGroup>
          <inkml:annotationXML>
            <emma:emma xmlns:emma="http://www.w3.org/2003/04/emma" version="1.0">
              <emma:interpretation id="{2815DCEF-4F2C-44F5-8CAE-FD0ED1F19BB1}" emma:medium="tactile" emma:mode="ink">
                <msink:context xmlns:msink="http://schemas.microsoft.com/ink/2010/main" type="inkWord" rotatedBoundingBox="22273,3929 24678,3977 24662,4781 22257,4732"/>
              </emma:interpretation>
              <emma:one-of disjunction-type="recognition" id="oneOf3">
                <emma:interpretation id="interp3" emma:lang="" emma:confidence="0.5">
                  <emma:literal>it</emma:literal>
                </emma:interpretation>
                <emma:interpretation id="interp4" emma:lang="" emma:confidence="0">
                  <emma:literal>It</emma:literal>
                </emma:interpretation>
                <emma:interpretation id="interp5" emma:lang="" emma:confidence="0">
                  <emma:literal>at</emma:literal>
                </emma:interpretation>
                <emma:interpretation id="interp6" emma:lang="" emma:confidence="0">
                  <emma:literal>Tt</emma:literal>
                </emma:interpretation>
                <emma:interpretation id="interp7" emma:lang="" emma:confidence="0">
                  <emma:literal>st</emma:literal>
                </emma:interpretation>
              </emma:one-of>
            </emma:emma>
          </inkml:annotationXML>
          <inkml:trace contextRef="#ctx0" brushRef="#br0" timeOffset="9198.6798">7037 1228 409 0,'0'0'129'0,"0"0"-86"15,0 0-14-15,0 0 14 16,0 0-30-16,0 0 12 16,0 0 82-16,-44 94-41 15,59-64 2-15,7 3-26 16,0 3-15-16,-9-1 11 16,-1 1-31-16,-9 0 5 15,-3-4-12-15,0 0 0 16,0-2 17-16,-22-6-17 15,4 0 0-15,-4-4 7 16,1-4 8-16,2-3-30 16,9-4-19-16,10-9-47 15,0 0-55-15,7 0-141 0</inkml:trace>
          <inkml:trace contextRef="#ctx0" brushRef="#br0" timeOffset="9710.1798">7241 1381 684 0,'0'0'120'16,"0"0"-62"-16,0 0 18 16,0 0-67-16,199-11 2 15,-107 11-11-15,-14 0-121 16,-18 0-142-16</inkml:trace>
          <inkml:trace contextRef="#ctx0" brushRef="#br0" timeOffset="9530.1434">7498 1054 626 0,'0'0'182'0,"0"0"-81"0,0 0-101 16,0 0-38-16,0 0 38 15,0 0 24-15,0 0 62 16,-28 159-46-16,13-99-21 16,6 0 79-16,-4-4-62 15,11-6-17-15,2-1-6 16,0-4-1-16,0-5 11 16,0-4-23-16,17-4 0 15,8-3 25-15,4-7-25 16,1-1-14-16,18-12-28 15,-6-5-152-15,-15-4-149 0</inkml:trace>
          <inkml:trace contextRef="#ctx0" brushRef="#br0" timeOffset="8494.21">5271 1443 392 0,'0'0'177'0,"0"0"-69"15,0 0 19-15,0 0-39 16,0 0-51-16,0 0 32 0,0 0-69 15,0-6-20-15,0 6 14 16,0 27 6-16,0 7 3 16,0 11 33-16,0 4-27 15,0 0 76-15,0-3-69 16,-9-5-10-16,6-7 11 16,0-11-5-16,3-8-1 15,0-6-11-15,0-5 0 16,0-4 28-16,0 0-7 15,0 0 49-15,0 0 28 16,0 0-42-16,0-13 12 16,0-16-68-16,25-14 6 15,3-2-30-15,9-7 24 16,3 3-7-16,-8 10-6 0,-4 12 22 16,-9 9-22-16,-4 12 13 15,-5 6-31-15,-4 0 15 16,3 4 0-16,-2 15 5 15,-1 3 3-15,3 1-2 16,-6-1-1-16,-3-7 5 16,3-1-4-16,-3-7-19 15,4-3 23-15,-3-4-3 16,9 0 8-16,7 0 2 16,15 0 20-16,16-17-21 15,13-9-3-15,0-3-11 16,-2 3 14-16,-12 3 0 15,-15 8-2-15,-17 4 11 0,-5 11-21 16,-7 0 11 0,0 0-34-16,2 0 15 0,2 17 19 15,0 6 1-15,4-5 0 16,-1 5-23-16,12 0-11 16,28 3-99-16,-6-7-164 15,-1-6-372-15</inkml:trace>
          <inkml:trace contextRef="#ctx0" brushRef="#br0" timeOffset="8841.6702">6398 1492 228 0,'0'0'120'0,"0"0"-25"0,0 0-4 15,0 0-2-15,0 0 8 16,0 0-25-16,0 0 87 16,105 126-89-16,-61-122 8 15,2-4-25-15,-5 0-30 16,-13 0 51-16,-3-8-46 16,-11-11-17-16,-6-3 43 15,-8-1-54-15,0-3-12 16,0 3 12-16,-25 1 6 15,-12 9 6-15,-6 3-12 16,-4 10-16-16,8 0-2 16,2 0-24-16,12 10-26 0,10 10-82 15,15 9-61-15,19-1 65 16,21-11-98-16</inkml:trace>
        </inkml:traceGroup>
      </inkml:traceGroup>
    </inkml:traceGroup>
    <inkml:traceGroup>
      <inkml:annotationXML>
        <emma:emma xmlns:emma="http://www.w3.org/2003/04/emma" version="1.0">
          <emma:interpretation id="{AC19138F-BD49-4489-896B-E4E5099EEA18}" emma:medium="tactile" emma:mode="ink">
            <msink:context xmlns:msink="http://schemas.microsoft.com/ink/2010/main" type="paragraph" rotatedBoundingBox="21793,5150 25358,5383 25254,6971 21689,6738" alignmentLevel="2"/>
          </emma:interpretation>
        </emma:emma>
      </inkml:annotationXML>
      <inkml:traceGroup>
        <inkml:annotationXML>
          <emma:emma xmlns:emma="http://www.w3.org/2003/04/emma" version="1.0">
            <emma:interpretation id="{B0485AC9-4EED-4ABD-A509-1E8F923BD46A}" emma:medium="tactile" emma:mode="ink">
              <msink:context xmlns:msink="http://schemas.microsoft.com/ink/2010/main" type="line" rotatedBoundingBox="21793,5150 25358,5383 25254,6971 21689,6738"/>
            </emma:interpretation>
          </emma:emma>
        </inkml:annotationXML>
        <inkml:traceGroup>
          <inkml:annotationXML>
            <emma:emma xmlns:emma="http://www.w3.org/2003/04/emma" version="1.0">
              <emma:interpretation id="{C0C4A8B2-F025-4C6D-BE38-0EACB5E1934A}" emma:medium="tactile" emma:mode="ink">
                <msink:context xmlns:msink="http://schemas.microsoft.com/ink/2010/main" type="inkWord" rotatedBoundingBox="21793,5150 25358,5383 25254,6971 21689,6738"/>
              </emma:interpretation>
              <emma:one-of disjunction-type="recognition" id="oneOf4">
                <emma:interpretation id="interp8" emma:lang="" emma:confidence="0.5">
                  <emma:literal>Gently</emma:literal>
                </emma:interpretation>
                <emma:interpretation id="interp9" emma:lang="" emma:confidence="0">
                  <emma:literal>gently</emma:literal>
                </emma:interpretation>
                <emma:interpretation id="interp10" emma:lang="" emma:confidence="0">
                  <emma:literal>canty</emma:literal>
                </emma:interpretation>
                <emma:interpretation id="interp11" emma:lang="" emma:confidence="0">
                  <emma:literal>arty</emma:literal>
                </emma:interpretation>
                <emma:interpretation id="interp12" emma:lang="" emma:confidence="0">
                  <emma:literal>Costly</emma:literal>
                </emma:interpretation>
              </emma:one-of>
            </emma:emma>
          </inkml:annotationXML>
          <inkml:trace contextRef="#ctx0" brushRef="#br0" timeOffset="12028.5358">6057 2681 320 0,'0'0'210'0,"0"0"-134"0,0 0-8 15,0 0 89-15,-218 108-66 16,166-61-27-16,11-5-3 16,12-9-51-16,14 3 24 15,8-2-34-15,7-6 7 16,0 4 39-16,11-1-38 16,25-2 26-16,14-3-15 15,9-5-17-15,10-12 44 16,6-7-44-16,0-2-2 15,0 0 22-15,-8-11-15 16,-3-16-8-16,-11-9 1 0,-13-4-36 16,-11-9 36-1,-14 0-26-15,-15 2-23 0,0 6 37 16,-22 7-20-16,-28 21 31 16,-12 13-20-16,-10 0 21 15,4 26-1-15,7 14-30 16,15 1-16-16,16-5 37 15,19-1-9-15,11-6 19 16,0 1 13-16,41-3-13 16,12-4 52-16,16-5-34 15,9-4 6-15,3-5 27 16,-6-5-35-16,-10-4 29 16,-15 0-14-16,-15 0-30 15,-13 4 30-15,-14 1-31 16,-4 5-9-16,-4 7-7 0,0-2 27 15,0 2-13-15,0-2 2 16,0-6 0-16,0 2 9 16,0-9-9-16,0-2 0 15,0 0 27-15,0 0-25 16,0 0 30-16,18 0-32 16,26-15 10-16,16-11-6 15,8-2-4-15,-2 1 0 16,-13 8-16-16,-19 10 28 15,-13 9-25-15,-9 0-2 16,-10 2-4-16,1 24 6 16,2 6 13-16,-5 0 0 15,7-2-1-15,-1-5 12 0,1-5-10 16,6-6-1-16,-4-5 2 16,6-9 35-16,3 0 9 15,7 0 19-15,4-9-15 16,-1-22-34-16,7-4 24 15,-1-10-40-15,6-6 21 16,-3-15-20-16,5-6-1 16,-4-9 0-16,0-8 0 15,-2-6 9-15,-3 3-4 16,-5 15-5-16,-6 13 0 0,-7 14 16 16,-8 20-14-1,-4 19 15-15,1 3-17 0,-4 8 0 16,0 0-8-1,0 0-30-15,0 23 9 0,-4 22 8 16,-17 25 21-16,-1 8 0 16,0 8 0-16,10 0 6 15,2-5 7-15,7-12-13 16,3-7 0-16,0-8 4 16,0-5 3-16,7-12-7 15,11-3 0-15,0-9-36 16,8-6-3-16,4-12-61 15,5-5-53-15,-14-2-387 0</inkml:trace>
          <inkml:trace contextRef="#ctx0" brushRef="#br0" timeOffset="12196.9077">7292 2864 339 0,'0'0'132'0,"0"0"-80"16,203 0-52-16,-120 0-37 15,-19 0-338-15</inkml:trace>
          <inkml:trace contextRef="#ctx0" brushRef="#br0" timeOffset="13433.0146">7848 2981 39 0,'0'0'358'0,"0"0"-178"16,0 0 1-16,0 0-34 15,182-7-26-15,-130-12-19 16,1-8-60-16,-6-5 4 16,-10-3-3-16,-12-1-12 15,-10 0 24-15,-10-2-55 16,-5-2 13-16,0-5-26 15,0 4 26-15,-5-3-12 16,-13 12-1-16,3 4 0 16,1 7 13-16,-1 12-13 15,5 4-10-15,-5 5-3 0,0 0-8 16,-7 28-3-16,7 15-4 16,-8 11 28-16,4 10 32 15,4 8-32-15,5 4 0 16,4-4 12-16,-3-9-5 15,6-8-7-15,-2-9 0 16,3-10 1-16,2-6 15 16,0-7-16-16,0-12 0 15,0 0 0-15,0-9 9 16,0-2 4-16,0 0-3 16,0 0-2-16,0 0 17 15,0 0-25-15,0 0 0 16,0 0-13-16,0 0-1 0,0 0-5 15,2 4-16 1,6 5 31-16,4 1-12 0,1-1 16 16,2 0 0-16,1-1-6 15,-3-6 20-15,2-2-6 16,-2 0-8-16,-1 0 0 16,-5 0 47-16,4 0-46 15,-7-6 0-15,2-3 12 16,-6 1 3-16,4 3-11 15,-4-1-5-15,3-3 0 16,-3 1 2-16,5-1-2 16,-5-1 0-16,0 5 4 15,4-3 12-15,-4 2-17 16,0-1 1-16,0 1 0 16,0 2-7-16,0 1 7 0,0-3 0 15,0 2 3-15,0-1 10 16,0-3-3-16,0 2-10 15,0-1 0-15,0 1-7 16,0-1 7-16,0 5 0 16,0 2 0-16,0 0 12 15,0 0-27-15,0 0 15 16,0 0-35-16,0 0 22 16,0 2-7-16,-9 22 14 15,-4 1 5-15,-2 9 2 16,5-2 7-16,1-4-8 0,6-2 0 15,3-7-5 1,0 0 5-16,0-8 0 0,0-2 1 16,0-3 8-16,0-2 15 15,8-4-24-15,2 0 0 16,9 0 19-16,-1 0-18 16,-1-10-1-16,5-7 9 15,-4 1 0-15,-3 1-1 16,-2-2-8-16,-6 2 0 15,2 1 3-15,-6 5-2 16,2 0-1-16,-5 1 5 16,0 6-4-16,0-2 9 15,0 4-10-15,0 0 0 16,0 0-23-16,0 0 23 0,0 0-2 16,0 0 0-16,2 0-4 15,-2 14-10-15,0 10 13 16,0 16-1-16,0 8-12 15,0 14 17-15,-7 7-1 16,-15 5 0-16,-3 3 7 16,-7 5-4-16,-5-3-3 15,-3-10 0-15,5-3 32 16,7-14-32-16,3-9 13 16,3-15-13-16,7-7 10 15,0-12 15-15,1-7-25 16,-4-2-3-16,-10 0-12 15,-9 0 17-15,-10 0-4 0,-6-5-12 16,-34-22-72 0,15 1-56-16,11 1-342 0</inkml:trace>
          <inkml:trace contextRef="#ctx0" brushRef="#br0" timeOffset="10633.9724">4819 2846 274 0,'0'0'165'0,"0"0"-20"0,0 0 17 16,0 0-6 0,0 0-58-16,0 0-34 0,0 0-38 15,25-70 64-15,-25 70-87 16,0 0-3-16,0 26-8 15,0 23 5-15,-6 15 3 16,-13 4 19-16,-3 8-17 16,1-8 70-16,4-6-61 15,2-11-10-15,8-16 11 16,-1-8 6-16,8-14-9 16,-3-7-9-16,3-6 0 15,0 0 103-15,0 0-26 16,0-14-35-16,0-21-31 15,0-10 5-15,25-10-11 0,3-5-5 16,6-13-7-16,6-6-8 16,3-3 15-1,2 1 0-15,4 1-10 0,-7 20 6 16,4 9-10-16,-2 17-20 16,-1 15-67-16,-3 10 65 15,-8 9-99-15,-20 9-148 16,-12 19-49-16</inkml:trace>
          <inkml:trace contextRef="#ctx0" brushRef="#br0" timeOffset="10933.3398">5180 3065 215 0,'0'0'191'0,"0"0"-2"0,0 0-38 15,0 0-40-15,0 0-21 16,223-26-45-16,-180-4 10 15,-6-5-43-15,-12-11-11 16,-15-1 14-16,-10-5-15 16,0 3 0-16,-13 12 10 15,-21 18 0-15,-7 16 3 16,-8 3-13-16,-4 22-18 16,-1 28-5-16,11 3 20 15,11-3 3-15,13-1 29 16,19-4-8-16,0-9 21 15,14 1-42-15,29-9 2 16,16 2-9-16,34-7-18 16,-14-8-244-16,-10-8-334 0</inkml:trace>
        </inkml:traceGroup>
      </inkml:traceGroup>
    </inkml:traceGroup>
    <inkml:traceGroup>
      <inkml:annotationXML>
        <emma:emma xmlns:emma="http://www.w3.org/2003/04/emma" version="1.0">
          <emma:interpretation id="{69B20368-31E7-45A3-83AB-EAFD160AB662}" emma:medium="tactile" emma:mode="ink">
            <msink:context xmlns:msink="http://schemas.microsoft.com/ink/2010/main" type="paragraph" rotatedBoundingBox="22322,6616 24114,6859 23981,7839 22189,7596" alignmentLevel="2"/>
          </emma:interpretation>
        </emma:emma>
      </inkml:annotationXML>
      <inkml:traceGroup>
        <inkml:annotationXML>
          <emma:emma xmlns:emma="http://www.w3.org/2003/04/emma" version="1.0">
            <emma:interpretation id="{12B059E4-EF0B-4080-B4DE-F9672BD02FEC}" emma:medium="tactile" emma:mode="ink">
              <msink:context xmlns:msink="http://schemas.microsoft.com/ink/2010/main" type="line" rotatedBoundingBox="22322,6616 24114,6859 23981,7839 22189,7596"/>
            </emma:interpretation>
          </emma:emma>
        </inkml:annotationXML>
        <inkml:traceGroup>
          <inkml:annotationXML>
            <emma:emma xmlns:emma="http://www.w3.org/2003/04/emma" version="1.0">
              <emma:interpretation id="{FB74602C-854B-4E68-88A8-989DF18E4328}" emma:medium="tactile" emma:mode="ink">
                <msink:context xmlns:msink="http://schemas.microsoft.com/ink/2010/main" type="inkWord" rotatedBoundingBox="22322,6616 24114,6859 23981,7839 22189,7596"/>
              </emma:interpretation>
              <emma:one-of disjunction-type="recognition" id="oneOf5">
                <emma:interpretation id="interp13" emma:lang="" emma:confidence="0.5">
                  <emma:literal>used</emma:literal>
                </emma:interpretation>
                <emma:interpretation id="interp14" emma:lang="" emma:confidence="0">
                  <emma:literal>Used</emma:literal>
                </emma:interpretation>
                <emma:interpretation id="interp15" emma:lang="" emma:confidence="0">
                  <emma:literal>use</emma:literal>
                </emma:interpretation>
                <emma:interpretation id="interp16" emma:lang="" emma:confidence="0">
                  <emma:literal>uses</emma:literal>
                </emma:interpretation>
                <emma:interpretation id="interp17" emma:lang="" emma:confidence="0">
                  <emma:literal>user</emma:literal>
                </emma:interpretation>
              </emma:one-of>
            </emma:emma>
          </inkml:annotationXML>
          <inkml:trace contextRef="#ctx0" brushRef="#br0" timeOffset="14207.2192">5281 4014 71 0,'0'0'631'0,"0"0"-420"16,0 0-31-16,0 0-65 15,0 0-88-15,0 0 24 16,0 0-51-16,0-25-6 16,0 65 6-16,0 5 3 15,0 6 42-15,0 3-41 16,0-9 9-16,0-6 32 16,11-7-45-16,6-13 6 0,5-10 27 15,3-1-31-15,0-8 52 16,9 0-50-16,1-13 13 15,5-15-1-15,-3-12-16 16,-2-1-5-16,-10-7-6 16,-3 6 22-16,-7 7-23 15,-5 8 12-15,-5 12 0 16,-5 8-16-16,0 7 16 16,0 0-31-16,0 0 20 15,0 26 11-15,-15 6-16 16,0 4 16-16,3 3 0 15,2-2 0-15,5-5 1 16,5-2-1-16,0-6 0 16,0-1-36-16,5-4-3 15,25-6-89-15,-2-4-148 0,1-9-89 0</inkml:trace>
          <inkml:trace contextRef="#ctx0" brushRef="#br0" timeOffset="14554.9848">6063 4078 459 0,'0'0'208'0,"0"0"-100"16,0 0-17-16,0 0 0 15,0 0 30-15,0 0-77 0,-209 45-37 16,184-22 9-16,7-5 0 15,11 2-16-15,7 5 17 16,0-7-16-16,4 5 37 16,24 0-38-16,0-1 0 15,6 1 30-15,-9-4-21 16,-12 3-9-16,-4-3 0 16,-9 4 9-16,0 1 11 15,-4-5-20-15,-26 4 0 16,-8 0 16-16,-6-4-15 15,1 1-2-15,3-5-42 16,11-3-91-16,14-7-129 16,15-5-82-16</inkml:trace>
          <inkml:trace contextRef="#ctx0" brushRef="#br0" timeOffset="15273.4115">6244 4509 409 0,'0'0'168'15,"0"0"-61"-15,0 0-37 16,0 0 21-16,222-118-34 16,-185 82-13-16,-12-1 36 15,-15 1-27-15,-10 0-18 16,0 4-10-16,-20 6-25 16,-17 11 0-16,-9 3-1 15,-1 12 2-15,-3 0 34 16,6 0-34-16,4 21 4 15,12 6-5-15,9 5 0 0,16 3 47 16,3 3-47 0,8 3 0-16,39 3 60 0,13-3-50 15,12-4 21-15,13-11-16 16,7-7-14-16,-1-6 25 16,-8-9-26-16,-9-4 0 15,-9 0 11-15,-10 0 5 16,-13-10-9-16,-12-3-6 15,-13 0 5-15,-5 7 55 16,-12-1-42-16,0 7-18 16,-25 0-2-16,-29 0 2 15,-23 32-11-15,-13 11 10 16,5 8 0-16,8 3-6 0,20-1 6 16,23-11 0-1,21-2-9-15,13-14 24 0,0-7-17 16,13-9 2-16,31-10 0 15,8 0 12-15,4-10-12 16,6-26 0-16,-8-9-13 16,-7-14 30-16,-7-9-23 15,-8-3 6-15,-9-10-13 16,-11-5-13-16,-7 0 26 16,-5-1 0-16,0 2-14 15,0 9 31-15,-5 16-4 16,-5 15-13-16,3 15 13 0,0 17 0 15,7 7-13-15,0 6-23 16,0 0 17-16,0 13-5 16,0 23 11-16,0 13 0 15,7 4 10-15,8 5 40 16,2 1-49-16,-1-1-1 16,-7-5 0-16,3 2 15 15,-9 3-30-15,-3 5-2 16,-3 22-123-16,-26-16-57 15,4-10-496-15</inkml:trace>
        </inkml:traceGroup>
      </inkml:traceGroup>
    </inkml:traceGroup>
    <inkml:traceGroup>
      <inkml:annotationXML>
        <emma:emma xmlns:emma="http://www.w3.org/2003/04/emma" version="1.0">
          <emma:interpretation id="{C6FF6728-4D18-4601-B41A-D33C65A7C3F4}" emma:medium="tactile" emma:mode="ink">
            <msink:context xmlns:msink="http://schemas.microsoft.com/ink/2010/main" type="paragraph" rotatedBoundingBox="22512,7797 24892,8311 24654,9414 22274,8900" alignmentLevel="2"/>
          </emma:interpretation>
        </emma:emma>
      </inkml:annotationXML>
      <inkml:traceGroup>
        <inkml:annotationXML>
          <emma:emma xmlns:emma="http://www.w3.org/2003/04/emma" version="1.0">
            <emma:interpretation id="{37F8AB76-FA23-4337-A36C-01FFAB278422}" emma:medium="tactile" emma:mode="ink">
              <msink:context xmlns:msink="http://schemas.microsoft.com/ink/2010/main" type="line" rotatedBoundingBox="22512,7797 24892,8311 24654,9414 22274,8900"/>
            </emma:interpretation>
          </emma:emma>
        </inkml:annotationXML>
        <inkml:traceGroup>
          <inkml:annotationXML>
            <emma:emma xmlns:emma="http://www.w3.org/2003/04/emma" version="1.0">
              <emma:interpretation id="{0F8F4918-6A01-4AEB-A457-393F93DA10B1}" emma:medium="tactile" emma:mode="ink">
                <msink:context xmlns:msink="http://schemas.microsoft.com/ink/2010/main" type="inkWord" rotatedBoundingBox="22512,7797 24892,8311 24654,9414 22274,8900"/>
              </emma:interpretation>
              <emma:one-of disjunction-type="recognition" id="oneOf6">
                <emma:interpretation id="interp18" emma:lang="" emma:confidence="1">
                  <emma:literal/>
                </emma:interpretation>
              </emma:one-of>
            </emma:emma>
          </inkml:annotationXML>
          <inkml:trace contextRef="#ctx0" brushRef="#br0" timeOffset="16048.3109">5394 5431 529 0,'0'0'202'15,"0"0"52"-15,0 0-107 16,0 0-21-16,0 0-63 16,0 0-55-16,0 0-3 15,9-56-5-15,-9 92 0 16,0 18 0-16,-9 14 0 0,-6 12 36 16,-3 1-36-16,5-4 0 15,4-5 21-15,1-13-20 16,5-18-1-16,3-11 7 15,0-17 0-15,0-7 28 16,-4-6 17-16,4 0 20 16,0-6 41-16,0-27-112 15,0-13-1-15,0-17-3 16,0-10-38-16,15-13 41 16,7-12-51-16,-2-7-6 15,5-2 50-15,-1-1-38 16,-4 8 42-16,6 17-4 15,3 14 7-15,4 21-3 16,9 18 3-16,2 17 0 16,6 13-26-16,0 0 26 0,-3 16 0 15,-4 22-2-15,-14 10 2 16,-9-3-17-16,-19 4 17 16,-1-6-13-16,-6-3-5 15,-33-4-31-15,-13-4 43 16,-9-1 6-16,-1-3 0 15,-2-2-23-15,7 10-141 16,17-10-187-16,18-5-165 0</inkml:trace>
          <inkml:trace contextRef="#ctx0" brushRef="#br0" timeOffset="16474.7575">6167 5482 489 0,'0'0'154'15,"0"0"53"-15,0 0-80 16,-212 133-98-16,173-94 44 15,17-3-54-15,17-11-10 16,5-1 24-16,5-13-18 16,34-3 51-16,6-8-18 0,9 0-48 15,-6-10 64-15,-1-16-48 16,-17-10-7-16,-5-1-8 16,-6-6 5-16,-13 0-12 15,-2 7-11-15,-4 14-6 16,0 5 8-16,0 13 15 15,0 4-7-15,0 0-12 16,0 13 19-16,0 14-6 16,0 3 6-16,21 3 0 15,13-1 3-15,9-2-3 16,29-4-79-16,-12-7-167 16,-5-10-122-16</inkml:trace>
          <inkml:trace contextRef="#ctx0" brushRef="#br0" timeOffset="17322.3514">6690 5609 443 0,'0'0'137'0,"0"0"46"16,0 0 9-16,0 0-120 16,0 0 5-16,0 0-77 15,0 0 1-15,-137 175 32 16,137-162-31-16,29-7 45 15,1-6 14-15,2 0-35 16,-1 0 37-16,-5-23-63 16,-5-3 0-16,-1-6 10 15,-10 4 0-15,0-2-10 0,-6 11 7 16,-4 2-6-16,3 11 24 16,-3 6-25-16,0 0-29 15,0 10 13-15,0 22 6 16,5 11 10-16,-5 8 0 15,0 3 1-15,0 6 18 16,0-2-19-16,0 0 0 16,-8-3-4-16,-16-6 5 15,-7-8-1-15,-5-10 12 16,-2-8-11-16,1-10 24 16,-3-9-25-16,5-4 0 15,3 0 13-15,0 0-6 16,9 0-7-16,1-12 0 15,4-3 3-15,4 2-22 16,3-4 13-16,7 3-7 0,4 3-11 16,0-2 21-16,19 0-7 15,28-1 9-15,21-3-20 16,22 4 4-16,11-2-5 16,14-5 22-16,4 1-29 15,-4-6 28-15,-3-5 1 16,-11-6 20-16,-11-3-13 15,-13-3-4-15,-14-4-3 16,-11-6 0-16,-20 1-8 16,-17 2 8-16,-15 8-7 0,-7 8-3 15,-33 12 20 1,-18 15-13-16,-4 6 3 0,-2 0 0 16,2 29-16-16,11 11 18 15,7 3-2-15,17-1 0 16,16-1 1-16,11-5 33 15,0-4-34-15,25-2 0 16,22-7 42-16,18-7-42 16,7-3 23-16,8-6-3 15,-1-1-19-15,-11-2 30 16,-6 5-31-16,-18 0 0 16,-13 8-17-16,-12 6 9 15,-16 0 8-15,-3 3-9 16,0 2 9-16,-32-2 28 15,-8-1-27-15,-15-3 0 0,-5-1 25 16,-5-6-13-16,-14-1-26 16,-48 7-24-16,18-8-94 15,12-3-245-15</inkml:trace>
        </inkml:traceGroup>
      </inkml:traceGroup>
    </inkml:traceGroup>
    <inkml:traceGroup>
      <inkml:annotationXML>
        <emma:emma xmlns:emma="http://www.w3.org/2003/04/emma" version="1.0">
          <emma:interpretation id="{D5ECBC96-3AB5-4EB3-9FDF-8A366B7C6EF9}" emma:medium="tactile" emma:mode="ink">
            <msink:context xmlns:msink="http://schemas.microsoft.com/ink/2010/main" type="paragraph" rotatedBoundingBox="22166,9192 24438,9895 24025,11230 21753,10528" alignmentLevel="2"/>
          </emma:interpretation>
        </emma:emma>
      </inkml:annotationXML>
      <inkml:traceGroup>
        <inkml:annotationXML>
          <emma:emma xmlns:emma="http://www.w3.org/2003/04/emma" version="1.0">
            <emma:interpretation id="{5EE443C6-2A50-4112-8B18-09B5AEE8B821}" emma:medium="tactile" emma:mode="ink">
              <msink:context xmlns:msink="http://schemas.microsoft.com/ink/2010/main" type="line" rotatedBoundingBox="22166,9192 24438,9895 24025,11230 21753,10528"/>
            </emma:interpretation>
          </emma:emma>
        </inkml:annotationXML>
        <inkml:traceGroup>
          <inkml:annotationXML>
            <emma:emma xmlns:emma="http://www.w3.org/2003/04/emma" version="1.0">
              <emma:interpretation id="{25E1AD5E-9BD6-4385-B96B-7B2CD8FE51F1}" emma:medium="tactile" emma:mode="ink">
                <msink:context xmlns:msink="http://schemas.microsoft.com/ink/2010/main" type="inkWord" rotatedBoundingBox="22166,9192 24438,9895 24025,11230 21753,10528"/>
              </emma:interpretation>
              <emma:one-of disjunction-type="recognition" id="oneOf7">
                <emma:interpretation id="interp19" emma:lang="" emma:confidence="0.5">
                  <emma:literal>for</emma:literal>
                </emma:interpretation>
                <emma:interpretation id="interp20" emma:lang="" emma:confidence="0">
                  <emma:literal>Lore</emma:literal>
                </emma:interpretation>
                <emma:interpretation id="interp21" emma:lang="" emma:confidence="0">
                  <emma:literal>Lora</emma:literal>
                </emma:interpretation>
                <emma:interpretation id="interp22" emma:lang="" emma:confidence="0">
                  <emma:literal>Tor</emma:literal>
                </emma:interpretation>
                <emma:interpretation id="interp23" emma:lang="" emma:confidence="0">
                  <emma:literal>Lord</emma:literal>
                </emma:interpretation>
              </emma:one-of>
            </emma:emma>
          </inkml:annotationXML>
          <inkml:trace contextRef="#ctx0" brushRef="#br0" timeOffset="18674.2591">5006 6787 730 0,'0'0'185'0,"0"0"-72"0,0 0 18 15,0 0-96-15,218 0 13 16,-124 0 3-16,3-6-27 15,-7-14 43-15,-15-3-67 16,-16-3 0-16,-21-7 22 16,-16-3-22-16,-19-5-12 15,-3-8-18-15,-22 2-4 16,-28-2 23-16,-10 5-15 16,-5 12 21-16,0 9-19 15,4 16 24-15,6 7 0 16,5 3 0-16,10 41 0 15,10 15-12-15,6 18 12 16,16 17 0-16,8 16 19 0,0 9-19 16,27 11 45-16,1-2 0 15,1-5-30-15,-8-10 39 16,-6-9-54-16,-8-17 0 16,-4-15 17-16,-3-16-8 15,0-18-9-15,0-12 4 16,0-16 4-16,0-5 16 15,-18-5-24-15,-10 0 0 16,-9 0 18-16,-5-9-8 16,-1-14-10-16,6-7 0 15,5 2-15-15,7-8-5 16,10 2-5-16,12-1 5 0,3-6 3 16,3 5 2-16,37 1 10 15,20-1 4 1,19 4 2-16,16 0-20 0,12 0-16 15,10 2 2-15,-1 1 26 16,-13 2-28-16,-14 5 35 16,-26 1 12-16,-24 12-11 15,-21 3 28-15,-11 6-29 16,-7 0-19-16,0 0 8 16,-10 15-2-16,-12 15 13 15,1 2 3-15,5 9 4 16,10-2 12-16,6-1-19 15,0-1 0-15,28-1 11 16,12-10 2-16,4-5-5 16,-4-11-4-16,-12-10 6 0,-13 0 32 15,-15-8-42-15,0-24-39 16,-18-7 14-16,-22-8-40 16,-4-2 7-16,1-2-21 15,11 1-30-15,10 7 108 16,16 11-41-16,6 13 42 15,6 9 49-15,45 10-32 16,17 0 28-16,14 4 26 16,10 24-30-16,2 4 76 15,-9 4-72-15,-13-4-18 16,-10-1 17-16,-12-8-38 16,-10-4 23-16,-11-6-29 15,-4-4 6-15,-7 1 5 0,-3-3-11 16,-2 3-20-16,-1-1-8 15,-5 8-88-15,0 7-5 16,1 3-163-16,-8-5-352 0</inkml:trace>
          <inkml:trace contextRef="#ctx0" brushRef="#br0" timeOffset="19711.0215">6662 7383 65 0,'0'0'211'0,"0"0"-70"0,0 0 6 16,0 0-44 0,0 0-20-16,0 0-6 0,-84 172-35 15,84-149 0-15,0-2 59 16,12-6-45-16,20 2 24 16,18-4-31-16,12-4-14 15,7-3 27-15,2-6-61 16,3 0 1-16,-10 0 25 15,-3 0-19-15,-10-6 0 16,-10 1-8-16,-7-3-54 16,-12 8 46-16,-12 0-66 15,-10 0-137-15,0 0-71 16,-14 4-1-16</inkml:trace>
        </inkml:traceGroup>
      </inkml:traceGroup>
    </inkml:traceGroup>
    <inkml:traceGroup>
      <inkml:annotationXML>
        <emma:emma xmlns:emma="http://www.w3.org/2003/04/emma" version="1.0">
          <emma:interpretation id="{3BD3A0AB-EE0A-4FF7-A738-64CA4DF6A5F3}" emma:medium="tactile" emma:mode="ink">
            <msink:context xmlns:msink="http://schemas.microsoft.com/ink/2010/main" type="paragraph" rotatedBoundingBox="21609,11143 24804,10694 25006,12131 21811,12579" alignmentLevel="2"/>
          </emma:interpretation>
        </emma:emma>
      </inkml:annotationXML>
      <inkml:traceGroup>
        <inkml:annotationXML>
          <emma:emma xmlns:emma="http://www.w3.org/2003/04/emma" version="1.0">
            <emma:interpretation id="{316EC59E-E302-4790-BB09-089CB896685E}" emma:medium="tactile" emma:mode="ink">
              <msink:context xmlns:msink="http://schemas.microsoft.com/ink/2010/main" type="line" rotatedBoundingBox="21609,11143 24804,10694 25006,12131 21811,12579"/>
            </emma:interpretation>
          </emma:emma>
        </inkml:annotationXML>
        <inkml:traceGroup>
          <inkml:annotationXML>
            <emma:emma xmlns:emma="http://www.w3.org/2003/04/emma" version="1.0">
              <emma:interpretation id="{6A42DAF0-0D66-4279-BF31-A3C983462596}" emma:medium="tactile" emma:mode="ink">
                <msink:context xmlns:msink="http://schemas.microsoft.com/ink/2010/main" type="inkWord" rotatedBoundingBox="21609,11143 24804,10694 25006,12131 21811,12579"/>
              </emma:interpretation>
              <emma:one-of disjunction-type="recognition" id="oneOf8">
                <emma:interpretation id="interp24" emma:lang="" emma:confidence="0.5">
                  <emma:literal>Last</emma:literal>
                </emma:interpretation>
                <emma:interpretation id="interp25" emma:lang="" emma:confidence="0">
                  <emma:literal>Lost</emma:literal>
                </emma:interpretation>
                <emma:interpretation id="interp26" emma:lang="" emma:confidence="0">
                  <emma:literal>fast</emma:literal>
                </emma:interpretation>
                <emma:interpretation id="interp27" emma:lang="" emma:confidence="0">
                  <emma:literal>fact</emma:literal>
                </emma:interpretation>
                <emma:interpretation id="interp28" emma:lang="" emma:confidence="0">
                  <emma:literal>last</emma:literal>
                </emma:interpretation>
              </emma:one-of>
            </emma:emma>
          </inkml:annotationXML>
          <inkml:trace contextRef="#ctx0" brushRef="#br0" timeOffset="21265.0094">4899 8754 555 0,'0'0'182'0,"0"0"-48"0,0 0-34 16,235-66 11-16,-160 33-93 16,-3-3-5-16,-7-5 0 15,-15-6-13-15,-13-4 32 16,-20-3-32-16,-9-6-33 16,-8-2 32-16,-12 8-82 15,-28 3 54-15,-2 15 28 16,-4 14 1-16,-1 18-19 15,0 4 19-15,0 19-11 0,4 33-8 16,2 18 38-16,10 18-12 16,6 17 56-16,10 11 5 15,3 6 24-15,5 0-59 16,4-3-26-16,3-2 60 16,0-10-66-16,0-6 15 15,0-11 9-15,0-14-24 16,0-12 43-16,0-18-44 15,-2-11 0-15,-6-12 1 16,-1-6 1-16,-6-8-2 16,-1-5 0-16,-6 0-16 15,-3-4 15-15,-4 0-83 0,8 0-13 16,-1-8 21 0,4-14-65-16,6-7 35 0,5-4 73 15,7-5 33-15,0-2 20 16,3-6 18-16,38 1-15 15,12-6 56-15,19-1-79 16,15-1 2-16,18-2-11 16,11 4 0-16,9 2 2 15,2 0-62-15,-1 8-18 16,-14 5 38-16,-19 3-71 16,-21 10 54-16,-22 6 46 15,-28 8 20-15,-22 9 72 16,-3 0-62-16,-51 32 43 0,-23 22 47 15,-8 10-28 1,-2 9 28-16,12 2-5 0,23-6-51 16,25-11-1-16,27-13-42 15,0-13-1-15,39-15 75 16,18-15-33-16,4-2 13 16,1-2-28-16,-8-26-27 15,-14-15 23-15,-13-6-23 16,-22-7 0-16,-5 2-19 15,0 1 2-15,0 12 10 16,-10 12 6-16,0 16 1 16,1 13-19-16,1 0-1 15,8 10 20-15,0 16-20 16,5 0 21-16,30-1-1 16,20-6 10-16,9-10-10 0,11-5 58 15,9-4-52 1,3 0-6-16,0-10 49 0,-7-8-48 15,-5-5 24-15,-8 0 1 16,-8 5-25-16,-11 1 65 16,-6 11-66-16,-17 6 1 15,-7 0-2-15,-11 9-5 16,-7 18 6-16,0 7-1 16,-28 5 1-16,-13-3 6 15,-9-4-6-15,0-5 0 16,7-8 1-16,4-6 19 15,7-7-20-15,12 1 0 0,9-7 0 16,7 4 4 0,4-4-4-16,0 0 0 0,0 0-19 15,15 0 15-15,25 0-8 16,11 0 12-16,9 0 0 16,13 0 9-16,4-13-9 15,-3-10 0-15,-4-8-1 16,4-4 24-16,-9-5-33 15,0-7 10-15,-8-8 0 16,-2-7-13-16,-5-10 13 16,-3-5-5-16,-7-4-8 15,-11-5 18-15,-4 9-7 16,-15 6 2-16,-2 12 0 16,-8 18 15-16,0 14-14 15,0 14-1-15,0 9 0 0,0 4-7 16,-15 11-2-16,-3 28 0 15,-2 17 9-15,1 8 2 16,4 9-1-16,5 0-1 16,10-2 16-16,0-7-8 15,0-7 9-15,12-10-17 16,23-3 0-16,4-12 18 16,7-9-18-16,6-7-15 15,-5-6-27-15,-8-10-75 16,-16 0-27-16,-18 0-373 0</inkml:trace>
          <inkml:trace contextRef="#ctx0" brushRef="#br0" timeOffset="21432.5668">7289 8651 428 0,'0'0'166'0,"0"0"-60"16,299-39-106-16,-118 24-11 16,-34 2-200-16</inkml:trace>
        </inkml:traceGroup>
      </inkml:traceGroup>
    </inkml:traceGroup>
    <inkml:traceGroup>
      <inkml:annotationXML>
        <emma:emma xmlns:emma="http://www.w3.org/2003/04/emma" version="1.0">
          <emma:interpretation id="{148BEBEF-84B6-47B1-98E7-D9471BA9EE33}" emma:medium="tactile" emma:mode="ink">
            <msink:context xmlns:msink="http://schemas.microsoft.com/ink/2010/main" type="paragraph" rotatedBoundingBox="21759,12949 25589,13172 25529,14202 21699,13978" alignmentLevel="2"/>
          </emma:interpretation>
        </emma:emma>
      </inkml:annotationXML>
      <inkml:traceGroup>
        <inkml:annotationXML>
          <emma:emma xmlns:emma="http://www.w3.org/2003/04/emma" version="1.0">
            <emma:interpretation id="{B68380EA-3170-4877-9FF7-10BF3DE02BD7}" emma:medium="tactile" emma:mode="ink">
              <msink:context xmlns:msink="http://schemas.microsoft.com/ink/2010/main" type="line" rotatedBoundingBox="21759,12949 25589,13172 25529,14202 21699,13978"/>
            </emma:interpretation>
          </emma:emma>
        </inkml:annotationXML>
        <inkml:traceGroup>
          <inkml:annotationXML>
            <emma:emma xmlns:emma="http://www.w3.org/2003/04/emma" version="1.0">
              <emma:interpretation id="{040A91AC-A24A-4580-9861-15DBE727A1B6}" emma:medium="tactile" emma:mode="ink">
                <msink:context xmlns:msink="http://schemas.microsoft.com/ink/2010/main" type="inkWord" rotatedBoundingBox="21775,12915 23843,13100 23748,14160 21680,13975"/>
              </emma:interpretation>
              <emma:one-of disjunction-type="recognition" id="oneOf9">
                <emma:interpretation id="interp29" emma:lang="" emma:confidence="1">
                  <emma:literal/>
                </emma:interpretation>
              </emma:one-of>
            </emma:emma>
          </inkml:annotationXML>
          <inkml:trace contextRef="#ctx0" brushRef="#br0" timeOffset="23246.711">5180 10683 227 0,'0'0'135'0,"0"0"-6"0,0 0-20 16,0 0-13-16,0 0 28 15,0 0 3-15,0 0-10 16,188 143 6-16,-160-143-75 15,-3-22-6-15,-8-12 0 16,-17 4-41-16,0-10 16 16,0 1-17-16,-39 0-26 15,-4 13 10-15,-11 9 0 0,-1 17 16 16,-2 0-2-16,7 22 2 16,8 23-11-16,19 2 11 15,20 9 0-15,3-9-9 16,21-2 23-16,31-9-6 15,15-5 31-15,13-12-20 16,2-10 43-16,2-9-62 16,-9 0 0-16,-11 0 54 15,-12-19-53-15,-14-12 20 16,-8-1 4-16,-5-9-25 16,-3-8 39-16,-4-5-39 15,-4-9 0-15,4-9-14 16,-3-5 23-16,-1-6-10 15,6 1 1-15,-5 3 0 16,-7 15 3-16,0 19-3 16,-1 15 0-16,-7 15-6 0,0 11 6 15,0 4-9-15,0 4-7 16,0 28 16-16,0 13-13 16,-7 10 13-16,-4 12 0 15,1 6-1-15,10 2 17 16,0-5-16-16,0-4 3 15,5-3 4-15,15-13 16 16,2-5-23-16,3-5 0 16,-4-12 0-16,1-5 12 15,0-6-24-15,0-12 5 16,-1-1-45-16,-1-4 51 16,-1 0-80-16,-13 0-58 0,-6 0-166 15,0-17-546-15</inkml:trace>
          <inkml:trace contextRef="#ctx0" brushRef="#br0" timeOffset="23437.2602">5898 10520 532 0,'0'0'146'0,"0"0"-80"15,0 0 80-15,0 0-107 0,216-99-39 16,-166 86-79-16,-13 3-129 16,-16 6-121-16</inkml:trace>
          <inkml:trace contextRef="#ctx0" brushRef="#br0" timeOffset="23746.7414">6204 10655 386 0,'0'0'150'0,"0"0"34"16,0 0 51-16,87 181-124 16,-60-131-4-16,-11-5-65 15,1-10-34-15,-5-12 67 16,-6-6-68-16,-2-8 9 16,-1-7 12-16,-3-2-5 15,0 0 71-15,0 0-39 16,0-2-49-16,-3-15 41 0,-4-2-46 15,2-3-1-15,0-4 19 16,5-5-17-16,0-1 24 16,0 0-26-16,10-4 0 15,15-2-12-15,12-1 12 16,1-1-10-16,6 3-77 16,-2 0-27-16,-4-3 9 15,-13 8-388-15</inkml:trace>
          <inkml:trace contextRef="#ctx0" brushRef="#br0" timeOffset="23960.1178">6667 10657 188 0,'0'0'281'16,"0"0"-41"-16,0 0-12 0,5 192-71 16,-2-141-32-16,2-7-89 15,2-12-16-15,5-10 57 16,-10-5-62-16,6-11 6 15,-6-2 7-15,3-4-27 16,-2 0 46-16,0 0-47 16,6-4-60-16,-3-19 21 15,9-16-96-15,-5 1-174 16,-3-2-322-16</inkml:trace>
          <inkml:trace contextRef="#ctx0" brushRef="#br0" timeOffset="24125.012">6828 10335 552 0,'0'0'196'0,"0"0"-93"0,0 0-42 16,0 0-61-16,0 0-45 15,0 0-27-15,0 0-166 0</inkml:trace>
          <inkml:trace contextRef="#ctx0" brushRef="#br0" timeOffset="22631.6318">4749 10579 25 0,'0'0'109'0,"0"0"-22"16,0 0-38-1,0 0-17-15,0 0 89 0,0 0-82 16,0 0 11-16,-12-59 31 16,7 46-68-16,5 4 72 15,0-1-23-15,0 1-17 16,0 3 76-16,0-1-86 16,0 5 46-16,0-2 12 15,0 4-53-15,0 0 17 16,0 0-57-16,0 25 0 15,9 16 13-15,4 21 0 16,-1 7 20-16,-9 10 9 16,-3-6-41-16,0-1 43 15,0-9-44-15,0-14 0 16,-3-14 8-16,1-14-1 0,-3-12-7 16,0-5 20-16,5-4 22 15,0 0 56-15,-3-22-98 16,3-10 21-16,0-13-13 15,0-8-8-15,0-6 0 16,0-2-1-16,21-1 14 16,4-5-11-16,16-2-2 15,5-3-18-15,11-1-2 16,8-2-11-16,7 6-22 16,-3 15 0-16,-7 10-23 15,-9 29-1-15,-19 15-210 16,-16 0-110-16</inkml:trace>
        </inkml:traceGroup>
        <inkml:traceGroup>
          <inkml:annotationXML>
            <emma:emma xmlns:emma="http://www.w3.org/2003/04/emma" version="1.0">
              <emma:interpretation id="{9D3FAB79-F98B-4EC5-A9DF-79D4E7C490AC}" emma:medium="tactile" emma:mode="ink">
                <msink:context xmlns:msink="http://schemas.microsoft.com/ink/2010/main" type="inkWord" rotatedBoundingBox="23952,13140 24045,13146 24042,13192 23950,13187"/>
              </emma:interpretation>
              <emma:one-of disjunction-type="recognition" id="oneOf10">
                <emma:interpretation id="interp30" emma:lang="" emma:confidence="0.5">
                  <emma:literal>.</emma:literal>
                </emma:interpretation>
                <emma:interpretation id="interp31" emma:lang="" emma:confidence="0">
                  <emma:literal>-</emma:literal>
                </emma:interpretation>
                <emma:interpretation id="interp32" emma:lang="" emma:confidence="0">
                  <emma:literal>,</emma:literal>
                </emma:interpretation>
                <emma:interpretation id="interp33" emma:lang="" emma:confidence="0">
                  <emma:literal>:</emma:literal>
                </emma:interpretation>
                <emma:interpretation id="interp34" emma:lang="" emma:confidence="0">
                  <emma:literal>"</emma:literal>
                </emma:interpretation>
              </emma:one-of>
            </emma:emma>
          </inkml:annotationXML>
          <inkml:trace contextRef="#ctx0" brushRef="#br0" timeOffset="25920.1044">6948 10267 622 0,'0'0'192'16,"0"0"-31"-16,0 0-67 15,0 0-65-15,0 0 39 16,0 0-67-16,0 0-1 15,95-35 0-15,-95 31-81 16,0 2-58-16,0 2-164 0</inkml:trace>
        </inkml:traceGroup>
        <inkml:traceGroup>
          <inkml:annotationXML>
            <emma:emma xmlns:emma="http://www.w3.org/2003/04/emma" version="1.0">
              <emma:interpretation id="{DCA0CDF9-C4A3-4EDE-A943-CF92A43F25F1}" emma:medium="tactile" emma:mode="ink">
                <msink:context xmlns:msink="http://schemas.microsoft.com/ink/2010/main" type="inkWord" rotatedBoundingBox="24017,13483 24604,13517 24589,13772 24002,13737"/>
              </emma:interpretation>
              <emma:one-of disjunction-type="recognition" id="oneOf11">
                <emma:interpretation id="interp35" emma:lang="" emma:confidence="1">
                  <emma:literal/>
                </emma:interpretation>
              </emma:one-of>
            </emma:emma>
          </inkml:annotationXML>
          <inkml:trace contextRef="#ctx0" brushRef="#br0" timeOffset="24523.1079">7025 10815 639 0,'0'0'236'0,"0"0"-96"16,0 0-46-16,0 0-49 15,0 0 39-15,0 0-48 16,0 0-22-16,140-105 11 16,-140 73-24-16,-3-4-2 15,-20 3-11-15,-4 10 12 16,2 10-7-16,3 6 7 16,0 7-9-16,9 0-9 15,-2 26 7-15,12 6 11 16,3 5 14-16,0 2-12 0,6-3 70 15,28-8-40-15,6-2-6 16,7-3 47-16,1-10-67 16,6-7 27-16,-9-6-33 15,2 0 16-15,-7 0 3 16,-5-17-19-16,-3-2-7 16,-2-7-3-16,-2 5-50 15,-3-5 14-15,0 3-62 16,-3 4-141-16,-4 6 27 15,-7 2-87-15</inkml:trace>
        </inkml:traceGroup>
        <inkml:traceGroup>
          <inkml:annotationXML>
            <emma:emma xmlns:emma="http://www.w3.org/2003/04/emma" version="1.0">
              <emma:interpretation id="{74F1A040-EC67-405B-AF26-FDFCA6B20D97}" emma:medium="tactile" emma:mode="ink">
                <msink:context xmlns:msink="http://schemas.microsoft.com/ink/2010/main" type="inkWord" rotatedBoundingBox="24533,13159 25587,13220 25538,14045 24485,13983"/>
              </emma:interpretation>
              <emma:one-of disjunction-type="recognition" id="oneOf12">
                <emma:interpretation id="interp36" emma:lang="" emma:confidence="0.5">
                  <emma:literal>val</emma:literal>
                </emma:interpretation>
                <emma:interpretation id="interp37" emma:lang="" emma:confidence="0">
                  <emma:literal>and</emma:literal>
                </emma:interpretation>
                <emma:interpretation id="interp38" emma:lang="" emma:confidence="0">
                  <emma:literal>mal</emma:literal>
                </emma:interpretation>
                <emma:interpretation id="interp39" emma:lang="" emma:confidence="0">
                  <emma:literal>mad</emma:literal>
                </emma:interpretation>
                <emma:interpretation id="interp40" emma:lang="" emma:confidence="0">
                  <emma:literal>bad</emma:literal>
                </emma:interpretation>
              </emma:one-of>
            </emma:emma>
          </inkml:annotationXML>
          <inkml:trace contextRef="#ctx0" brushRef="#br0" timeOffset="25363.3809">7573 10745 175 0,'0'0'189'0,"0"0"-10"16,0 0 30-16,0 0-56 0,0 0-6 15,-65 195-66-15,55-163-52 16,4-6 54-16,0-7-73 15,6-6-3-15,0-9 38 16,0 0-32-16,0-4 68 16,0 0-18-16,12-8-52 15,20-14 43-15,8-7-54 16,4-6 0-16,2-1 1 16,-5 3 17-16,-10 7-23 15,-9 9 5-15,-12 7 0 0,-2 7-19 16,-4 3 19-16,-1 0-21 15,4 3 21-15,-2 11 0 16,2 1 4-16,3-2-4 16,-2 0 0-16,5-6 0 15,2-5 1-15,7 2-1 16,0-4 20-16,3 0-19 16,-3 0 55-16,-4 0-56 15,-5-6 2-15,-9-1 18 16,-3 7-20-16,-1 0 0 15,0 0-1-15,0 0-10 16,-18 7-10-16,-9 23 18 16,2 0 3-16,3 2-24 15,14-6 24-15,8-3 0 16,0-8-6-16,0-10 13 0,5-1 16 16,17-4-23-1,3 0 0-15,-3-6 2 0,-4-9 9 16,0-5-11-16,-4 5 2 15,-2 1 5-15,-6 1 0 16,6 6-7-16,-2 5-7 16,12-2-23-16,3 4 28 15,15 0 2-15,3 0 0 16,8 0 8-16,-3 0 0 16,4 0-8-16,-5 0 0 15,-7-4-3-15,-12-14 9 16,-6-5-6-16,-10-10 0 15,-7-3 11-15,0-7-8 16,-5-4-3-16,0-9 0 16,0-3-16-16,-5-9 17 0,-12 0-1 15,-8 4 0-15,0 2 1 16,3 19 6-16,-3 13-7 16,3 17-15-16,1 13-9 15,-1 8 8-15,0 33 5 16,9 26 10-16,4 10 1 15,9 10 7-15,0 8-7 16,25-1 0-16,19-10 15 16,3-6-4-16,1-10-11 15,1-13 0-15,-12-16 9 16,-12-11-19-16,-10-11-29 16,-15-17-73-16,0 0 42 0,-24 0-281 0</inkml:trace>
        </inkml:traceGroup>
      </inkml:traceGroup>
    </inkml:traceGroup>
  </inkml:traceGroup>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40:52.975"/>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628A7889-14F6-41BB-AD1D-DCA65DA6C587}" emma:medium="tactile" emma:mode="ink">
          <msink:context xmlns:msink="http://schemas.microsoft.com/ink/2010/main" type="inkDrawing" rotatedBoundingBox="1633,3115 11043,3726 10889,6090 1480,5479" hotPoints="12086,4881 6357,5717 712,4433 6441,3597" semanticType="enclosure" shapeName="Ellipse"/>
        </emma:interpretation>
      </emma:emma>
    </inkml:annotationXML>
    <inkml:trace contextRef="#ctx0" brushRef="#br0">2867 386 517 0,'0'0'72'0,"0"0"-43"16,0 0 22-16,0 0-50 15,0 0 42-15,0 0-9 16,0 0-20-16,-145-28 57 16,120 18-35-16,-6 1-1 15,3-4-4-15,-4 2-19 0,0-1 14 16,-4 1-26-1,-8 2 0-15,-3-5 6 0,-6 5-5 16,-4 3-1-16,-2-1 8 16,-2 1-7-16,-5 2 17 15,-2 1-18-15,-4 1 0 16,-3-2-8-16,-7 0 10 16,8 0-2-16,-1 2 1 15,3-2 5-15,3-2 7 16,9 2-13-16,-2-3 0 15,4 1 7-15,3 3-1 16,-4-1 0-16,1 4-6 16,6 0 6-16,-2 0-1 15,7 0-5-15,1 0 0 0,-5 0-10 16,5 0 10-16,-1 4 0 16,-3 5 0-16,-2 4 1 15,2 1 5-15,-1 3-6 16,1 2 0-16,0 0-10 15,3-2 10-15,4 2 0 16,1 1 0-16,-2-1 2 16,3 0 7-16,-3 3-9 15,6 1 0-15,-2-4-8 16,13-2 10-16,0-4-2 16,7-4 4-16,10-1 6 15,0-3-1-15,0 5-9 16,-3 0 0-16,4 7-22 0,-6 6 23 15,0 3-2 1,2 2 1-16,-2 8 0 0,5 0 18 16,1 3-18-16,3-3 0 15,2 1 18-15,1 0-9 16,3-1 1-16,0 4 12 16,0-3-16-16,0 5 44 15,0 1-49-15,0 3 0 16,0-1 11-16,13 0 4 15,2-1-16-15,0-1 1 16,2 0 0-16,-2-2 24 16,4 0-25-16,2-2 0 15,1-7-8-15,-2 0 19 16,12-7-11-16,-2 1 0 16,3 1 0-16,4-5 15 0,5-3-15 15,-2 4 0-15,4-6-5 16,-3 2 23-16,8-2-16 15,1 2-2-15,0-2 0 16,7 0 0-16,5 2 0 16,7-2 0-16,-4-2-3 15,3-2 16-15,-2 2-16 16,-10 2 3-16,3 2 0 16,-6-3 3-16,-1 3-3 15,7-2 0-15,-1 3-9 0,4-3 29 16,-2-2-27-1,14 2 7-15,1-4 0 0,12 0 7 16,10 0-7-16,4 1 0 16,6-9-1-16,-7 5 17 15,10-3-18-15,-6-5 2 16,5 6 0-16,-4-5 3 16,2-1-3-16,-2 2 0 15,-1-2 0-15,1-2 15 16,1 0-15-16,-3 4 0 15,-1-4 0-15,0 0 6 16,-6 3-6-16,-1-1 0 16,-6 2 4-16,-4-4 11 15,2 4-14-15,-3 0-1 16,-2-3 0-16,1 3-3 0,-1 4 3 16,8-6 0-1,1 1-1-15,6 1 2 0,5-4 10 16,1 2-11-16,-4 6 0 15,-2-3-8-15,-7 6 8 16,-4-1 0-16,-3 3 0 16,1 0 2-16,-2-2 4 15,1 7-6-15,-2-8 0 16,1 3-12-16,-4 0 13 16,-6-3-1-16,-3 3 0 15,-4 0 6-15,-3 0-3 16,-2 2-3-16,-7 2 0 15,6-4-15-15,3-2 24 16,-2 3-9-16,9-5 0 16,8-1 6-16,-2-3 2 0,3-1-8 15,3 0 0-15,-3 1-11 16,-2 3 11-16,-3 1 0 16,-4 1 0-16,1-1 2 15,-8 1 5-15,5 1-7 16,3-6 0-16,-2 1-9 15,4-2 11-15,5-4-2 16,5 0 0-16,4 0 7 16,6 0 2-16,1 0-9 15,2-4 0-15,-3-5-15 16,-1-1 17-16,-9 1-2 16,-5-4 0-16,-10 0 7 15,-6-1 0-15,-5 1-7 0,-10-2 0 16,1-6-6-16,-3-3 12 15,-2-2-6-15,1-6 0 16,4-4 9-16,0-1 5 16,3-2-14-16,2-3 0 15,1 1-8-15,6 0 16 16,1 1-8-16,-2 1 0 16,-4 2 1-16,-4 9 8 15,-3-2-9-15,-9 3 0 16,-7 5-13-16,-6 3 30 15,-4 0-17-15,-6 4 10 16,4-6-9-16,-3-1 28 0,1-7-29 16,10-1 0-1,-2-3-6-15,0-2 19 0,0-1-13 16,-3 0 13-16,-4 0-12 16,-3 3 55-16,-5-3-45 15,-6 0-11-15,-4-4 20 16,0 0-10-16,0 1-11 15,0-1 1-15,0 1 0 16,-10-5 9-16,-9 3-9 16,-2-1 0-16,-4-2 0 15,-4-1 20-15,-3 4-21 16,-4-4 1-16,-6 3 0 16,0-2 1-16,0 3-1 15,-1-3 0-15,-4 3-17 0,-5 3 37 16,-2 3-31-16,-7-1 11 15,0 5 0-15,-7 5-12 16,-2 1 12-16,-6 4 0 16,9 3-16-16,-1 1 36 15,-2 2-26-15,3 1 6 16,-2-1 0-16,-3 2 3 16,0-4-3-16,4 2 0 15,-9-2-8-15,2 0 24 16,-7 4-22-16,-5-2 6 15,-4 2 0-15,-2-1 0 16,-1-3 0-16,0 4 0 16,6 1-5-16,6-4 26 15,7 2-33-15,3 1 12 0,3-2 0 16,-3 2-3-16,0 0 3 16,-3 0 0-16,-2-1-1 15,-5 3 17-15,-1-2-27 16,4 2 11-16,-1 5 0 15,5 0-15-15,1 3 15 16,0 3 0-16,13-4-6 16,-1 4 21-16,10-4-14 15,0 4-1-15,-7-2 0 16,6 2-17-16,-9 0 17 16,-2 0 0-16,-1 0 0 15,-3 0 10-15,-4 0-10 0,-5 0 0 16,-2 0 0-16,1 0-13 15,-6 0 19-15,5 6-6 16,-4-2 0-16,4 1 6 16,-8-1-2-16,0 2-4 15,0 5 0-15,-3-5-19 16,1 1 29-16,2 3-10 16,4-1 0-16,3 0 6 15,1 1-6-15,7-1 0 16,0 1 0-16,7-1-17 15,5 0 18-15,-2 5-1 16,0-1 0-16,3 0 2 16,3 4 6-16,-1-4-8 15,3 0 0-15,-1-7-12 16,8 4 13-16,-3-2-1 0,5-6 0 16,-7 5 12-16,2-3-8 15,-2-2-4-15,-1 2 0 16,-1 1-10-16,-4-1 10 15,4 0 0-15,2-1 0 16,-5-1 1-16,7 2 14 16,3 0-15-16,4-4 0 15,-1 2-16-15,4 2 22 16,5 3-6-16,3-5 0 16,-1 9-6-16,4-1-1 15,8 8-102-15,12 37-82 16,9-6-42-16,0 2-301 0</inkml:trace>
  </inkml:traceGroup>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40:53.717"/>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DA14461E-E1D9-47D1-B890-9FBFBCE4C6EA}" emma:medium="tactile" emma:mode="ink">
          <msink:context xmlns:msink="http://schemas.microsoft.com/ink/2010/main" type="inkDrawing" rotatedBoundingBox="2241,6826 3674,5337 3729,5390 2296,6880" semanticType="strikethrough" shapeName="Other">
            <msink:sourceLink direction="with" ref="{058C7BD8-3A6B-4AB6-A782-C218A2A4A359}"/>
          </msink:context>
        </emma:interpretation>
      </emma:emma>
    </inkml:annotationXML>
    <inkml:trace contextRef="#ctx0" brushRef="#br0">1413 0 512 0,'0'0'172'0,"0"0"-21"16,0 0-41-16,0 0-61 15,0 0-42-15,0 0-14 16,0 0 0-16,-22 24 7 15,-10 21 92-15,-18 22 6 16,-12 10-28-16,-13 17 24 16,-12 7-64-16,-10 6 46 15,-8 2-33-15,-8-1-42 0,3-4 70 16,5-5-62-16,11-15 23 16,12-8 6-16,14-7-22 15,9-10 20-15,12-10-36 16,4-3 9-16,6-9 1 15,5-5 0-15,5-6-10 16,11-3 0-16,2-4-3 16,-1-6-24-16,9 1-2 15,-1-4 7-15,-1-3 1 16,4-3-15-16,4-4 0 16,0 2 8-16,0-2-45 15,27 0 7-15,16-19-69 0,14-14-409 16</inkml:trace>
  </inkml:traceGroup>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40:57.225"/>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E2B46624-4692-424B-897D-C40A363A1C6D}" emma:medium="tactile" emma:mode="ink">
          <msink:context xmlns:msink="http://schemas.microsoft.com/ink/2010/main" type="writingRegion" rotatedBoundingBox="5651,7625 1920,11146 -365,8723 3364,5202"/>
        </emma:interpretation>
      </emma:emma>
    </inkml:annotationXML>
    <inkml:traceGroup>
      <inkml:annotationXML>
        <emma:emma xmlns:emma="http://www.w3.org/2003/04/emma" version="1.0">
          <emma:interpretation id="{9EFB1D30-8BB9-4A28-8A0C-93F8DDE47066}" emma:medium="tactile" emma:mode="ink">
            <msink:context xmlns:msink="http://schemas.microsoft.com/ink/2010/main" type="paragraph" rotatedBoundingBox="4251,9167 578,10019 380,9167 4053,8315" alignmentLevel="2"/>
          </emma:interpretation>
        </emma:emma>
      </inkml:annotationXML>
      <inkml:traceGroup>
        <inkml:annotationXML>
          <emma:emma xmlns:emma="http://www.w3.org/2003/04/emma" version="1.0">
            <emma:interpretation id="{F3A8F519-D284-43D5-9F46-D7F9A9E1473D}" emma:medium="tactile" emma:mode="ink">
              <msink:context xmlns:msink="http://schemas.microsoft.com/ink/2010/main" type="line" rotatedBoundingBox="4251,9167 578,10019 380,9167 4053,8315"/>
            </emma:interpretation>
          </emma:emma>
        </inkml:annotationXML>
        <inkml:traceGroup>
          <inkml:annotationXML>
            <emma:emma xmlns:emma="http://www.w3.org/2003/04/emma" version="1.0">
              <emma:interpretation id="{38D234AB-3917-4ECE-B561-BD7DECEA6249}" emma:medium="tactile" emma:mode="ink">
                <msink:context xmlns:msink="http://schemas.microsoft.com/ink/2010/main" type="inkWord" rotatedBoundingBox="4251,9167 578,10019 380,9167 4053,8315"/>
              </emma:interpretation>
              <emma:one-of disjunction-type="recognition" id="oneOf0">
                <emma:interpretation id="interp0" emma:lang="" emma:confidence="1">
                  <emma:literal/>
                </emma:interpretation>
              </emma:one-of>
            </emma:emma>
          </inkml:annotationXML>
          <inkml:trace contextRef="#ctx0" brushRef="#br0">1333 15 636 0,'0'0'140'0,"0"0"30"16,0 0-64-16,0 0-27 16,0 0-79-16,216-153-20 0,-151 113-49 15,21 3-138-15,-23 5 47 16,-13 9-62-16</inkml:trace>
          <inkml:trace contextRef="#ctx0" brushRef="#br0" timeOffset="-188.7553">1532-349 142 0,'0'0'508'0,"0"0"-317"16,0 0 42-16,0 0-108 16,0 211-38-16,0-139 28 15,10 3-57-15,9 2-3 16,-1-3-11-16,7-2-21 16,0-4 38-16,7-13-61 15,2-12 1-15,-3-11 11 16,6-13 1-16,-5-6-13 15,-4-9 0-15,-3-4 6 16,-3 0-14-16,-2 0-47 0,-15-14-58 16,-5-25 21-16,0 7-90 15,-5-4-189-15</inkml:trace>
          <inkml:trace contextRef="#ctx0" brushRef="#br0" timeOffset="352.1658">1942-93 165 0,'0'0'186'16,"0"0"-10"-16,0 0-15 16,99 211-2-16,-67-152 15 15,3-9-102-15,-2-13 2 16,-8-3-24-16,-3-9-21 15,-4-8 36-15,-8-4-64 16,-1-4 0-16,-9-7 12 16,0 2-2-16,0-4-11 15,0 0 10-15,0 3-9 0,0-3 60 16,-5 0-32-16,-5 0-13 16,-2-9 35-16,5-17-39 15,7-10 18-15,0-11-28 16,0-12 14-16,0-11-9 15,12-3-7-15,5-4 0 16,1 0-25-16,1 6 35 16,-4 11-23-16,1 7 13 15,6 12-35-15,0 9 25 16,3 4-51-16,0 15-30 16,0 13-6-16,-7 0-181 15,-3 10-86-15</inkml:trace>
          <inkml:trace contextRef="#ctx0" brushRef="#br0" timeOffset="556.2363">2531-86 165 0,'0'0'265'16,"0"0"-56"-16,0 0 18 15,0 0-104-15,0 188-77 16,1-158 52-16,8-8-57 15,-6-7-27-15,6-3 4 16,-6-7-7-16,-3-5-22 16,0 0-25-16,0 0-163 0,0-13-205 15</inkml:trace>
          <inkml:trace contextRef="#ctx0" brushRef="#br0" timeOffset="1259.5562">2833-161 459 0,'0'0'173'16,"0"0"-42"-16,0 0 27 15,0 0-44-15,0 0 0 16,0 0-59-16,0 0-30 16,123-184 63-16,-122 160-63 15,-1 9-3-15,0 11 17 16,-1 4-39-16,-35 0 0 0,-7 28-7 16,-12 13 7-16,8 12-9 15,10-2 10-15,17-3-1 16,20-6 0-16,0-10 1 15,10-9 7-15,32-10-8 16,6-9 0-16,14-4 43 16,7 0-42-16,1-19 30 15,0-15-13-15,-1-2-18 16,-7 0 26-16,-5-5-26 16,-4 3 0-16,2-1-6 15,-8 3 16-15,0 8-10 16,-4 6 0-16,-7 16 2 0,-3 6-9 15,-5 0 7-15,-1 14 0 16,-3 22-2-16,-6 2 12 16,-5 5-4-16,-9-1 16 15,-4-5-22-15,0-1 39 16,-20-6-39-16,-19-2 0 16,-4-4 19-16,1-7-4 15,-5 0-27-15,0-4 12 16,-23 9-94-16,15-3-1 15,0-2-196-15</inkml:trace>
          <inkml:trace contextRef="#ctx0" brushRef="#br0" timeOffset="750.2003">2531-467 772 0,'0'0'166'0,"0"0"45"15,0 0-111-15,0 0-45 16,0 0-23-16,0 0-32 16,0 0 0-16,25-50-21 15,3 50-87-15,-6 0-24 16,-5 26-203-16,-17 2-405 0</inkml:trace>
          <inkml:trace contextRef="#ctx0" brushRef="#br0" timeOffset="-512.9634">256 368 552 0,'0'0'177'16,"0"0"-51"-16,0 0-6 16,0 0-22-16,0 0-57 15,0 0 24-15,0 0-28 16,66-104-11-16,-56 67 38 16,-5-8-64-16,-5 0 1 15,0 4 16-15,-5 3-17 16,-24 8 0-16,-7 11 0 15,-5 12 0-15,-5 7-12 16,-1 22 7-16,-3 33-3 0,8 16-12 16,15 11 21-16,12 7-1 15,15-10 0-15,0-8 7 16,42-12 9-16,15-15-16 16,11-18 0-16,4-15 39 15,3-11-39-15,1 0 44 16,-11 0-27-16,-7-22 1 15,-7-3 21-15,-13-9-39 16,-1 2 0-16,-5 0 4 16,-2 0 6-16,-9 9-5 15,-7 10 8-15,1 13-7 16,-3 0-8-16,4 5 2 0,3 27 0 16,4 4-7-1,-6 8 20-15,-4-6-9 0,2-4-4 16,-5-6 0-16,-1-9 3 15,-3-2-3-15,1-11 0 16,-4-3 3-16,2-3 7 16,-1 0 15-16,7-20-25 15,9-14 1-15,4-11 4 16,14-10-5-16,1-4-14 16,-2 6 1-16,-1 12 11 15,-14 18-5-15,-5 14 7 16,-5 9-12-16,-2 0-8 15,1 15 20-15,-4 11 0 16,3 2-6-16,-5-1 25 16,0-5-23-16,0-3 4 0,-2-6-3 15,1-2-28-15,-1-8 30 16,2 1-47-16,2-4 13 16,-1 0-49-16,16-7 12 15,0-17-147-15,-4 1-182 0</inkml:trace>
        </inkml:traceGroup>
      </inkml:traceGroup>
    </inkml:traceGroup>
    <inkml:traceGroup>
      <inkml:annotationXML>
        <emma:emma xmlns:emma="http://www.w3.org/2003/04/emma" version="1.0">
          <emma:interpretation id="{243DE5AF-81E4-4E36-97FE-C1E2A13CA7B3}" emma:medium="tactile" emma:mode="ink">
            <msink:context xmlns:msink="http://schemas.microsoft.com/ink/2010/main" type="paragraph" rotatedBoundingBox="4304,6198 1523,8823 583,7827 3364,5202" alignmentLevel="1"/>
          </emma:interpretation>
        </emma:emma>
      </inkml:annotationXML>
      <inkml:traceGroup>
        <inkml:annotationXML>
          <emma:emma xmlns:emma="http://www.w3.org/2003/04/emma" version="1.0">
            <emma:interpretation id="{351DA664-28BD-45A1-8E9E-A5B2D4FC40A0}" emma:medium="tactile" emma:mode="ink">
              <msink:context xmlns:msink="http://schemas.microsoft.com/ink/2010/main" type="line" rotatedBoundingBox="4304,6198 1523,8823 583,7827 3364,5202"/>
            </emma:interpretation>
          </emma:emma>
        </inkml:annotationXML>
        <inkml:traceGroup>
          <inkml:annotationXML>
            <emma:emma xmlns:emma="http://www.w3.org/2003/04/emma" version="1.0">
              <emma:interpretation id="{0F51A262-5EC2-4531-B634-1E9A948A1329}" emma:medium="tactile" emma:mode="ink">
                <msink:context xmlns:msink="http://schemas.microsoft.com/ink/2010/main" type="inkWord" rotatedBoundingBox="2663,7747 1523,8823 606,7850 1745,6775"/>
              </emma:interpretation>
              <emma:one-of disjunction-type="recognition" id="oneOf1">
                <emma:interpretation id="interp1" emma:lang="" emma:confidence="0.5">
                  <emma:literal>.</emma:literal>
                </emma:interpretation>
                <emma:interpretation id="interp2" emma:lang="" emma:confidence="0">
                  <emma:literal>@</emma:literal>
                </emma:interpretation>
                <emma:interpretation id="interp3" emma:lang="" emma:confidence="0">
                  <emma:literal>E</emma:literal>
                </emma:interpretation>
                <emma:interpretation id="interp4" emma:lang="" emma:confidence="0">
                  <emma:literal>I</emma:literal>
                </emma:interpretation>
                <emma:interpretation id="interp5" emma:lang="" emma:confidence="0">
                  <emma:literal>1</emma:literal>
                </emma:interpretation>
              </emma:one-of>
            </emma:emma>
          </inkml:annotationXML>
          <inkml:trace contextRef="#ctx0" brushRef="#br0" timeOffset="-1502.5666">594-1550 565 0,'0'0'112'0,"0"0"34"0,0 0-35 15,0 0-20-15,-197 202 15 16,160-138-76-16,15-2 9 15,16-6-17-15,6-8-15 16,0-8 37-16,13-12-44 16,22-9 0-16,-5-6 24 15,-1-9-23-15,4-4 21 16,-11 0 2-16,0-17-18 16,-9-15 26-16,-3-13-32 15,-2-2 0-15,-4-7-19 0,-4 2 8 16,0 6 4-16,0 11 6 15,-7 14 2-15,0 8 5 16,-1 9-6-16,-2 4-27 16,3 9 21-16,-1 27-6 15,1 6 12-15,7 3 0 16,0 1 1-16,0-7 11 16,19-3-12-16,4-13 0 15,9-10 21-15,-2-9-21 16,7-4 30-16,3 0 11 15,3-23-26-15,4-17 41 16,0-8-56-16,0-8 0 16,-4-10 13-16,-8-7-2 0,-1-4-11 15,-9-9 0-15,-8 0-6 16,-6-3-3-16,-7 7-20 16,-4 11 29-16,0 16-4 15,-10 14 13-15,-15 15-2 16,-7 12-7-16,5 14 0 15,-10 0-26-15,-1 36 25 16,-4 21-5-16,-1 12-16 16,1 20 34-16,10 6-12 15,10 4 0-15,19 2 0 16,3-3 7-16,7-15-7 16,36-8 0-16,11-12 9 15,14-18-2-15,7-13 18 16,11-17-22-16,-1-15 11 15,2 0 34-15,-5-24-47 0,-7-29-1 16,-11-16 19-16,-6-12-2 16,-9-13-23-16,-14-14 6 15,-10-5-22-15,-13-2 2 16,-12 7 13-16,0 18 7 16,0 18 15-16,-25 20-14 15,-1 19 14-15,5 20-15 16,-9 13-17-16,-1 7-9 15,-5 41 26-15,-4 14-2 16,6 12-12-16,6 14 28 16,14 1 7-16,14 2-21 15,0-9 0-15,7-5 29 16,28-10-29-16,12-8 0 0,8-8 6 16,12-6 6-1,3 1-24-15,27 16-39 0,-15-13-132 16,-20-8-154-16</inkml:trace>
        </inkml:traceGroup>
        <inkml:traceGroup>
          <inkml:annotationXML>
            <emma:emma xmlns:emma="http://www.w3.org/2003/04/emma" version="1.0">
              <emma:interpretation id="{058C7BD8-3A6B-4AB6-A782-C218A2A4A359}" emma:medium="tactile" emma:mode="ink">
                <msink:context xmlns:msink="http://schemas.microsoft.com/ink/2010/main" type="inkWord" rotatedBoundingBox="4018,5895 3433,6446 2780,5754 3364,5202">
                  <msink:destinationLink direction="with" ref="{DA14461E-E1D9-47D1-B890-9FBFBCE4C6EA}"/>
                </msink:context>
              </emma:interpretation>
              <emma:one-of disjunction-type="recognition" id="oneOf2">
                <emma:interpretation id="interp6" emma:lang="" emma:confidence="1">
                  <emma:literal/>
                </emma:interpretation>
              </emma:one-of>
            </emma:emma>
          </inkml:annotationXML>
          <inkml:trace contextRef="#ctx0" brushRef="#br0" timeOffset="-2832.642">2390-3453 355 0,'0'0'147'16,"0"0"-23"-16,0 0 28 15,0 0-61-15,0 0 0 16,0 0 9-16,0 0-35 16,-1-12 13-16,1 12-54 15,0 0 0-15,0-1 47 16,0-3-53-16,23-2 9 15,21-7 23-15,21-8-13 0,5-1 34 16,7-5-70-16,1-1 0 16,-2 4 10-16,-8-3 10 15,-9 5-21-15,-9 1 0 16,-13 6 8-16,-10 6 3 16,-16 1-11-16,-2 4 0 15,-6 4-18-15,-3 0 2 16,0 0 2-16,3 12-8 15,1 23 20-15,-4 20-18 16,0 15 20-16,0 10 0 16,0 6-3-16,-7-5 18 15,-8-6-15-15,2-6 1 16,-3-7 9-16,5-4 33 16,1-5-43-16,3-4 0 15,2-6 4-15,5-6 14 0,0-9-14 16,0-5-4-16,0-3-33 15,0-1 32-15,0-6-97 16,-17 6-55-16,-8-6-69 16,-8-3-547-16</inkml:trace>
        </inkml:traceGroup>
      </inkml:traceGroup>
    </inkml:traceGroup>
  </inkml:traceGroup>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40:59.602"/>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6057D3FC-1F35-4026-9EDB-E517968AA186}" emma:medium="tactile" emma:mode="ink">
          <msink:context xmlns:msink="http://schemas.microsoft.com/ink/2010/main" type="writingRegion" rotatedBoundingBox="568,10596 4419,9807 5400,14596 1549,15385"/>
        </emma:interpretation>
      </emma:emma>
    </inkml:annotationXML>
    <inkml:traceGroup>
      <inkml:annotationXML>
        <emma:emma xmlns:emma="http://www.w3.org/2003/04/emma" version="1.0">
          <emma:interpretation id="{1F532C51-3FE4-49D9-A89D-47C6BFDA15B0}" emma:medium="tactile" emma:mode="ink">
            <msink:context xmlns:msink="http://schemas.microsoft.com/ink/2010/main" type="paragraph" rotatedBoundingBox="1073,10492 2992,10099 3152,10879 1233,11272" alignmentLevel="1"/>
          </emma:interpretation>
        </emma:emma>
      </inkml:annotationXML>
      <inkml:traceGroup>
        <inkml:annotationXML>
          <emma:emma xmlns:emma="http://www.w3.org/2003/04/emma" version="1.0">
            <emma:interpretation id="{EB3AE99C-B00F-4E36-A3CD-5FD2FCA52E23}" emma:medium="tactile" emma:mode="ink">
              <msink:context xmlns:msink="http://schemas.microsoft.com/ink/2010/main" type="line" rotatedBoundingBox="1073,10492 2992,10099 3152,10879 1233,11272"/>
            </emma:interpretation>
          </emma:emma>
        </inkml:annotationXML>
        <inkml:traceGroup>
          <inkml:annotationXML>
            <emma:emma xmlns:emma="http://www.w3.org/2003/04/emma" version="1.0">
              <emma:interpretation id="{C00B664D-4273-4975-85A1-5D304A41C2F6}" emma:medium="tactile" emma:mode="ink">
                <msink:context xmlns:msink="http://schemas.microsoft.com/ink/2010/main" type="inkWord" rotatedBoundingBox="1073,10492 2992,10099 3152,10879 1233,11272"/>
              </emma:interpretation>
              <emma:one-of disjunction-type="recognition" id="oneOf0">
                <emma:interpretation id="interp0" emma:lang="" emma:confidence="0.5">
                  <emma:literal>.org</emma:literal>
                </emma:interpretation>
                <emma:interpretation id="interp1" emma:lang="" emma:confidence="0">
                  <emma:literal>•for</emma:literal>
                </emma:interpretation>
                <emma:interpretation id="interp2" emma:lang="" emma:confidence="0.5">
                  <emma:literal>. or</emma:literal>
                </emma:interpretation>
                <emma:interpretation id="interp3" emma:lang="" emma:confidence="0">
                  <emma:literal>•For</emma:literal>
                </emma:interpretation>
                <emma:interpretation id="interp4" emma:lang="" emma:confidence="0">
                  <emma:literal>. on</emma:literal>
                </emma:interpretation>
              </emma:one-of>
            </emma:emma>
          </inkml:annotationXML>
          <inkml:trace contextRef="#ctx0" brushRef="#br0">996 1517 403 0,'0'0'211'16,"0"0"-22"-16,0 0-16 0,0 0-28 16,0 0-71-1,0 0-48-15,0 0 56 0,-174-26-57 16,124 67 5-16,3 8 2 15,13 1-30-15,18-1 25 16,11-10-27-16,5-10 0 16,15-7-8-16,28-12 22 15,11-10-14-15,11 0 31 16,0-21-21-16,-8-13 17 16,-10-7-27-16,-14-6 0 15,-13 4-1-15,-18 2 1 16,-2 1-10-16,0 8 4 15,0 6 6-15,-12 13-15 16,-10 13 15-16,1 0-16 16,1 28-7-16,1 12 22 0,11 9 1 15,8-3 0-15,0-7 1 16,10-11-1-16,32-11 0 16,8-13 0-16,10-4 12 15,2-13-12-15,5-23 27 16,-12-8-11-16,-5-3-14 15,-6-9 24-15,-8-1-26 16,0-5 0-16,0-5-10 16,-4 7 11-16,-2 11-1 15,-5 13 18-15,-6 14-7 16,-6 20 2-16,2 2-13 16,2 15-13-16,5 26 0 15,-1 12 22-15,-2 11-9 0,-4 3 0 16,-5-7 9-16,-2-5-5 15,2-7-4-15,2-16 0 16,3-4-6-16,8-15 16 16,7-6-10-16,9-7 18 15,8 0-2-15,8-25 29 16,5-16-45-16,2-14 0 16,-8-9 9-16,-8-7 1 15,-12-2-10-15,-21 2 0 16,-13 12 0-16,0 12 19 15,-25 12-19-15,-25 21-1 16,-9 14-22-16,-1 2 12 16,2 38 10-16,11 14-6 0,17 8 7 15,13 2-10 1,17 5 10-16,12-3 0 0,41-6-22 16,23-5 32-16,22-6-20 15,18-5-39-15,41 1-108 16,-22-13 13-16,-31-2-544 0</inkml:trace>
        </inkml:traceGroup>
      </inkml:traceGroup>
    </inkml:traceGroup>
    <inkml:traceGroup>
      <inkml:annotationXML>
        <emma:emma xmlns:emma="http://www.w3.org/2003/04/emma" version="1.0">
          <emma:interpretation id="{E54BF8EC-DEBC-443D-A071-F489F192A830}" emma:medium="tactile" emma:mode="ink">
            <msink:context xmlns:msink="http://schemas.microsoft.com/ink/2010/main" type="paragraph" rotatedBoundingBox="818,11580 4702,11013 4853,12048 969,12615" alignmentLevel="1"/>
          </emma:interpretation>
        </emma:emma>
      </inkml:annotationXML>
      <inkml:traceGroup>
        <inkml:annotationXML>
          <emma:emma xmlns:emma="http://www.w3.org/2003/04/emma" version="1.0">
            <emma:interpretation id="{42754BC2-078B-4E94-848A-1EF9F9DCB6ED}" emma:medium="tactile" emma:mode="ink">
              <msink:context xmlns:msink="http://schemas.microsoft.com/ink/2010/main" type="line" rotatedBoundingBox="818,11580 4702,11013 4853,12048 969,12615"/>
            </emma:interpretation>
          </emma:emma>
        </inkml:annotationXML>
        <inkml:traceGroup>
          <inkml:annotationXML>
            <emma:emma xmlns:emma="http://www.w3.org/2003/04/emma" version="1.0">
              <emma:interpretation id="{D1BB40FF-E417-4583-AFC9-D7729B0FEEE8}" emma:medium="tactile" emma:mode="ink">
                <msink:context xmlns:msink="http://schemas.microsoft.com/ink/2010/main" type="inkWord" rotatedBoundingBox="818,11580 4702,11013 4853,12048 969,12615"/>
              </emma:interpretation>
              <emma:one-of disjunction-type="recognition" id="oneOf1">
                <emma:interpretation id="interp5" emma:lang="" emma:confidence="1">
                  <emma:literal/>
                </emma:interpretation>
              </emma:one-of>
            </emma:emma>
          </inkml:annotationXML>
          <inkml:trace contextRef="#ctx0" brushRef="#br0" timeOffset="1044.4357">1168 2935 715 0,'0'0'204'0,"0"0"-48"16,0 0-17-16,0 0-97 15,197-123 14-15,-163 90-25 0,-14 1-12 16,-9-1 47-1,-6 3-66-15,-5 1 0 0,0 11 6 16,-21 4-5-16,-16 11-2 16,-7 3 1-16,1 9 0 15,-2 27-3-15,3 9 3 16,17 1 0-16,12 3 27 16,13-6-13-16,0-5-7 15,21-2-7-15,26-10 0 16,10-7 3-16,12-14-3 15,11-5-19-15,2 0-30 16,-10 0-93-16,-4-9 1 16,-21-6-129-16,-17 2-55 0</inkml:trace>
          <inkml:trace contextRef="#ctx0" brushRef="#br0" timeOffset="698.6764">879 2601 325 0,'0'0'201'0,"0"0"31"16,0 0-72-16,-183 118-60 15,116-73 20-15,1-4-66 16,4-7 12-16,15-10-11 0,15-9-36 15,14-3 15-15,14-10-34 16,4-2 0-16,0 0-9 16,22 0 10-16,32 0-1 15,14 0 16-15,11 0-16 16,4 13 33-16,-12 7-33 16,-20 12 0-16,-17 14 6 15,-24 7 1-15,-10 2 6 16,0-1 9-16,-40 1-19 15,-10-10 36-15,-17-1-39 16,5-8 0-16,0-14-1 16,8-6 1-16,18-13-18 0,14-3-22 15,22-5-46 1,2-25-8-16,29-10-573 0</inkml:trace>
          <inkml:trace contextRef="#ctx0" brushRef="#br0" timeOffset="1383.0827">1810 2790 383 0,'0'0'290'16,"0"0"-144"-16,0 0-26 15,0 0 46-15,0 0-69 16,0 0-16-16,-149 203-81 16,149-166 16-16,0-15 9 15,0-7-18-15,25-7-4 16,5-8 47-16,-3 0-34 16,-7-4 38-16,-3-18-45 15,-5-7 0-15,-12-7 41 16,0 0-50-16,0-4 0 0,0 8-1 15,0 6 16-15,0 11-22 16,0 6 7-16,0 9-28 16,0 0 11-16,6 5 8 15,16 18 8-15,6-1-1 16,9 5 4-16,7-5 4 16,3-7-6-16,3-5-26 15,0-10 17-15,-2 0-72 16,11 0-46-16,-17-19-95 15,-10-4-176-15</inkml:trace>
          <inkml:trace contextRef="#ctx0" brushRef="#br0" timeOffset="1699.3307">2213 2710 215 0,'0'0'341'0,"0"0"-51"0,0 0-94 15,-7 168-38-15,7-111-86 16,0-12-31-16,0-5 40 16,0-11-62-16,7-11 13 15,-4-4-9-15,-3-11-13 16,0-3 75-16,0 0-11 16,0 0-4-16,4-28 25 15,4-19-94-15,4-8 6 16,8-9-7-16,2-12 8 0,3 3 0 15,3-9-8 1,6 7-5-16,4 7-28 0,2 14 6 16,0 13-47-16,-5 19-44 15,-1 22-58-15,-9 0-41 16,-10 20-396-16</inkml:trace>
          <inkml:trace contextRef="#ctx0" brushRef="#br0" timeOffset="2922.9863">2843 2438 548 0,'0'0'253'16,"0"0"-49"-16,0 0-18 0,-212 176-108 15,155-116-30-15,20-2 21 16,21-13-68-16,16-13 17 16,0-13-4-16,23-6 2 15,29-10 70-15,17-3-64 16,16-3-16-16,8-29 26 16,6-13-31-16,-14-5 13 15,-13-9-14-15,-13-3 0 16,-16-5 18-16,-18-3-18 15,-11-2-18-15,-14 2 12 16,0 10-10-16,0 15 15 16,-19 14 1-16,-4 15 0 0,-7 16-30 15,-5 5 30-15,-2 40-10 16,4 16-6-16,-6 19 26 16,11 15-11-16,4 9 1 15,9-1 0-15,14-2 37 16,1-13-37-16,0-10 8 15,1-20 21-15,14-16-18 16,-3-12 13-16,0-15-24 16,-9-7 0-16,-3-8 35 15,5 0-10-15,-3 0 26 16,6-30-23-16,5-6-9 16,6-10-37-16,6 1 18 15,-3 3-11-15,-1 14-11 0,-6 8 22 16,-1 10-16-16,-2 10 15 15,-4 0-21-15,12 0 6 16,2 13 7-16,3 4 8 16,3-2-14-16,1-5 15 15,4-5 0-15,1-5-1 16,9 0 8-16,9 0 6 16,1-17-13-16,-4-16 0 15,-6-5 6-15,-3-5-5 16,-14 0-1-16,-8 4 9 15,-16-1-2-15,-2 8 12 16,0 12-19-16,-20 8 0 16,-11 12-33-16,0 0 31 0,-3 17-8 15,6 19 10 1,3 5 0-16,16 1-9 0,9-2 9 16,0-10-10-16,9-7-13 15,31-8 23-15,10-6 0 16,15-9 13-16,7 0-12 15,3-5 8-15,-3-18-9 16,-6-3 0-16,-16 3 9 16,-14 0-8-16,-14 10-1 15,-7-1 6-15,-15 11-4 16,0 3 5-16,0 0-7 16,-26 13-16-16,-13 23-9 15,-4 4 27-15,6 5-2 0,15-2 0 16,10-9 7-16,12-7-17 15,0-5 10-15,27-12 0 16,13-7-9-16,7-3 18 16,0 0-9-16,-2-26 15 15,-1-10-14-15,-8-5 22 16,-11-14-23-16,-6-11 0 16,-13-8 5-16,-6-10-4 15,0-11-1-15,0-1 0 16,-10-4 9-16,-11 6-8 15,-3 4-1-15,1 15 0 16,4 22-10-16,4 14 19 0,5 13-9 16,7 16 4-1,3 6 5-15,0 4-18 0,0 0 3 16,0 14-8-16,7 21 2 16,14 18 24-16,8 7-8 15,-4 12-3-15,5 0 5 16,-1-4 7-16,-8 0-13 15,1-1-5-15,-9-2-9 16,-1 5-80-16,-12 30-34 16,0-18-46-16,0-9-431 0</inkml:trace>
        </inkml:traceGroup>
      </inkml:traceGroup>
    </inkml:traceGroup>
    <inkml:traceGroup>
      <inkml:annotationXML>
        <emma:emma xmlns:emma="http://www.w3.org/2003/04/emma" version="1.0">
          <emma:interpretation id="{4F05461E-47E0-4D85-A83A-AF5054E922D3}" emma:medium="tactile" emma:mode="ink">
            <msink:context xmlns:msink="http://schemas.microsoft.com/ink/2010/main" type="paragraph" rotatedBoundingBox="1209,15171 1959,12780 2884,13070 2133,15461" alignmentLevel="1"/>
          </emma:interpretation>
        </emma:emma>
      </inkml:annotationXML>
      <inkml:traceGroup>
        <inkml:annotationXML>
          <emma:emma xmlns:emma="http://www.w3.org/2003/04/emma" version="1.0">
            <emma:interpretation id="{029E6566-E9B7-4BFD-A6F2-F02B47333142}" emma:medium="tactile" emma:mode="ink">
              <msink:context xmlns:msink="http://schemas.microsoft.com/ink/2010/main" type="line" rotatedBoundingBox="1209,15171 1959,12780 2884,13070 2133,15461"/>
            </emma:interpretation>
          </emma:emma>
        </inkml:annotationXML>
        <inkml:traceGroup>
          <inkml:annotationXML>
            <emma:emma xmlns:emma="http://www.w3.org/2003/04/emma" version="1.0">
              <emma:interpretation id="{3310743B-6E36-411A-8EA1-376627C62E8D}" emma:medium="tactile" emma:mode="ink">
                <msink:context xmlns:msink="http://schemas.microsoft.com/ink/2010/main" type="inkWord" rotatedBoundingBox="1209,15171 1959,12780 2884,13070 2133,15461"/>
              </emma:interpretation>
              <emma:one-of disjunction-type="recognition" id="oneOf2">
                <emma:interpretation id="interp6" emma:lang="" emma:confidence="1">
                  <emma:literal/>
                </emma:interpretation>
              </emma:one-of>
            </emma:emma>
          </inkml:annotationXML>
          <inkml:trace contextRef="#ctx0" brushRef="#br0" timeOffset="4634.627">1154 5295 669 0,'0'0'272'0,"0"0"-160"15,0 0-71-15,0 0 51 16,0 0-19-16,32 253 34 16,-15-148-52-16,-7 3-43 0,2 0 63 15,-1-16-69-15,-1-7 10 16,-1-19 9-16,-2-17-24 15,-1-21 24-15,-2-11-25 16,-4-17 0-16,0 0 63 16,0-11-17-16,0-30-25 15,0-14-13-15,-7-21 3 16,2-11-17-16,5-20 6 16,0-14-34-16,0-7 14 15,27-10-22-15,9 10 4 16,0 14 25-16,0 29 13 15,-4 31 0-15,3 24 0 16,-1 28-2-16,2 2-21 16,0 18 23-16,-10 22 0 0,-6 7 0 15,-16 2 8-15,-4 6-1 16,-25-2-7-16,-26 2 0 16,-14-6 1-16,-3-2-1 15,7-8-27-15,15-3-66 16,16 1-55-16,18-15-97 15,7-5-317-15</inkml:trace>
          <inkml:trace contextRef="#ctx0" brushRef="#br0" timeOffset="5010.5705">1685 5589 658 0,'0'0'248'16,"0"0"-83"-16,0 0-58 16,-84 194-42-16,72-144-33 15,12-11 21-15,0-16-41 16,19-12 10-16,14-11 65 16,2 0-55-16,0-2 13 15,-1-24-16-15,-16-6-28 16,-8-2 34-16,-10-4-35 15,0-2 0-15,0 1-22 16,-6 5 17-16,-6 4 5 16,8 11 0-16,1 13 1 0,3 6-11 15,0 0-12-15,0 10 22 16,25 12-19-16,0 5 26 16,12-3-7-16,-5-5 0 15,3-6-49-15,5-5 0 16,7-8-89-16,-10 0-112 15,-9-4-277-15</inkml:trace>
          <inkml:trace contextRef="#ctx0" brushRef="#br0" timeOffset="5317.0589">2144 5554 576 0,'0'0'240'15,"0"0"8"-15,0 0-106 0,39 176-17 16,-34-136-53 0,2-10-54-16,1-10 72 0,-8-15-70 15,0-5 11-15,0 0 65 16,0 0-28-16,0-29 7 16,0-16-75-16,0-13 11 15,0-14 0-15,0-12-11 16,10-11 0-16,12-5-21 15,10-1 26-15,8 11-19 16,7 13-5-16,3 15-77 16,8 20 39-16,-4 21-97 15,-1 21-16-15,-9 17-133 0,-19 16-304 16</inkml:trace>
          <inkml:trace contextRef="#ctx0" brushRef="#br0" timeOffset="3472.7101">1399 3992 818 0,'0'0'243'16,"0"0"-100"-16,0 0-75 15,0 0 17-15,0 0-85 0,0 0 29 16,0 0 30-1,25 120-18-15,-7-56 40 0,2-4-81 16,-1-2 11-16,-1-7 2 16,-6-8-12-16,-6-10-2 15,-2-10-17-15,-4-6-83 16,0-8 28-16,0-9-69 16,-19 0-168-16,3 0-382 0</inkml:trace>
        </inkml:traceGroup>
      </inkml:traceGroup>
    </inkml:traceGroup>
    <inkml:traceGroup>
      <inkml:annotationXML>
        <emma:emma xmlns:emma="http://www.w3.org/2003/04/emma" version="1.0">
          <emma:interpretation id="{CA774320-5739-478C-9F89-B03E98CC5976}" emma:medium="tactile" emma:mode="ink">
            <msink:context xmlns:msink="http://schemas.microsoft.com/ink/2010/main" type="paragraph" rotatedBoundingBox="1849,14456 4666,13362 5133,14566 2316,15659" alignmentLevel="1"/>
          </emma:interpretation>
        </emma:emma>
      </inkml:annotationXML>
      <inkml:traceGroup>
        <inkml:annotationXML>
          <emma:emma xmlns:emma="http://www.w3.org/2003/04/emma" version="1.0">
            <emma:interpretation id="{5B7504B4-C1ED-4816-80A9-3C22EE2832C3}" emma:medium="tactile" emma:mode="ink">
              <msink:context xmlns:msink="http://schemas.microsoft.com/ink/2010/main" type="line" rotatedBoundingBox="1849,14456 4666,13362 5133,14566 2316,15659"/>
            </emma:interpretation>
          </emma:emma>
        </inkml:annotationXML>
        <inkml:traceGroup>
          <inkml:annotationXML>
            <emma:emma xmlns:emma="http://www.w3.org/2003/04/emma" version="1.0">
              <emma:interpretation id="{FC943995-B5A5-46B9-B181-97C5BC40DF48}" emma:medium="tactile" emma:mode="ink">
                <msink:context xmlns:msink="http://schemas.microsoft.com/ink/2010/main" type="inkWord" rotatedBoundingBox="1875,14522 3089,14051 3343,14707 2129,15178"/>
              </emma:interpretation>
              <emma:one-of disjunction-type="recognition" id="oneOf3">
                <emma:interpretation id="interp7" emma:lang="" emma:confidence="1">
                  <emma:literal/>
                </emma:interpretation>
              </emma:one-of>
            </emma:emma>
          </inkml:annotationXML>
          <inkml:trace contextRef="#ctx0" brushRef="#br0" timeOffset="3980.7805">1700 4356 170 0,'0'0'574'15,"0"0"-459"-15,0 0 11 0,0 0-3 16,0 0-65 0,0 0 24-16,0 0 23 0,0 45-20 15,0-52 23-15,1-21-105 16,9-16 7-16,9-10 4 16,6-14-8-16,5-10-6 15,8-7 0-15,3 8 10 16,-3 13-2-16,-5 14-8 15,-7 20 0-15,-5 25 18 16,8 5-16-16,4 13-2 16,6 27 0-16,2 5 9 15,-2 4 1-15,-4-2-10 16,-2-2 0-16,-7 4-19 16,-5 1-34-16,-16 14-51 0,-5-11-73 15,0-12-374-15</inkml:trace>
          <inkml:trace contextRef="#ctx0" brushRef="#br0" timeOffset="3642.9616">1477 3775 770 0,'0'0'224'0,"0"0"-91"16,0 0 16-16,0 0-107 15,0 0-15-15,0 0-27 16,0 0-13-16,-10-104-55 15,24 104-223-15,1 13-252 0</inkml:trace>
        </inkml:traceGroup>
        <inkml:traceGroup>
          <inkml:annotationXML>
            <emma:emma xmlns:emma="http://www.w3.org/2003/04/emma" version="1.0">
              <emma:interpretation id="{09FC4B11-EF8F-421A-AD67-935EB6D17830}" emma:medium="tactile" emma:mode="ink">
                <msink:context xmlns:msink="http://schemas.microsoft.com/ink/2010/main" type="inkWord" rotatedBoundingBox="2680,14133 4666,13362 5133,14566 3147,15337"/>
              </emma:interpretation>
              <emma:one-of disjunction-type="recognition" id="oneOf4">
                <emma:interpretation id="interp8" emma:lang="" emma:confidence="0.5">
                  <emma:literal>all</emma:literal>
                </emma:interpretation>
                <emma:interpretation id="interp9" emma:lang="" emma:confidence="0">
                  <emma:literal>able</emma:literal>
                </emma:interpretation>
                <emma:interpretation id="interp10" emma:lang="" emma:confidence="0">
                  <emma:literal>allele</emma:literal>
                </emma:interpretation>
                <emma:interpretation id="interp11" emma:lang="" emma:confidence="0">
                  <emma:literal>allot</emma:literal>
                </emma:interpretation>
                <emma:interpretation id="interp12" emma:lang="" emma:confidence="0">
                  <emma:literal>alls</emma:literal>
                </emma:interpretation>
              </emma:one-of>
            </emma:emma>
          </inkml:annotationXML>
          <inkml:trace contextRef="#ctx0" brushRef="#br0" timeOffset="6646.4492">2569 5616 725 0,'0'0'170'16,"0"0"-34"-16,0 0 9 15,0 0-112-15,0 0 0 16,-57 176-2-16,57-162-18 0,0-11 56 15,4-3-44 1,11 0-13-16,-2 0 62 0,7-13-68 16,-5-13 7-16,-3-10-8 15,0-3 3-15,-6-3 2 16,3 1-10-16,-4 9 0 16,-5 9-10-16,0 10 10 15,1 9 0-15,-1 4-6 16,7 0 6-16,5 14-10 15,5 8 10-15,8-3 0 16,8-6-10-16,7-3 17 16,7-10-7-16,0 0 14 15,0 0-13-15,-9-23 48 16,-3-9-49-16,-1-8 0 16,-9-6 14-16,-3-8-4 0,-7-5-10 15,-5-8 0-15,-2-8 2 16,-5-7-17-16,-3-1 5 15,0 2-7-15,0 9-1 16,0 13 26-16,-11 25-8 16,-3 14 0-16,-8 18 7 15,-1 2-20-15,-9 19 4 16,1 28 8-16,2 15-21 16,4 14 22-16,13 7 0 15,9 1 0-15,3 1 8 16,12-13 3-16,23-8-11 15,12-17 0-15,8-11 10 0,-2-11 3 16,1-20-11-16,-2-5 11 16,-7 0-12-16,-2-19 26 15,-3-16-27-15,-9-10 0 16,-3-10-6-16,-13-11 16 16,5-8-10-16,-8-9 0 15,-6 0-16-15,-2 1 3 16,-4 15-11-16,0 14 24 15,0 15-19-15,0 20 19 16,0 14 0-16,-7 4-15 16,-5 17 15-16,-1 26-17 15,3 15 17-15,10 18 0 16,0 0-13-16,0-1 23 16,23-3-10-16,11-14 0 15,4-8 0-15,2-11 6 0,-3-12-6 16,-3-12 0-16,-3-8-8 15,-4-7 29-15,-3 0-18 16,-4 0-3-16,-2-21 8 16,-3-3 1-16,-5 1-9 15,-5-3 0-15,-5 4-7 16,0 0 13-16,0 7-12 16,-5 7-9-16,-12 8-5 15,-4 0-8-15,-4 0 23 16,1 21-10-16,8 3 8 15,9-2-15-15,3-3 21 16,4 2-10-16,0-12 11 16,7 0-8-16,22-5 8 0,2-4 0 15,10 0 23-15,2-4-23 16,4-22 25-16,-4-2-25 16,4-8 0-16,-3-12 25 15,-1-3-25-15,-4-7 0 16,4-10-1-16,-6-8 15 15,-2-1-15-15,-10 0 1 16,-3-4 0-16,-11 3-3 16,-4 3 3-16,-7 7 0 15,0 6 6-15,0 6 5 16,0 15-8-16,-15 5-3 16,-2 6 0-16,-3 11 8 0,0 14-8 15,-2 5 0-15,1 0-1 16,-6 32 2-16,4 18-14 15,3 27 13-15,8 11 0 16,3 14 38-16,9 13-18 16,0-4 11-16,19 0 1 15,21-3-24-15,3-15 43 16,9-9-51-16,0-11 0 16,-3-11 1-16,-3-11 0 15,-7-12-2-15,-11-11-10 16,-6-7-63-16,-9-8 6 15,-8-11-72-15,-1-2-86 16,-4 0-138-16</inkml:trace>
        </inkml:traceGroup>
      </inkml:traceGroup>
    </inkml:traceGroup>
  </inkml:traceGroup>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00:05.908"/>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C79FFCFB-9F09-4190-A5A9-190FEF1A9B08}" emma:medium="tactile" emma:mode="ink">
          <msink:context xmlns:msink="http://schemas.microsoft.com/ink/2010/main" type="writingRegion" rotatedBoundingBox="9111,12012 8965,12639 8392,12505 8539,11878"/>
        </emma:interpretation>
      </emma:emma>
    </inkml:annotationXML>
    <inkml:traceGroup>
      <inkml:annotationXML>
        <emma:emma xmlns:emma="http://www.w3.org/2003/04/emma" version="1.0">
          <emma:interpretation id="{A6939471-2CE2-4E0B-B846-87058A621F47}" emma:medium="tactile" emma:mode="ink">
            <msink:context xmlns:msink="http://schemas.microsoft.com/ink/2010/main" type="paragraph" rotatedBoundingBox="9111,12012 8965,12639 8392,12505 8539,11878" alignmentLevel="1"/>
          </emma:interpretation>
        </emma:emma>
      </inkml:annotationXML>
      <inkml:traceGroup>
        <inkml:annotationXML>
          <emma:emma xmlns:emma="http://www.w3.org/2003/04/emma" version="1.0">
            <emma:interpretation id="{A031B6F0-BA5D-446B-8195-4B7473C284A5}" emma:medium="tactile" emma:mode="ink">
              <msink:context xmlns:msink="http://schemas.microsoft.com/ink/2010/main" type="line" rotatedBoundingBox="9111,12012 8965,12639 8392,12505 8539,11878"/>
            </emma:interpretation>
          </emma:emma>
        </inkml:annotationXML>
        <inkml:traceGroup>
          <inkml:annotationXML>
            <emma:emma xmlns:emma="http://www.w3.org/2003/04/emma" version="1.0">
              <emma:interpretation id="{1FCDB41C-B59B-46DA-98E0-98E7A057634F}" emma:medium="tactile" emma:mode="ink">
                <msink:context xmlns:msink="http://schemas.microsoft.com/ink/2010/main" type="inkWord" rotatedBoundingBox="9111,12012 8965,12639 8392,12505 8539,11878"/>
              </emma:interpretation>
              <emma:one-of disjunction-type="recognition" id="oneOf0">
                <emma:interpretation id="interp0" emma:lang="" emma:confidence="0.5">
                  <emma:literal>B</emma:literal>
                </emma:interpretation>
                <emma:interpretation id="interp1" emma:lang="" emma:confidence="0">
                  <emma:literal>.</emma:literal>
                </emma:interpretation>
                <emma:interpretation id="interp2" emma:lang="" emma:confidence="0">
                  <emma:literal>D</emma:literal>
                </emma:interpretation>
                <emma:interpretation id="interp3" emma:lang="" emma:confidence="0">
                  <emma:literal>&amp;</emma:literal>
                </emma:interpretation>
                <emma:interpretation id="interp4" emma:lang="" emma:confidence="0">
                  <emma:literal>,</emma:literal>
                </emma:interpretation>
              </emma:one-of>
            </emma:emma>
          </inkml:annotationXML>
          <inkml:trace contextRef="#ctx0" brushRef="#br0">-1187 930 225 0,'0'0'191'0,"0"0"-67"16,0 0-91-1,0 0 43-15,0 0 12 0,0 0-44 16,0 0 61-16,0-21-72 0,0 21-14 16,0 0 29-1,0-2-22-15,0 2-26 0,0 0 0 16,0 0 27-1,0 0-61-15,0 0 34 0,0 2 0 16,0 15 8 0,0 5 27-16,0-3-35 0,10 0 7 15,5 2 22 1,4-2 16-16,-1-1-38 0,7-1-5 16,0-2 22-16,0-1 2 15,4-1-26-15,-2-3 5 16,3 1 22-16,-4-5-8 15,3 2-19-15,-1-7 0 16,1-1-7-16,1 0 27 16,-8 0-20-16,-9 0 0 15,-3 0 23-15,-2 0-27 16,-8 0 4-16,4 0 0 0,-4 0-22 16,0 4 28-1,0-4-6-15,0 0 0 0,0 0 9 16,0 4-37-1,0 2 28-15,0 1 0 0,0 3-11 16,-14 3 31 0,-4 0-20-16,-5 2 0 0,-1 6 11 15,-4-3-19 1,-9 3 8-16,0 4 0 0,-5-3-1 16,2 1 28-16,-3-1-27 15,3-3 0-15,1-1 6 16,6-5-13-16,8-7 7 15,5-1 0-15,4 3-1 16,5-4 21-16,4-4-20 16,4 2 0-16,3-2 0 15,0 0-16-15,0 0 16 0,0 0 0 16,0 0 0-16,0 3 23 16,0-3-23-1,0 0 0-15,0 0 1 0,0 0-2 16,0 0 2-16,0 0-1 15,0 0 0-15,0 0 13 16,0 0-15-16,16 0 2 16,10 0 0-16,0 0-14 15,6 0 20-15,0 0-6 16,5 0 0-16,-6-9 20 16,6-4-21-16,-3 0 1 15,-4-2 0-15,-7-3-15 16,-1 5 17-16,-2-4-2 0,-5 2 0 15,0-2 29-15,-2 2-38 16,2-6 9-16,-9 6 0 16,4-2-18-16,-7 6 24 15,-3-3-6-15,0 1 0 16,0 0 21-16,0-4-33 16,0 4 12-16,-13-2 0 15,-8-2-29-15,-2 4 33 16,0-3-4-16,-6 3 0 0,4 0 25 15,-7-1-37-15,2 1 12 16,2 4 0-16,-1-1-26 16,1-1 36-1,3 2-10-15,6 3 0 16,1-1 28-16,3 5-40 16,8-6 12-16,-3 2 0 0,5 3-21 15,2-3 34 1,0 0-13-16,3 3 0 0,-4-5 30 15,4 2-40-15,-1-3 10 16,1 2 0-16,-5 1-23 0,5-2 33 16,0 3-10-1,-5 1 0-15,1-5 29 0,3 3-51 16,-11-2 22 0,-3-1-4-16,5 3-37 15,-2-1 37-15,5 1 4 16,1 2 0-16,1 4 17 0,5 0-43 15,0 0 26-15,0 0 0 16,0 0-32-16,0 0 16 16,0 0 16-1,0 0 0-15,8 10 23 0,9 7-30 16,9 2 7-16,5-1 0 16,-1 3-15-16,3 2 33 15,-1-5-18-15,0 1 0 16,1 0 30-16,-6-2-31 15,5 2 1-15,-9-6 0 16,-1 0-16-16,-7 0 30 16,0-5-14-16,-5-2 0 15,0 0 21-15,-2-2-26 16,-1 0 5-16,-4-4 0 0,-1 3-13 16,-2-3 31-1,0 2-18-15,0-2 0 0,0 0 17 16,0 4-40-16,0 0 23 15,0 1 0-15,0 5-22 16,-5 3 38-16,-20 4-16 16,-7 6 0-16,-6-1 19 15,-11 4-19-15,2-1 0 16,1 5 0-16,2-6-9 16,7 3 34-16,6-1-25 15,9-6 0-15,2-3 16 16,11-8-29-16,3-1 13 0,1-3 0 15,5-5-12 1,0 4 29-16,0-4-17 16,0 0 0-16,-4 4 6 0,4-4-19 15,0 0 13-15,-3 0 0 16,0 2-7-16,3 2 29 16,0-4-22-1,0 3 0-15,0-3 0 0,-4 0-9 16,4 2 9-16,-3-2 0 15,-5 4-2-15,1 3 19 16,0-5-17-16,-5 6 0 16,6-4 0-16,-1-2-15 0,2-2 17 15,5 3-2 1,0-3 0-16,0 0 32 16,0 0-32-16,0 0 0 15,0 0 6-15,0 0-12 0,0 0 6 16,0-3 0-16,8-7 0 15,2-3 22-15,9-2-29 16,-1-6 7-16,7 2 0 16,-1-4-23-16,8 0 24 15,-9 3-1-15,-1-3 0 16,-1 0 10-16,-2 5-20 16,-4-1 10-16,-2-4 0 15,-1 4-24-15,-5-1 30 0,-1-3-6 16,-2 4 0-16,-4-7 13 15,0-1-27-15,0 0 14 16,0-1-6-16,-10-2-32 16,-12 2 18-16,0 3 20 15,0-1 0-15,1 3 22 16,-1 3-32 0,0 7 10-16,9 1 0 15,-2 1-23-15,5 5 30 0,0 3-7 16,8 1 0-16,2 2 32 15,0 0-42-15,0 0 10 16,0 0 0-16,0 0-26 0,0 0 27 16,0 0-1-16,0 0 0 15,0 0 13-15,0 0-30 16,0 0 17-16,0 0 0 16,0 0-28-1,0 0 41-15,2 2-13 16,11 11 0-16,5-4 29 15,-1 8-42-15,8 0 13 16,0-2 0-16,5 6-4 0,-1-2 16 16,3-1-12-16,4 5 0 15,-7-4 36-15,-1 0-48 16,1 1 12-16,-14-5 0 16,0 2-29-16,-5-3 39 15,-2 0-10-15,-8-5 0 16,0-1 25-16,0 1-37 15,0-3 12-15,0 1 0 16,-3 3-24-16,-19 3-21 0,-16 9-42 16,-4-3-164-16,10-2-310 15</inkml:trace>
        </inkml:traceGroup>
      </inkml:traceGroup>
    </inkml:traceGroup>
  </inkml:traceGroup>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57:40.644"/>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C85B2C09-42F9-4EAE-A671-C46FBE830D2E}" emma:medium="tactile" emma:mode="ink">
          <msink:context xmlns:msink="http://schemas.microsoft.com/ink/2010/main" type="inkDrawing" rotatedBoundingBox="10668,12851 11592,12981 11515,13529 10591,13398" semanticType="callout" shapeName="Other">
            <msink:sourceLink direction="to" ref="{8E2C4FB3-C803-42F2-94CB-B01FC335E168}"/>
            <msink:sourceLink direction="from" ref="{8E2C4FB3-C803-42F2-94CB-B01FC335E168}"/>
          </msink:context>
        </emma:interpretation>
      </emma:emma>
    </inkml:annotationXML>
    <inkml:trace contextRef="#ctx0" brushRef="#br0">1113 1907 179 0,'0'0'107'16,"0"0"-16"-16,0 0-35 15,0 0-36-15,0 0 65 16,0 0-53-16,0 0 36 16,0 0 31-16,0 0-61 15,0 0 53-15,0 0-71 16,0 0-7-16,-4 0-19 0,-9 8 25 15,-14 18-19-15,-5 12 46 16,-6 15-24-16,-5 2 42 16,-6 3 20-16,7 0-66 15,5-8 43-15,9-12-46 16,10-8-8-16,3-8 9 16,13-8 19-16,-3-9-35 15,5-1 0-15,0-4 0 16,0 0 26-16,0 0-11 15,0 0 8-15,0 0 32 16,0-6-38-16,12-14 15 16,8-9-32-16,6-2 0 15,-1-5-15-15,1-8 17 16,-1 4-2-16,-4 2 0 16,1 3 11-16,-3 3-21 15,-3 5 10-15,-6 1 0 16,2 7-19-16,0 0 27 0,-2 5-8 15,-4 1 0-15,6 4 20 16,-5-1-27 0,5 3 7-16,-2-3 0 15,1 5-13-15,3-3 14 0,-3 3-1 16,8 1 0-16,-3 0 32 16,6 0-35-16,0 4 3 15,6 0 0-15,2 4-25 16,2 26 34-16,5 8-9 15,-2 12 0-15,2 2 42 16,-2-1-37-16,-2-2-5 16,-1-8 1-16,-3-7 26 0,-4-8-4 15,-3-9-18-15,-4-4 12 16,-3-8 18-16,-8-5-15 16,4 4-20-16,-4-4 0 15,0 0-6-15,4 0 12 16,4 0-6-16,-3 0 0 15,12 0-109-15,-11 0 42 16,-1 13-88-16,-12 6-257 16,0 4-309-16</inkml:trace>
  </inkml:traceGroup>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57:39.631"/>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84C2E000-35CD-4DA7-9857-FA324A5EB889}" emma:medium="tactile" emma:mode="ink">
          <msink:context xmlns:msink="http://schemas.microsoft.com/ink/2010/main" type="inkDrawing" rotatedBoundingBox="10978,12837 10994,13878 10976,13879 10960,12838" semanticType="callout" shapeName="Other">
            <msink:sourceLink direction="with" ref="{D9EA5575-B381-46E5-BC8F-D609BE5E3568}"/>
            <msink:sourceLink direction="with" ref="{8E2C4FB3-C803-42F2-94CB-B01FC335E168}"/>
          </msink:context>
        </emma:interpretation>
      </emma:emma>
    </inkml:annotationXML>
    <inkml:trace contextRef="#ctx0" brushRef="#br0">1134 1805 459 0,'0'0'179'0,"0"0"-74"16,0 0-56-16,0 0 57 16,0 0-73-16,0 0 13 0,0 0 41 15,0 0-81 1,0 0 52-16,0 0-12 16,0 0-45-16,0 0 42 15,0 0-43-15,0 0 0 16,0 0-7-16,0 8 37 15,0 13-30-15,0 7 3 0,4 11 19 16,4 15 27-16,-4 14-48 16,-4 11 24-16,0 9 27 15,0 3-27-15,0-6-2 16,0-12-16-16,0-7 17 16,0-6 12-16,0-12-27 15,0-4-9-15,0-5 11 16,0-7 23-16,0-2-34 15,3-7 0-15,-3-3 13 16,0-7-16-16,3 0 3 16,-3-4 0-16,0-5-1 0,2 0 24 15,-2-2-23-15,0-2 0 16,0 0 10-16,0 0-7 16,0 0-3-16,0 0 0 15,0 0-1-15,0 0-98 16,0 0 58-1,0-2-59-15,-2-34-78 16,-8 1-30-16,7-6-331 0</inkml:trace>
  </inkml:traceGroup>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00:03.221"/>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7FC3854B-046A-4292-924C-D4E10BA16AAC}" emma:medium="tactile" emma:mode="ink">
          <msink:context xmlns:msink="http://schemas.microsoft.com/ink/2010/main" type="inkDrawing" rotatedBoundingBox="4990,12098 8861,12195 8859,12278 4987,12181" semanticType="underline" shapeName="Other">
            <msink:sourceLink direction="with" ref="{1D9060C0-8D29-4C5D-A19C-C4546E3C1BB6}"/>
            <msink:sourceLink direction="with" ref="{D9EA5575-B381-46E5-BC8F-D609BE5E3568}"/>
          </msink:context>
        </emma:interpretation>
      </emma:emma>
    </inkml:annotationXML>
    <inkml:trace contextRef="#ctx0" brushRef="#br0">-4 8 208 0,'0'0'166'0,"0"0"-114"16,0 0 30-16,0 0-6 16,0 0-60-16,0 0 65 15,0 0-38-15,0-8-30 16,0 8 35-16,0 0-35 0,0 0-4 15,0 0 18 1,0 0-11-16,0 0 32 0,0 0-19 16,0 0-29-1,0 0 45-15,0 0-32 0,0 0-13 16,0 0 0-16,0 0 27 16,8 0-27-16,9 0 0 15,1 0 0-15,6 4 22 16,2 0 1-16,-1-3-15 0,9 3 18 15,-2 0-2-15,4 2 13 16,1-3-37-16,2 5 2 16,1-2 11-16,-2 0 3 15,-1 2-16 1,3 1 0-16,-5-1 34 0,5-3-38 16,1-1 4-16,-3 2 0 15,7-3-9-15,4-3 22 16,3 4-13-16,-2-4 0 15,0 0 29-15,-2 0-43 16,4 2 14-16,-5-2 0 16,-7 4-26-16,0 0 42 15,-8-3-16-15,0 3 0 16,-5-4 24-16,-6 0-38 16,-1 4 14-16,2-4 0 15,0 0-23-15,-4 0 36 16,4 0-13-16,-4 0 0 15,4 0 24-15,3 0-32 0,-3 0 8 16,3 0 0-16,0 0-22 16,-3 0 31-1,0 0-9-15,-1 0 0 0,1 0 20 16,3 0-32-16,4 0 12 16,-1 0 0-16,4 0-20 15,1 0 26-15,4 0-6 16,2 0 0-16,4 4 14 15,1-2-15-15,2 1 1 16,1 1 0-16,2-4-22 16,3 0 35-16,-6 0-13 15,6 0 0-15,-2 0 16 16,-6 0-23-16,3 0 7 16,-4 0 0-16,-4 0-19 15,4 0 28-15,-6 4-9 16,1-2 0-16,-4 2 16 0,-2-1-22 15,1-3 6-15,-1 0 0 16,5 0-16-16,-2 0 29 16,3 0-13-16,4 0 0 15,0 2 13-15,-2-2-36 0,3 4 23 16,1 0 0-16,-1-1-6 16,7-1 23-1,4-2-17-15,1 0 0 16,-1 0 2-16,-1 0-7 15,2 0 5-15,-4 0 0 0,0 0-10 16,-5 0 25-16,0 0-15 16,1 0 0-1,-3 0 0-15,-1-5-7 0,-3 1 7 16,-5 0 0-16,-6 2-1 16,-4-1 13-16,-7-1-13 0,1 4 1 15,-9 0 0 1,-2-2-10-16,-5 2 10 15,1 0 0-15,-1-4 0 16,2 4 14-16,2 0-15 16,-2-4 1-16,3 4 0 15,-1-3-19-15,1 3 20 16,2 0-1-16,-1 0 0 16,-3 0-16-16,-2 0 6 0,-1 0-34 15,-3-2-105-15,0 2-59 16,0-4-334-16</inkml:trace>
  </inkml:traceGroup>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00:43.605"/>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1D9060C0-8D29-4C5D-A19C-C4546E3C1BB6}" emma:medium="tactile" emma:mode="ink">
          <msink:context xmlns:msink="http://schemas.microsoft.com/ink/2010/main" type="inkDrawing" rotatedBoundingBox="3949,11906 4175,10249 5437,10421 5211,12078" hotPoints="5379,11234 4620,11993 3861,11234 4620,10476" semanticType="enclosure" shapeName="Circle">
            <msink:destinationLink direction="with" ref="{7FC3854B-046A-4292-924C-D4E10BA16AAC}"/>
            <msink:destinationLink direction="with" ref="{01E4D904-1369-42C8-9EA1-60FB5BC09E44}"/>
          </msink:context>
        </emma:interpretation>
      </emma:emma>
    </inkml:annotationXML>
    <inkml:trace contextRef="#ctx0" brushRef="#br0">529 85 36 0,'0'0'126'15,"0"0"-106"-15,-10 0 23 16,3 0-43-16,-1 0 0 15,4 0 8-15,-2 0 7 16,2-2 1-16,-4 2 2 16,1 0-5-16,1 0 8 15,-9 0-21-15,1 0 0 0,-1 0 34 16,-5 6-24-16,0 7 21 16,-2 0-7-16,1 0-12 15,-1 3 34-15,2 5-46 16,1-6 0-16,1 2 15 15,3 2 6-15,5 1-21 16,-5 3 0-16,5 2 19 16,-5 5 12-16,5 2-31 15,-2 3 0-15,7 8 8 16,-8 2 23-16,-1 0-29 16,-1 4 25-16,2 0-18 15,-2-8 36-15,0 2-45 16,1-4 0-16,6-7-3 15,1 2 19-15,1-6-16 16,2-2 0-16,-1 3 14 0,5-3-17 0,-3 0 3 16,3 3 0-16,-3 3-10 15,-4-1 16-15,4 1-6 16,-6-6 0-16,2-4 17 16,4-3-24-16,0-2 7 15,3-2 0-15,0 2-14 16,0 2 28-16,0 4-14 15,0-1 0-15,3 5 7 16,12 0-20-16,-1 1 13 16,1-2 0-16,3 4-1 0,-1-1 19 15,1-1-18-15,-3-2 0 16,4 1 7-16,-9-5-12 16,5-3 5-16,-2 3 0 15,2-7 15-15,-2-2 15 16,6 4-24-16,-1-8 0 15,4 1 4-15,6-3 84 16,1-5-61-16,1-2 0 16,5 0-8-16,2 0 12 15,-2 0-35-15,5 0-2 16,0 0 1-16,-5 0 0 16,-1 0 0-16,-6 0-1 0,1 0 0 15,-1-2 26-15,-1-5-27 16,1 1 1-16,-4-2 0 15,7-1-9-15,-4-4 12 16,7 0-3-16,1-1 0 16,-2-2 26-16,-4 0-28 15,-1-1 2-15,-3-2 0 16,0 0-9-16,-3-2 9 16,3-1 0-16,-3-3 0 15,3-1 32-15,2 0-32 16,-6-3 0-16,-1-1 0 15,2-3-12-15,-2 5 27 16,-8-6-15 0,3 2 4-16,2 4 36 15,-7-4-31-15,-4-4-9 0,-2 4 13 16,-4-3 2-16,0-6-1 16,0 5-14-16,0-3 0 15,0 1 29-15,0-1-30 16,-5 1 1-16,-9-1 0 15,4-2-15-15,-1 5 25 16,-3 1-10-16,4-1 0 16,-5 6 28-16,-2-4-38 15,7 2 10-15,-3 6 0 16,-2 3-22-16,5 3 32 16,-5 2-10-16,5-3 0 0,-5 2 26 15,0-4-35-15,3-3 9 16,-5 2 0-16,7-3-21 15,-5 5 31-15,5-1-10 16,-5 6 0-16,5 2 29 16,-5 2-45-16,-3 0 16 15,3-1 0-15,1 4-23 16,-1 1 33-16,-3-2-10 16,1 1 0-16,-5 1 26 15,-1-1-42-15,-4 3 16 16,0 1 0-16,11-3-23 15,-4 1 34-15,5 3-11 16,3-5 0-16,0 3 31 0,-1 1-49 16,-2-1 18-16,3 1 0 15,5 2-24-15,-3 0 34 16,2 4-10-16,-2 0 0 16,-2 0 25-16,-1 0-44 15,1 0 19-15,4 0 0 16,-7 0-32-16,-4 0 43 15,1 0-11-15,0 8 0 16,-2 1 25-16,-1 4-44 16,0 1 19-16,-1 3 0 15,0-6-27-15,2 2 40 16,-2-2-13-16,2 1 0 0,4-1 29 16,-3-2-45-16,1 5 16 15,4 0 0-15,3-5-26 16,1 4 37-16,3-3-11 15,0 3 0-15,2 0 18 0,-1-2-30 16,-1 2 12 0,-1 1 0-16,1-1-22 0,4-4 31 15,-6 4-9-15,6 0 0 16,-4 1 22-16,0-3-34 16,-1 6 12-16,5 0 0 15,-4-4-20-15,4-2 27 16,-6 2-7-16,6 1 0 15,0 0 23-15,1 3-34 16,-3-2 11-16,2 5 0 16,-4-1-18-16,2 4 24 15,2-3-6-15,-6-1 0 16,8 0 23-16,-8-4-30 16,3 2 7-16,2 0 0 15,-3-2-20-15,2-2 30 0,2 4-10 16,-4-2 0-16,4-2 19 15,-2 1-29-15,2 0 10 16,3-1 0-16,-5 0-18 16,5 0 28-16,-2 0-10 15,-1 0 0-15,-4 3 18 16,2-3-28-16,-2 4 10 16,4-2 0-16,0 0-16 15,-1 2 26-15,-1 0-10 16,2-2 0-16,3-2 17 15,-3 4-28-15,3-4 11 16,0 0 0-16,0 1-15 16,0-3 24-16,-4 3-9 0,4-1 0 15,0 4 14 1,-3-2-28-16,3 6 14 0,0-6 0 31,0 1-10-31,0-2 26 0,0-3-16 16,0 0 0-16,0 1 10 15,0-1-26-15,0-2 16 16,0 1 0-16,0-1-9 16,0 4 25-16,0-3-16 15,0-1 0-15,0 2 1 16,0 1-11-16,0 2 10 16,0-1 0-16,0-4-1 15,0 4 15-15,0 1-14 16,0-5 0-16,0 4 0 15,0-3-14-15,0 1 14 16,0-2 0-16,0 1-2 16,0-1 19-16,0 1-17 0,0-1 0 15,0 0 0 1,0 1-13-16,0 1 13 0,0-2 0 16,3 1 0-16,-3-5 15 15,4 3-16-15,-1 1 1 16,0-3 0-16,2 2-12 15,-1-3 13-15,2 3-1 16,-2-6 0-16,4 5 18 16,-5-1-20-16,4-2 2 15,-5 3 0-15,6-5-17 16,0 5 18-16,-1-1-1 16,1-1 0-16,-4 0 21 15,3 3-29-15,-6-4 8 16,4 1 0-16,4-1-16 15,-3 2 24-15,1-2-8 0,0-1 0 16,1-1 20-16,-3 6-30 16,0-6 10-16,2 1 0 15,4 1-16-15,-1 0 23 16,2-4-7-16,-2 2 0 16,-1 2 25-16,1-1-37 15,-7-3 12-15,5 4 0 16,-1-2-20-16,-4-2 27 15,1 4-7-15,4-4 0 16,-1 3 26-16,3-3-33 0,8 0 7 16,-1 2 0-16,3-2-25 15,2 4 35-15,-6 0-10 16,3 0 0-16,-1-2 28 16,1 5-41-16,2-3 13 15,1-2 0-15,-5 1-23 16,5 1 31-16,-1-2-8 15,-4 2 0-15,6-4 31 16,-8 0-46-16,-1 4 15 0,1-4 0 16,-2 0-24-16,2 0 38 15,0 0-14-15,-1 0 0 16,4 0 32-16,4 0-48 16,0-4 16-16,3-6 0 15,3-3-17-15,-3 0 28 16,2-2-11-16,-7-2 0 15,2-2 37-15,0 2-53 16,-4 0 16-16,0 1 0 16,1 3-26-16,-1-4 39 15,-6 4-13-15,3 0 0 16,2 4 29-16,-2-1-45 16,-7 1 16-16,0 1-2 0,-1 3-25 15,0-1-41-15,-4-7-39 16,2 2-119-16,-5 3-136 0</inkml:trace>
  </inkml:traceGroup>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00:56.744"/>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7805EE18-636F-48CC-9EEB-3D24A680140C}" emma:medium="tactile" emma:mode="ink">
          <msink:context xmlns:msink="http://schemas.microsoft.com/ink/2010/main" type="writingRegion" rotatedBoundingBox="355,13717 4115,12505 5118,15615 1357,16827"/>
        </emma:interpretation>
      </emma:emma>
    </inkml:annotationXML>
    <inkml:traceGroup>
      <inkml:annotationXML>
        <emma:emma xmlns:emma="http://www.w3.org/2003/04/emma" version="1.0">
          <emma:interpretation id="{5ABB9C0D-5C44-4480-9598-F87319E161F4}" emma:medium="tactile" emma:mode="ink">
            <msink:context xmlns:msink="http://schemas.microsoft.com/ink/2010/main" type="paragraph" rotatedBoundingBox="1048,13265 4312,12928 4417,13941 1153,14278" alignmentLevel="2"/>
          </emma:interpretation>
        </emma:emma>
      </inkml:annotationXML>
      <inkml:traceGroup>
        <inkml:annotationXML>
          <emma:emma xmlns:emma="http://www.w3.org/2003/04/emma" version="1.0">
            <emma:interpretation id="{49F3C724-0E9C-4A1D-8DA8-ED438ADE3570}" emma:medium="tactile" emma:mode="ink">
              <msink:context xmlns:msink="http://schemas.microsoft.com/ink/2010/main" type="line" rotatedBoundingBox="1048,13265 4312,12928 4417,13941 1153,14278"/>
            </emma:interpretation>
          </emma:emma>
        </inkml:annotationXML>
        <inkml:traceGroup>
          <inkml:annotationXML>
            <emma:emma xmlns:emma="http://www.w3.org/2003/04/emma" version="1.0">
              <emma:interpretation id="{4A46DD36-084F-4C60-B6CC-1A2E47E36C78}" emma:medium="tactile" emma:mode="ink">
                <msink:context xmlns:msink="http://schemas.microsoft.com/ink/2010/main" type="inkWord" rotatedBoundingBox="1048,13265 4312,12928 4417,13941 1153,14278">
                  <msink:destinationLink direction="with" ref="{01E4D904-1369-42C8-9EA1-60FB5BC09E44}"/>
                </msink:context>
              </emma:interpretation>
              <emma:one-of disjunction-type="recognition" id="oneOf0">
                <emma:interpretation id="interp0" emma:lang="" emma:confidence="0.5">
                  <emma:literal>is</emma:literal>
                </emma:interpretation>
                <emma:interpretation id="interp1" emma:lang="" emma:confidence="0">
                  <emma:literal>-s</emma:literal>
                </emma:interpretation>
                <emma:interpretation id="interp2" emma:lang="" emma:confidence="0">
                  <emma:literal>-8</emma:literal>
                </emma:interpretation>
                <emma:interpretation id="interp3" emma:lang="" emma:confidence="0">
                  <emma:literal>is:</emma:literal>
                </emma:interpretation>
                <emma:interpretation id="interp4" emma:lang="" emma:confidence="0">
                  <emma:literal>is'</emma:literal>
                </emma:interpretation>
              </emma:one-of>
            </emma:emma>
          </inkml:annotationXML>
          <inkml:trace contextRef="#ctx0" brushRef="#br0">2506-334 191 0,'0'0'383'0,"0"0"-204"15,0 0-4-15,0 0 3 16,0 0-142-16,0 0 55 0,0 0-45 16,10-57-45-16,2 48 39 15,0 3-40-15,-4 6-1 16,1 0-11-16,-9 4-140 15,0 19-65-15,0 1-152 0</inkml:trace>
          <inkml:trace contextRef="#ctx0" brushRef="#br0" timeOffset="-888.1045">2622-328 447 0,'0'0'49'0,"0"0"-49"15,0 0-72-15,0 0-239 0</inkml:trace>
          <inkml:trace contextRef="#ctx0" brushRef="#br0" timeOffset="-266.2315">2891-19 405 0,'0'0'119'0,"0"0"17"0,0 0-42 15,0 0-54-15,0 0 43 16,0 0-60-16,0 0 13 16,62 141 32-16,-65-128-45 15,-19-2 62-15,0-6-69 16,4 3-13-16,-1-4 19 16,9-4-6-16,7 1-16 15,3-1 0-15,0 4-77 16,0 0 52-16,28-2-34 15,16 2 24-15,13-1 28 16,5 1-51-16,-9 9 58 16,-9-1-10-16,-11 12 20 15,-16 0-20-15,-9 3 10 0,-8 1 0 16,0-2 51-16,-33-3-35 16,-6 0 36-16,-9-7 34 15,3-2-85-15,-4-4 69 16,7-4-64-16,9-6 2 15,8 0 11-15,6 0 4 16,9 0-23-16,10 0 0 16,0-14 26-16,0-5-26 15,4-8 0-15,24-5 0 16,12-9-18-16,4-4 25 16,3-13-7-16,3-6 0 15,-7 1 17-15,-6-3-21 16,-9 5 4-16,-3 13 0 0,-11 7-10 15,-4 15 36 1,-5 11-26-16,-5 7 10 0,0 6 20 16,0 2-43-16,0 0 13 15,0 0-8-15,0 2-20 16,0 19 7-16,0 1 20 16,0 2-18-16,0-1-106 15,0-1 72-15,0-5-135 16,0-8-97-16</inkml:trace>
          <inkml:trace contextRef="#ctx0" brushRef="#br0" timeOffset="-1394.59">2239 68 454 0,'0'0'157'0,"0"0"-82"0,0 0 57 15,0 0-47-15,0 0-11 16,0 0 43-16,-224 71-100 16,189-51 38-16,6-5-27 15,11-2-5-15,6-2-16 16,9-5-7-16,3 0 0 16,0 5-23-16,0-2 39 15,28 1-16-15,9-5 0 16,10 3 24-16,0-4-47 15,-1 1 23-15,-5-1 0 16,-13 2-23-16,-10 7 9 0,-8 2 14 16,-10 6 0-16,0 1 7 15,0 3 0-15,-25 5-7 16,-11-3 0-16,0-1 21 16,1-1 7-16,-5-5-28 15,7-4 0-15,4-3 3 16,4-10-15-16,10-3-109 15,12 0-222-15</inkml:trace>
          <inkml:trace contextRef="#ctx0" brushRef="#br0" timeOffset="-1076.5637">2423-40 624 0,'0'0'171'0,"0"0"-137"15,0 0 52-15,0 0 47 16,0 0-122-16,0 0 74 16,0 0-35-16,78 117-42 15,-69-104 63-15,-3 2-65 16,1 2 0-16,-7 2-6 15,0-1 30-15,0-3-44 16,0-2 14-16,0 4-83 16,0-11-8-16,0 1-198 15,0-7-482-15</inkml:trace>
          <inkml:trace contextRef="#ctx0" brushRef="#br0" timeOffset="-4328.7076">120 362 98 0,'0'0'117'0,"0"0"-49"15,0 0 40-15,0 0-34 16,0 0 9-16,0 0 23 16,0 0-53-16,-8-41 67 15,8 37-6-15,0 4-65 0,-5 0 61 16,5 0-65-16,0 0-23 16,0 0-22-16,0 0 7 15,-2 9-7-15,2 21 0 16,0 6 22-16,0 3 13 15,0 4-35-15,0-5 0 16,0 1 4-16,0-7 20 16,0-4-24-16,0-1 0 15,2-5 22-15,-2-5-22 16,0-8 0-16,5 1 0 16,-5-6-10-16,0-4 32 15,0 4-22-15,0-4 7 16,0 0 15-16,0 0 35 0,0 0-56 15,0-12-1-15,-14-10 0 16,3-7 26-16,-3-3-26 16,3-7 0-16,4-6 16 15,4-4-34-15,3-7 18 16,0 2 0-16,0-5-16 16,0 5-7-16,10 1 23 15,5 12 0-15,0 0 9 16,5 6-31-16,1 8 22 15,5 3 0 1,-5 7-9-16,8 7 21 16,-3 10-21-16,-5 0 9 15,5 0-1-15,-11 23-33 0,2 5 34 16,-10 6 0-16,-4-2-7 16,-3 1 23-16,0-7-16 15,0 1 0-15,-3-5 2 16,-21 1-13-16,-2 3 11 15,-15-1 0-15,-5 1 0 16,1-3-14-16,-7-1 1 16,12-3-46-16,11-2-112 15,17-8-14-15,6-2-79 16,6-7-316-16</inkml:trace>
          <inkml:trace contextRef="#ctx0" brushRef="#br0" timeOffset="-3792.2829">637 213 553 0,'0'0'147'0,"0"0"-96"16,0 0-18-16,0 0 104 15,0 0-60-15,0 0 0 0,0 0-4 16,-167 179-61-16,158-154 28 16,9-4-40-16,0-6 2 15,0-5 21-15,0-7-4 16,12 1-6-16,1-4 35 15,2 0-40-15,0 0 49 16,0-19-57-16,9-5 0 16,-6-2-5-16,-3 0 16 15,-1 0-11-15,-6 7 0 0,-1 2 29 16,-2 8-43-16,-5 5 14 16,0 4 0-16,0 0-29 15,0 0 12-15,0 0 17 16,0 0 0-16,0 0 16 15,0 7-34-15,1 7 18 16,3-5 0-16,1 0-21 16,2-3 34-16,-1 5-13 0,3-5 0 15,4-2 30 1,5 1-68-16,4-1 28 0,13-4-93 16,2 0-46-16,-9 0-265 15</inkml:trace>
          <inkml:trace contextRef="#ctx0" brushRef="#br0" timeOffset="6898.05">1063 159 74 0,'0'0'78'0,"0"0"-29"15,0 0-10-15,0 0 36 16,0 0-57-16,0 0 29 15,0-8 29-15,0 8-51 0,0-2 50 16,0-1-38-16,0-2-14 16,0 3 36-16,0-2-58 15,0-3 57-15,0 5 7 16,0-2-65-16,0 0 95 16,0 1-48-16,0 1-24 15,0-6 78-15,0 6-94 16,0-5 32-16,-6 3 26 15,-1 2-64-15,-13 2 33 0,-4 0-34 16,-12 15 0-16,-11 21 4 16,-3 8 12-16,4 1-16 15,5-3 0-15,16-5 29 16,15-7-42-16,10-7 13 16,0-6 0-16,13-4-9 15,30-7 28-15,13-6-19 16,7 0 0-16,2-17 4 15,-3-15-24-15,-15-4 10 16,-19-2-26-16,-12 6 24 16,-16-1-49-16,0 8 61 15,0 3 13-15,-19 5 14 16,1 6 8-16,-1 4-35 0,8 7 12 16,-3 0-38-16,8 3 26 15,2 21 0-15,4 8 0 16,0 11 36-16,19 2-39 15,12 2 3-15,6 6 0 16,5-1 0-16,1-3 19 16,-1 0-19-16,-15-4 13 15,-5-4 16-15,-11-5-9 16,-7-2-20-16,-4-9 0 16,-4-4-10-16,-26-8 35 15,-11-2-25-15,-3-7 0 16,1-4 39-16,2 0-29 15,13 0-10-15,6-4 0 16,7-11-11-16,9-5 27 0,6 0-16 16,0-3 0-16,20-9 30 15,25-3-47-15,20-11 17 0,10-4 0 16,12-9-31 0,-5 2 36-16,-2-1-5 15,-16 3 0-15,-17 4 21 0,-14 6-29 16,-14 9 8-16,-18 5 0 15,-1 9-15-15,0 9 30 16,-15 3-15-16,-1 10 0 16,-6 0 1-16,5 0-33 15,2 0 32-15,5 19 0 16,10 11-22-16,0-1 28 16,0 1-6-16,17 2 0 15,23-5 23-15,10-5-24 16,9-5 1-16,6-9-51 15,3-1 8-15,-4-3-234 16,-17-2-3-16,-17-2-277 0</inkml:trace>
        </inkml:traceGroup>
      </inkml:traceGroup>
    </inkml:traceGroup>
    <inkml:traceGroup>
      <inkml:annotationXML>
        <emma:emma xmlns:emma="http://www.w3.org/2003/04/emma" version="1.0">
          <emma:interpretation id="{2244FD8D-3C74-46B2-BF9A-6DA4AEFC9F67}" emma:medium="tactile" emma:mode="ink">
            <msink:context xmlns:msink="http://schemas.microsoft.com/ink/2010/main" type="paragraph" rotatedBoundingBox="960,14982 1432,14627 1800,15118 1328,15472" alignmentLevel="1"/>
          </emma:interpretation>
        </emma:emma>
      </inkml:annotationXML>
      <inkml:traceGroup>
        <inkml:annotationXML>
          <emma:emma xmlns:emma="http://www.w3.org/2003/04/emma" version="1.0">
            <emma:interpretation id="{27C75F50-D1B8-43D9-A3B5-1F0AEA873CF6}" emma:medium="tactile" emma:mode="ink">
              <msink:context xmlns:msink="http://schemas.microsoft.com/ink/2010/main" type="line" rotatedBoundingBox="960,14982 1432,14627 1800,15118 1328,15472"/>
            </emma:interpretation>
          </emma:emma>
        </inkml:annotationXML>
        <inkml:traceGroup>
          <inkml:annotationXML>
            <emma:emma xmlns:emma="http://www.w3.org/2003/04/emma" version="1.0">
              <emma:interpretation id="{B057E34A-7399-4D4E-A20B-F71BFF60742A}" emma:medium="tactile" emma:mode="ink">
                <msink:context xmlns:msink="http://schemas.microsoft.com/ink/2010/main" type="inkWord" rotatedBoundingBox="960,14982 1432,14627 1800,15118 1328,15472"/>
              </emma:interpretation>
              <emma:one-of disjunction-type="recognition" id="oneOf1">
                <emma:interpretation id="interp5" emma:lang="" emma:confidence="1">
                  <emma:literal/>
                </emma:interpretation>
              </emma:one-of>
            </emma:emma>
          </inkml:annotationXML>
          <inkml:trace contextRef="#ctx0" brushRef="#br0" timeOffset="692.4914">58 1640 681 0,'0'0'193'0,"0"0"-43"16,0 0-2-16,0 0-147 16,0 0 25-16,0 0-20 15,0 0 17-15,10 62 30 0,5-24-40 16,-6 5-13-16,6-1 34 15,-2-2-13-15,-6-4-21 16,-1-10 0-16,6 1 30 16,-3-11-37-16,-4 1 7 15,16-7-93-15,1-3-37 16,0-7-242-16</inkml:trace>
          <inkml:trace contextRef="#ctx0" brushRef="#br0" timeOffset="1221.8977">495 1451 696 0,'0'0'147'0,"0"0"-45"15,0 0 26-15,0 0-111 0,0 0 44 16,0 0-61-16,0 0 17 16,-55 72-4-16,80-52-4 15,5 4-9-15,1-1 4 16,-2-5 35-16,-4-1-36 15,-10-4 4-15,-5-7 2 16,-2 2 45-16,-8-7-44 16,0-1-3-16,0 4 2 15,0 0 24-15,0 2-33 16,0 7 0-16,-3 6-32 16,-27 30 31-16,10-8-145 15,2-1-231-15</inkml:trace>
          <inkml:trace contextRef="#ctx0" brushRef="#br0" timeOffset="893.8395">235 1342 818 0,'0'0'198'0,"0"0"-142"15,0 0 118-15,0 0-125 16,0 0-37-16,0 0-7 0,0 0-5 15,-15-38-10-15,15 38-84 16,7 19-166-16,8 0-58 0</inkml:trace>
        </inkml:traceGroup>
      </inkml:traceGroup>
    </inkml:traceGroup>
    <inkml:traceGroup>
      <inkml:annotationXML>
        <emma:emma xmlns:emma="http://www.w3.org/2003/04/emma" version="1.0">
          <emma:interpretation id="{16FF59F3-8892-46EA-A528-76175CDEF84A}" emma:medium="tactile" emma:mode="ink">
            <msink:context xmlns:msink="http://schemas.microsoft.com/ink/2010/main" type="paragraph" rotatedBoundingBox="1065,15921 3658,15086 3950,15991 1357,16827" alignmentLevel="1"/>
          </emma:interpretation>
        </emma:emma>
      </inkml:annotationXML>
      <inkml:traceGroup>
        <inkml:annotationXML>
          <emma:emma xmlns:emma="http://www.w3.org/2003/04/emma" version="1.0">
            <emma:interpretation id="{27489A64-A191-4074-9077-448AF3DE5408}" emma:medium="tactile" emma:mode="ink">
              <msink:context xmlns:msink="http://schemas.microsoft.com/ink/2010/main" type="line" rotatedBoundingBox="1065,15921 3658,15086 3950,15991 1357,16827"/>
            </emma:interpretation>
          </emma:emma>
        </inkml:annotationXML>
        <inkml:traceGroup>
          <inkml:annotationXML>
            <emma:emma xmlns:emma="http://www.w3.org/2003/04/emma" version="1.0">
              <emma:interpretation id="{AC229BA8-1E61-4048-A30C-30314A874BC6}" emma:medium="tactile" emma:mode="ink">
                <msink:context xmlns:msink="http://schemas.microsoft.com/ink/2010/main" type="inkWord" rotatedBoundingBox="1065,15921 3658,15086 3950,15991 1357,16827"/>
              </emma:interpretation>
              <emma:one-of disjunction-type="recognition" id="oneOf2">
                <emma:interpretation id="interp6" emma:lang="" emma:confidence="1">
                  <emma:literal/>
                </emma:interpretation>
              </emma:one-of>
            </emma:emma>
          </inkml:annotationXML>
          <inkml:trace contextRef="#ctx0" brushRef="#br0" timeOffset="1749.0673">368 2552 707 0,'0'0'205'0,"0"0"-128"0,0 0-8 16,-184 66 51-16,140-31-108 16,11-5 23-16,16-4-28 15,14-4 28-15,3-5-27 16,3-2-8-16,30-1 0 15,14-5-6-15,3 4 18 16,4 0-12-16,-11-1 0 16,-4 5 23-16,-12 1-35 15,-7 3 12-15,-12 2 0 16,-8-1 0-16,0 2 29 0,-7-2-29 16,-29 5 3-1,-8-1 32-15,-6-3-70 0,3-5 10 16,4-8-127-16,14-6-131 15,13-4-510-15</inkml:trace>
          <inkml:trace contextRef="#ctx0" brushRef="#br0" timeOffset="3018.667">560 2770 692 0,'0'0'159'0,"0"0"-74"16,0 0 19-16,0 0-4 15,0 0-99-15,0 0 40 16,0 0-30-16,18 156 9 16,-18-156 53-16,2 0-37 15,6 0-3-15,2-13-14 16,9-17-17-16,6-8-3 15,3-1 1-15,-3 1-3 16,2 8-11-16,-13 12 14 16,1 8 0-16,-5 6-9 15,1 4-4-15,-4 0 13 0,5 6 0 16,-7 11 9 0,6 0-31-16,-6-6 22 0,2 0-9 15,1-5-4-15,-3-2-40 16,11-4 53-16,7 0 0 15,4 0-17-15,13-23-12 16,7-7 19-16,6-2 9 16,9-4-17-16,0 6-6 15,-9 5 24-15,-9 5 0 16,-19 14 10-16,-7 2-4 16,-8 4-6-16,-3 0 0 15,1 0-10-15,3 4 31 16,4 2-21-16,6 5 9 15,4-5 0-15,7-1 34 0,2-5-34 16,2 0-3-16,-4 0 40 16,-3 0-36-16,-4-9 38 15,-7-4-35-15,-1 0 0 16,-5 3 38-16,-6 1-41 16,-6 3-1-16,0 2-9 15,0 4-5-15,0 0-3 16,-10 0 7-16,-12 23 1 15,-3-1-16-15,7 8 16 16,8-5-14 0,5-3 6-16,5-4-35 15,0-5 36-15,12-7 7 16,13-6 0-16,0 0 1 16,3 0 11-16,-3-23-12 15,2-6 0-15,-7-3 27 16,-1-3-27-16,-4 1 0 15,-5 4 0-15,0 4-15 16,-9 5 21-16,3 10-6 0,-1 3 0 16,0 8 16-16,9 0-28 15,1 0 12-15,13 0 0 16,7 0-20-16,5 0 32 16,9 0-12-16,7-9 0 15,-2-10 30-15,-4-3-31 16,1-9 1-16,-8-5 0 15,-7-3-6-15,-7-6 21 16,-11-2-15-16,-4-11 0 16,-9-5 39-16,-3-1-49 15,0 2 10-15,0 8 0 16,-10 9-3-16,-5 12 26 0,-3 12-21 16,-1 17-2-1,-6 4-10-15,0 12-8 0,-3 30 18 16,1 12 0-16,12 14-30 15,13 11 43-15,2 4-13 16,2-2 0-16,37-6 32 16,7-11-44-16,8-11 12 15,4-17 0-15,6-18-20 16,-2-14 33-16,0-4-13 16,-9-9 11-16,-9-25 18 15,-13-8-13-15,-5-7-16 16,-15-5 0-16,-7-4-13 15,-4-10 29-15,0 1-16 16,0 7 0-16,-9 8 31 16,-6 18-1-16,2 13-30 0,3 19 2 15,0 2-25-15,-5 25-11 16,5 26 34-16,-2 14 0 16,9 11 23-16,3 5-35 15,0-8 12-15,0 2 0 0,10-6-17 16,6-11-2-16,8-8-22 15,8-5-47-15,-7-13-95 16,1-11-161-16</inkml:trace>
        </inkml:traceGroup>
      </inkml:traceGroup>
    </inkml:traceGroup>
  </inkml:traceGroup>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57:38.303"/>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D9EA5575-B381-46E5-BC8F-D609BE5E3568}" emma:medium="tactile" emma:mode="ink">
          <msink:context xmlns:msink="http://schemas.microsoft.com/ink/2010/main" type="inkDrawing" rotatedBoundingBox="9425,12229 10600,10659 12092,11775 10917,13346" hotPoints="11606,12066 10691,12980 9776,12066 10691,11151" semanticType="enclosure" shapeName="Circle">
            <msink:destinationLink direction="with" ref="{7FC3854B-046A-4292-924C-D4E10BA16AAC}"/>
            <msink:destinationLink direction="with" ref="{84C2E000-35CD-4DA7-9857-FA324A5EB889}"/>
          </msink:context>
        </emma:interpretation>
      </emma:emma>
    </inkml:annotationXML>
    <inkml:trace contextRef="#ctx0" brushRef="#br0">1305 28 199 0,'0'0'129'0,"0"0"-99"0,0 0 22 16,0 0 26-16,0 0-58 15,0 0 36-15,0 0-5 16,0 0-50-16,0 0 64 16,0 0-57-16,0 0 7 0,-5 0 41 15,5 0-56-15,-3 0 49 16,-4 0-31-16,4-4 1 16,-9 0-19-16,2 2 1 15,-2-5-1 1,-5 3 7-16,-3 4 16 15,0-2-23-15,-5 2 0 16,-3 0 9-16,-6 0-1 16,3 0-7-16,-6 0-1 0,5 0 53 15,-5 0-37-15,2 0 4 16,2 0-20-16,4 0 16 16,1 0-16-16,-1 0 1 15,3 2-1-15,-1 9 5 16,0-1 22-16,2-1-27 15,-3 4 0-15,-1 0 10 16,-4 2-14-16,1 2 4 16,4 2 0-16,-4-4 0 15,2 6 32-15,1-2-32 0,-4-1 0 16,4 9 7-16,-7-1-4 16,2 0 10-16,-4 7-13 15,3-2 3-15,6-7 29 16,-1 2-32-16,15-5 0 15,-2-4 2-15,2 4-10 16,8-3 9-16,2-1-1 0,-5-2 2 16,5 2 31-1,-3 2-30-15,0 5-3 0,1-2 7 16,-1 8 2 0,-2 2-2-16,3 0-7 15,0 0 0-15,-1 0 19 16,1-2-20-16,1-3 1 15,-3-1 0-15,4-1-9 16,0 2 10-16,2-5-1 0,-1 1 0 16,4-2 18-16,-5 1-18 15,5 3 0-15,0 1 0 16,-3 2-4-16,0 6 6 16,-1-6-2-16,1 5 0 15,3-3 23-15,-3-3-29 16,3 1 6-16,0-2 0 15,0-1-13-15,0-3 14 16,0 5-1-16,0-5 0 0,0-1 18 16,0 1-20-16,0-2 2 15,0-1 0-15,6 2-16 16,4-2 24-16,2-1-8 16,-2 3 0-16,0-2 18 15,7-2-19-15,-2 2 1 16,-3-1 0-1,8 1-20-15,-7-2 27 16,5-4-7-16,4 1 0 0,0-1 19 16,0-2-28-16,3 0 9 15,-3 0 0-15,3-6-13 16,-4 5 16-16,1-3-3 16,3-1 0-16,-1 3 20 15,-1-1-27-15,2 1 7 16,0-1 0-16,0 1-20 15,4 0 21-15,-4 1-1 16,5-1 0-16,-5 1 20 0,3 1-28 16,1-5 8-1,1-1 0-15,-2 1-23 0,-1 1 31 16,5-3-8-16,0-2 0 16,-4-2 19-16,4 0-26 15,5 0 7-15,-2 0 0 16,2 0-20-16,-1 0 22 15,3-2-2-15,1-11 0 16,0 4 24-16,-5-5-32 0,2 1 8 16,-2 4 0-16,0-4-18 15,-1 0 28 1,-1-2-10-16,-1 1 0 16,1-3 20-16,-1 2-30 15,3 1 10-15,-1-3 0 16,-6 4-16-16,-3 0 26 15,-3-2-10-15,-4-2 6 16,4 0 24-16,0-2-17 0,-4 2-13 16,2-3 0-16,2-1 6 15,-4 2 16-15,-3-3-22 16,-1-1 14-16,-6 4 15 16,-1-3 13-16,-4 0-42 15,1-1 6-15,1-5-4 16,-5-2 24-16,0 2-26 15,3-8 8-15,-3 4 32 0,0-4-23 16,0 1-17-16,0 2 0 16,0-1-12-16,0 2 28 15,0 4-16-15,-8 1 0 16,1 3 28-16,0-3-37 16,-1-3 9-16,1 4 0 15,4-2-25-15,-4-3 40 16,-5-1-15-16,6 0 0 15,-6-4 24-15,-1 0-38 0,-6-1 14 16,2-3 0 0,-3-2 7-16,0-1 18 15,2 1-25-15,-4-1 0 16,4 5 36-16,-1-1-39 16,-2 5 3-16,-1 0 0 15,-3 5-19-15,-4 6 38 16,1 1-19-16,-5 1 0 15,4 6 21-15,1 2-36 0,3 3 15 16,3-1 0-16,3 9-19 16,4-1-20-16,9 3-24 15,6 0 4 1,0 0-187-16,6 0-314 0</inkml:trace>
  </inkml:traceGroup>
</inkml:ink>
</file>

<file path=ppt/ink/ink2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1:57:41.658"/>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5AA8EBB9-0D58-469E-B30A-8E8ED9F136C2}" emma:medium="tactile" emma:mode="ink">
          <msink:context xmlns:msink="http://schemas.microsoft.com/ink/2010/main" type="writingRegion" rotatedBoundingBox="1140,14212 21524,13250 21693,16837 1310,17800"/>
        </emma:interpretation>
      </emma:emma>
    </inkml:annotationXML>
    <inkml:traceGroup>
      <inkml:annotationXML>
        <emma:emma xmlns:emma="http://www.w3.org/2003/04/emma" version="1.0">
          <emma:interpretation id="{FF0C0ED5-B160-4FC7-8BF1-BD7DE53CB3A3}" emma:medium="tactile" emma:mode="ink">
            <msink:context xmlns:msink="http://schemas.microsoft.com/ink/2010/main" type="paragraph" rotatedBoundingBox="9879,13929 21371,13075 21487,14632 9995,15486" alignmentLevel="2"/>
          </emma:interpretation>
        </emma:emma>
      </inkml:annotationXML>
      <inkml:traceGroup>
        <inkml:annotationXML>
          <emma:emma xmlns:emma="http://www.w3.org/2003/04/emma" version="1.0">
            <emma:interpretation id="{F5FFE5D2-E1DA-4E28-A5F0-5C3AE3B559CE}" emma:medium="tactile" emma:mode="ink">
              <msink:context xmlns:msink="http://schemas.microsoft.com/ink/2010/main" type="line" rotatedBoundingBox="9879,13929 21371,13075 21487,14632 9995,15486"/>
            </emma:interpretation>
          </emma:emma>
        </inkml:annotationXML>
        <inkml:traceGroup>
          <inkml:annotationXML>
            <emma:emma xmlns:emma="http://www.w3.org/2003/04/emma" version="1.0">
              <emma:interpretation id="{8E2C4FB3-C803-42F2-94CB-B01FC335E168}" emma:medium="tactile" emma:mode="ink">
                <msink:context xmlns:msink="http://schemas.microsoft.com/ink/2010/main" type="inkWord" rotatedBoundingBox="9895,14138 14232,13816 14332,15163 9995,15486">
                  <msink:destinationLink direction="with" ref="{84C2E000-35CD-4DA7-9857-FA324A5EB889}"/>
                  <msink:destinationLink direction="to" ref="{C85B2C09-42F9-4EAE-A671-C46FBE830D2E}"/>
                  <msink:destinationLink direction="from" ref="{C85B2C09-42F9-4EAE-A671-C46FBE830D2E}"/>
                </msink:context>
              </emma:interpretation>
              <emma:one-of disjunction-type="recognition" id="oneOf0">
                <emma:interpretation id="interp0" emma:lang="" emma:confidence="1">
                  <emma:literal/>
                </emma:interpretation>
              </emma:one-of>
            </emma:emma>
          </inkml:annotationXML>
          <inkml:trace contextRef="#ctx0" brushRef="#br0">79 3315 199 0,'0'0'194'0,"0"0"-114"16,0 0-12-16,0 0-25 16,0 0 63-16,191-177 25 15,-141 151-96-15,4 7 98 0,-8 6-64 16,-2 9-43-16,-7 4 52 15,-6 0-68 1,-5 30 8-16,-8 15 8 16,-5 8-6-16,-11 4 16 15,-2 5-34-15,0-3 8 0,0-4-3 16,-15-12 13 0,-3-9-20-16,-4-8 2 0,-7-7 36 15,1-2-23-15,-4-4-15 16,-5-7 0-16,6 1-13 15,0-7 13-15,8 0-1 16,3 0-11-16,7 0-90 16,6 0 29-16,7 0-184 15,0-4-359-15</inkml:trace>
          <inkml:trace contextRef="#ctx0" brushRef="#br0" timeOffset="-349.1176">285 3463 134 0,'0'0'240'15,"0"0"-64"-15,0 0-10 16,0 0-87-16,0 0 53 15,0 0-49-15,0 0-39 16,-8-23 27-16,8 23-60 16,0 0-2-16,-4 27 27 0,1 14-21 15,0 14 74-15,-6 12-67 16,2 6-22-16,4 0 36 16,3-3-17-16,0-6-19 15,0-5 0-15,0-10 35 16,10-8-33-16,2-9-2 15,-5-13 0-15,1-8-29 16,-8-9-5-16,0-2 16 0,0 0 4 16,0-15-93-16,-3-11 73 15,-21-6-126-15,-14-19-92 16,4 4 101-16,6 8-133 0</inkml:trace>
          <inkml:trace contextRef="#ctx0" brushRef="#br0" timeOffset="568.4127">929 3523 386 0,'0'0'153'0,"0"0"45"15,0 0-104-15,0 0 16 16,0 0 41-16,-204 72-123 16,157-28 60-16,7-3-75 15,15-1-6-15,10-8 4 16,11-8 7-16,4-3-18 15,0-6 3-15,19-6 31 16,9-5-17-16,1-4-17 16,-4 0 0-16,-2 0-7 0,4-19 24 15,-7-2-17-15,-10-3 0 16,0-2 28-16,-3 1-41 16,-2-5 13-16,-5 8 0 15,0-1-22-15,0 9 38 16,0 1-16-16,0 9 0 15,0 4 32 1,0 0-58-16,3 0 26 16,0 4 0-16,4 13-21 0,1 2 37 15,2 0-16-15,5 2 0 16,2-6 31-16,10 2-52 16,-2-8 21-16,3 1-84 15,4-3 41-15,12-7-168 16,-11 0-51-16,-1 0-107 0</inkml:trace>
          <inkml:trace contextRef="#ctx0" brushRef="#br0" timeOffset="1297.0501">1369 3572 438 0,'0'0'179'0,"0"0"-44"15,0 0 85-15,0 0-102 16,-198 140-77-16,170-97 10 0,16-13-34 16,12-5-17-16,0-6 16 15,34-14 0-15,12-5 42 16,6 0-57-16,-7 0 6 16,-1-13 27-16,-16-9-7 15,-9-1-27-15,-13-5 0 16,-6 0 29-1,0-4-55-15,0 2 26 16,0 7 0-16,0 5-20 0,-3 12 29 16,3 6-9-16,0 0 0 15,0 0-8-15,0 19-12 16,0 14 20-16,3 7 0 16,12 5-1-16,4 9 30 15,-2 9-29-15,1 5 13 16,0 0 16-16,-8 3-6 0,-3-7-23 15,-7-5 0 1,0-6-4-16,0-11 25 0,-3-12-21 16,-11-10 0-16,-1-6 34 15,-3-11-21-15,4-3-13 16,-4 0 0-16,-4 0-9 16,4-5 25-16,5-14-16 15,-2-4 0-15,8-3 28 16,2 0-56-16,5-1 28 15,0-1 0-15,15-9-28 16,25 2-2-16,17-5 30 0,15-5-3 16,10 0-17-1,8 0 1-15,-10-5 19 16,-8 1 0-16,-7 4-25 16,-14 2 34-16,-15 3-9 15,-17 1 0-15,-16 7 25 16,-3 1-40-16,0 12 15 15,-25 6 0-15,-8 7-23 16,1 6 23-16,3 0 0 0,1 15 0 16,8 11 17-16,13 7-34 15,7 3 17-15,0 0 0 16,34-1-23-16,26-6 20 16,82 1 2-16,-17-11-70 15,-3-10-299-15</inkml:trace>
          <inkml:trace contextRef="#ctx0" brushRef="#br0" timeOffset="1786.123">3089 3510 580 0,'0'0'222'0,"0"0"-88"15,0 0 43-15,-224 56-101 0,137-14-41 16,2-2 35-16,18-8-49 15,19-6-9-15,14-7-12 16,24-9 29-16,10 1-33 16,0-5 4-16,34-1 0 15,14 3-6-15,14-3 22 16,0 5-16-16,-2-1 0 16,-13 4 26-16,-14 1-41 15,-11 4 15-15,-15-1 0 0,-7 6-8 16,0-4 35-16,-7 8-27 15,-18-4 0-15,-5-3 31 16,1-5-18-16,-4-2-13 16,10-3 0-1,-4-3-22-15,10-7-48 16,14 0 2-16,3 0-29 16,0-7-293-16</inkml:trace>
          <inkml:trace contextRef="#ctx0" brushRef="#br0" timeOffset="2047.0236">3233 3540 684 0,'0'0'182'0,"0"0"7"15,0 0-64-15,0 0-83 16,-3 193 52-16,3-152-86 16,0-3-6-16,0-12 14 0,0-3 5 15,0-6-21-15,0-8 0 16,0-5-28-16,0-2 6 16,0-2-121-16,0 0-163 15,0 0-338-15</inkml:trace>
          <inkml:trace contextRef="#ctx0" brushRef="#br0" timeOffset="2214.9253">3312 3414 667 0,'0'0'205'15,"0"0"-169"-15,0 0-11 16,0 0-25-16,0 0-189 15,0 0-65-15</inkml:trace>
          <inkml:trace contextRef="#ctx0" brushRef="#br0" timeOffset="2903.4287">3807 3559 373 0,'0'0'256'15,"0"0"-95"-15,0 0-55 0,0 0 44 16,0 0-104-16,0 0-20 16,0 0 24-16,139 153-32 15,-160-123 1-15,-25-3 19 16,-16-3-21-16,-3-1 27 15,9-5-44-15,8-4 0 16,14-5-15-16,21-1 30 0,13-3-15 16,0-1 0-16,37 0 13 15,21-1-19 1,16-1 6-16,6 8 0 16,-5 1-19-16,-9 5 26 15,-19 7-7-15,-19 3 0 16,-16 0 16-16,-12 2-32 15,0 3 16-15,-34-3 0 16,-16 0-1-16,-5-2 18 0,3-5-17 16,4-10 0-16,12 1 22 15,10-10-22-15,9 1 0 16,9-3 0-16,8 0-7 16,0 0 27-16,0 0-20 15,15-13 0-15,21-9 19 16,15-7-31-16,5-6 12 15,10-7 0-15,-1-7-27 0,7-3 33 16,0-8-6-16,0-2 0 16,-7-4 20-16,-12 1-27 15,-13 5 7-15,-18 9 0 16,-18 12 4-16,-4 9 24 16,0 13-28-16,-22 9 0 15,-10 8 13-15,-1 0-38 16,1 10 25-16,5 18 0 15,7 12-25-15,13 1 34 0,7 3-9 16,0-2 0 0,17-3 12-16,20-7-40 15,3-9-7-15,3-5-57 16,-7-14-62-16,-11 0-171 16,-14-4-177-16</inkml:trace>
          <inkml:trace contextRef="#ctx0" brushRef="#br0" timeOffset="3495.8087">3420 3489 360 0,'0'0'114'16,"0"0"29"-16,0 0-78 15,0 0 20-15,0 0-33 0,0 0 11 16,0 0 92-16,-40-39-109 16,37 29-11-16,3 5 8 15,0-7-17-15,0 7-23 16,0-5-3-16,0 3 29 16,-3-3-27-16,3 5-2 0,0 1 0 15,-4 0-8-15,1 0 20 16,0 4-12-16,-4 0 0 15,2 0-38-15,-5 0 31 16,-2 21-113-16,5 2-156 16,1-4-312-16</inkml:trace>
        </inkml:traceGroup>
        <inkml:traceGroup>
          <inkml:annotationXML>
            <emma:emma xmlns:emma="http://www.w3.org/2003/04/emma" version="1.0">
              <emma:interpretation id="{1B46FE41-9DA6-4711-AB3B-AB7522711096}" emma:medium="tactile" emma:mode="ink">
                <msink:context xmlns:msink="http://schemas.microsoft.com/ink/2010/main" type="inkWord" rotatedBoundingBox="14584,13579 18017,13324 18093,14344 14660,14599"/>
              </emma:interpretation>
              <emma:one-of disjunction-type="recognition" id="oneOf1">
                <emma:interpretation id="interp1" emma:lang="" emma:confidence="1">
                  <emma:literal/>
                </emma:interpretation>
              </emma:one-of>
            </emma:emma>
          </inkml:annotationXML>
          <inkml:trace contextRef="#ctx0" brushRef="#br0" timeOffset="327860.3849">4825 3178 438 0,'0'0'225'0,"0"0"-16"15,0 0-92-15,0 0-5 16,0 0-110-16,203-92 34 15,-117 68-36-15,38-8-105 0,-27 4-86 16,-18 5-193-16</inkml:trace>
          <inkml:trace contextRef="#ctx0" brushRef="#br0" timeOffset="327747.9964">4852 2866 428 0,'0'0'108'0,"0"0"20"0,0 0 20 16,0 0-92-16,0 0 54 15,202-48-50 1,-180 20-54-16,-5 0 49 15,-9-6-48-15,-8 2-7 0,0-4 0 16,-25 3-71-16,-18 3 49 16,-6 3 8-16,4 12 14 15,1 4-2-15,4 9 2 16,3 2 0-16,12 6-2 16,9 26-23-16,7 15 25 15,9 5 30-15,0 18-7 16,19 4 76-16,21 5-88 15,10 0 59-15,0 2 7 0,0-5-70 16,-6-10 41 0,-6-13-48-16,-11-10 7 0,-9-7-17 15,-8-13 18-15,-1-4-8 16,-6-9 0-16,-3-7-23 16,0 1 22-16,0-4-62 15,0 0-69 1,-25 0 36-16,0-7-224 15,-5-8-226-15</inkml:trace>
          <inkml:trace contextRef="#ctx0" brushRef="#br0" timeOffset="328204.1546">5604 3084 451 0,'0'0'102'0,"0"0"74"0,0 0-56 15,0 0 12-15,0 167-49 16,0-140-77-16,0-5 69 16,0-9-62-16,0-7-12 15,0-2 77-15,0-4-50 16,0 0 60-16,0 0-30 0,0-23-36 15,0-7-3-15,0-8-19 16,5-7 0-16,5-4-21 16,6 0 36-16,0 0-15 15,6 7 0-15,0 3 25 16,-1 10-40-16,1 7 15 16,0 9-13-16,-7 7 3 15,0 6-116-15,-2 0 5 16,6 4-153-16,-7 15-44 0,3-4-263 15</inkml:trace>
          <inkml:trace contextRef="#ctx0" brushRef="#br0" timeOffset="329272.0031">6053 2991 325 0,'0'0'240'0,"0"0"-58"0,0 0-57 16,0 0 2-16,0 0-49 15,0 0-77-15,0 0 45 16,-163 170-45-16,163-151-1 0,0-2 29 16,0-4-4-16,17-8-1 15,10 1-9-15,-2-6-1 16,0 0 38-16,-7 0-51 15,-1-17 14 1,-5-13-14-16,-5-2 21 0,-7-4-22 16,0 0 0-16,0 6-3 15,0 11-23-15,-4 6 26 16,1 7 0-16,0 6-8 16,3 0-9-16,-5 0 7 15,5 6 10-15,0 7 0 16,0 4-6-16,0-2 8 15,11-2-2-15,11-3 0 0,5-2 34 16,4-6-34-16,1-2 0 16,0 0 0-16,1 0 3 15,-1-2-2-15,-2-16-1 16,2 3 0-16,-10 2 39 16,-9 5-39-16,-1 3 0 15,-12 5 16-15,3 0-43 16,-3 0 22-16,0 0 5 15,4 0-1-15,-4 0 19 16,5 5-28-16,-4-1 10 16,3 0 0-16,6-2-22 0,1-2 36 15,15 0-14-15,14 0 0 16,6-10 22-16,6-5-36 16,-7-2 14-16,-8 8 0 15,-12-1-24-15,-3 7 30 16,-7 3-6-16,-5 0 0 15,5 0 0-15,-1 0-11 16,9 9 11 0,-3 8 0-16,8-2-18 0,6 2 40 15,1-4-22-15,2 0 9 16,3-7 18-16,0-6 2 16,-5 0-13-16,5 0-6 15,-8 0 54-15,-3-15-48 16,-6-10 0-16,-3 3-7 15,-8-1 34-15,-9-3-66 16,-3 7 23-16,0 0-22 16,-22 10 1-16,-11 9 5 0,-2 0 16 15,1 0 0-15,3 24-15 16,7 6-5-16,4 2 10 16,17-5 10-16,3-1-37 15,0-3 52-15,15-7-15 16,23-3 0-16,14-2 35 15,8-5-19-15,1-6-16 16,2 0 0-16,-13 0 21 16,-3-4 3-16,-12-5-24 0,-5 3 0 15,-10-2 36-15,-5 5-46 16,-3 3 10-16,-2 0 0 16,-7 0-32-1,4 7 26-15,-2 10 6 16,-5-2 0-16,0-2 20 15,0 4-30-15,-8-4 10 16,-24-1 0-16,-8 5-20 16,-7 1 14-16,-10-1-35 0,2 2-50 15,-9 0-125-15,11-6-84 16,16 0-508-16</inkml:trace>
          <inkml:trace contextRef="#ctx0" brushRef="#br0" timeOffset="329649.7267">7797 2976 795 0,'0'0'222'0,"0"0"-99"0,0 0-48 16,0 0-34-16,0 0-25 16,0 0-16-1,0 0 45-15,0 54-28 16,0-10 83-16,0-2-98 0,0-3 18 15,0-3-10-15,0-8 24 16,0-5-34-16,0-8 0 16,0-2-48-16,0-4 35 15,0-5-118-15,6-4-15 16,3 0-110-16</inkml:trace>
          <inkml:trace contextRef="#ctx0" brushRef="#br0" timeOffset="330103.3566">8018 2723 540 0,'194'136'182'0,"-213"-127"-87"16,-3 5 45-16,-3 2-105 15,4 3 33-15,11 0-68 16,10 0 0-16,0 2 26 16,8 1-9-16,19 1 4 15,9 3 21-15,-7 1-25 16,-7 2 13-16,-11-3-30 16,-11 2 0-16,-5 2 42 15,-30-3-36-15,-12-3 5 16,-3 2 2-16,-2-3-7 15,14 0-12-15,8-7-153 0,23-10-389 16</inkml:trace>
          <inkml:trace contextRef="#ctx0" brushRef="#br0" timeOffset="329826.1726">8018 2723 472 0,'0'0'407'0,"0"0"-203"16,0 0-62-16,0 0-125 16,0 0 33-16,0 0-50 15,0 0-45-15,31-72 13 16,-16 72-150-16,-3 19-62 15,-2 3-82-15</inkml:trace>
        </inkml:traceGroup>
        <inkml:traceGroup>
          <inkml:annotationXML>
            <emma:emma xmlns:emma="http://www.w3.org/2003/04/emma" version="1.0">
              <emma:interpretation id="{71266812-4A57-4B42-B4C7-DD5236099EAD}" emma:medium="tactile" emma:mode="ink">
                <msink:context xmlns:msink="http://schemas.microsoft.com/ink/2010/main" type="inkWord" rotatedBoundingBox="18400,13934 21418,13710 21470,14407 18452,14631"/>
              </emma:interpretation>
              <emma:one-of disjunction-type="recognition" id="oneOf2">
                <emma:interpretation id="interp2" emma:lang="" emma:confidence="0.5">
                  <emma:literal>small</emma:literal>
                </emma:interpretation>
                <emma:interpretation id="interp3" emma:lang="" emma:confidence="0">
                  <emma:literal>Small</emma:literal>
                </emma:interpretation>
                <emma:interpretation id="interp4" emma:lang="" emma:confidence="0">
                  <emma:literal>smell</emma:literal>
                </emma:interpretation>
                <emma:interpretation id="interp5" emma:lang="" emma:confidence="0">
                  <emma:literal>Snell</emma:literal>
                </emma:interpretation>
                <emma:interpretation id="interp6" emma:lang="" emma:confidence="0">
                  <emma:literal>same</emma:literal>
                </emma:interpretation>
              </emma:one-of>
            </emma:emma>
          </inkml:annotationXML>
          <inkml:trace contextRef="#ctx0" brushRef="#br0" timeOffset="330758.8914">9091 2863 18 0,'0'0'554'0,"0"0"-398"16,0 0-68-16,0 0 74 15,-231 19-36-15,169 1-112 16,12-5 76-16,19 0-90 15,12-2 1-15,12-3-11 0,7 1 7 16,0 2 3-16,11-1 4 16,25 5 21-16,11 0-9 15,0-2-16-15,-4 1 0 16,-11 4-7-16,-10 1 28 16,-12-2-21-16,-10 3 0 15,0-3 15-15,-13 4 21 16,-24 1-35-16,-13-7-1 15,-4 0 11-15,-9 0 11 16,14-4-44-16,6-2-11 0,21 1-106 16,12-7-81-16,10-5-355 0</inkml:trace>
          <inkml:trace contextRef="#ctx0" brushRef="#br0" timeOffset="331974.1331">9217 3155 538 0,'0'0'156'0,"0"0"-13"0,0 0-56 15,0 0 27-15,0 0-98 16,0 0 21-16,0 0-28 15,-64 160 29-15,64-152-35 16,0-8 7-16,0 0-9 0,13 0 46 16,24-13-47-16,13-14 0 15,4-1-2-15,1-2-55 16,-6 9 51 0,-13 4 6-16,-2 10 0 0,-14 7-22 15,-8 0 24-15,-1 3-2 16,-4 18 0-16,-4-4 21 0,1 4-37 15,-1-8 16 1,2-4-11-16,5-3-22 0,2-2 40 16,4 0-7-16,15-4 0 15,7 0 29-15,9 0-57 16,11 0 28-16,3-10-23 16,4-1 0-16,-7 1 1 15,-7 5 22 1,-5 1 0-16,-16 0 25 0,-3 4-20 15,-7 0-5-15,-5 0 0 16,-3 0 19-16,6 0 8 16,4 0-25-16,3 4 56 15,12-4-57-15,3 0 70 16,-1 0-55-16,2 0-16 16,-10 0 40-16,-6 0-17 15,-10 0-20-15,-12 0 25 16,-3-4-2-16,0 4-39 15,-7 0 13-15,-24 0 0 0,-5 4-34 16,-5 13 34-16,9 6 0 16,7-1 0-16,13 1-23 15,9-4 4-15,3-5 19 16,0-5 0-16,11-1-17 16,14-7 37-16,6-1-20 15,2 0 0-15,0-1 29 0,-1-16-26 16,-2-1-3-16,-5 3 0 15,-3-2 0-15,-7 4 17 16,5 3-17-16,-5 6 0 16,-1 4 29-1,7 0-43-15,10 0 14 16,4 0 0-16,8 0-15 0,7 0 38 16,9 0-23-16,-2 0 0 15,1-1 26-15,-6-16 9 16,-8-2-35-1,-3-8 9-15,-9-5 11 0,-7-3 3 16,-3-7-23-16,-4-4 0 16,-9-3 22-16,1-3-28 15,-10 1 6-15,0 2 0 16,0 8-26-16,-10 10 18 16,-10 17 8-16,-9 12 0 15,-11 2 18-15,-3 10-42 16,1 30 24-16,5 7 0 15,15 12-26-15,12-1 36 0,10 4-10 16,0-3 0-16,29-4 20 16,11-6-18-16,7-12-2 15,3-10 0-15,7-14 5 16,5-9 27-16,3-4-32 16,0-4 0-16,-8-26 21 15,-10-6 15-15,-4-5-29 16,-11-4-7-16,0-6 0 0,-9-7 21 15,-6 8-21-15,-2 1 0 16,-8 15 10-16,-7 7 6 16,0 14-16-16,0 13 0 15,0 0-2-15,-10 15-27 16,-16 29 29 0,0 3 0-16,-3 9 1 15,9-1-16-15,5 0 15 16,3-2-11-16,6-2 3 15,2-6-122-15,4 4 1 0,0-9-201 16,0-15-379-16</inkml:trace>
        </inkml:traceGroup>
      </inkml:traceGroup>
    </inkml:traceGroup>
    <inkml:traceGroup>
      <inkml:annotationXML>
        <emma:emma xmlns:emma="http://www.w3.org/2003/04/emma" version="1.0">
          <emma:interpretation id="{64D0CEE4-3D85-47E8-8477-6478AFB16973}" emma:medium="tactile" emma:mode="ink">
            <msink:context xmlns:msink="http://schemas.microsoft.com/ink/2010/main" type="paragraph" rotatedBoundingBox="1218,15862 21602,14900 21693,16837 1310,17800" alignmentLevel="1"/>
          </emma:interpretation>
        </emma:emma>
      </inkml:annotationXML>
      <inkml:traceGroup>
        <inkml:annotationXML>
          <emma:emma xmlns:emma="http://www.w3.org/2003/04/emma" version="1.0">
            <emma:interpretation id="{2834AA65-F650-442D-92EA-A2A3B4874630}" emma:medium="tactile" emma:mode="ink">
              <msink:context xmlns:msink="http://schemas.microsoft.com/ink/2010/main" type="line" rotatedBoundingBox="1218,15862 21602,14900 21685,16676 1302,17638"/>
            </emma:interpretation>
          </emma:emma>
        </inkml:annotationXML>
        <inkml:traceGroup>
          <inkml:annotationXML>
            <emma:emma xmlns:emma="http://www.w3.org/2003/04/emma" version="1.0">
              <emma:interpretation id="{BF7D9230-B86E-4317-A9C3-03E7D2630202}" emma:medium="tactile" emma:mode="ink">
                <msink:context xmlns:msink="http://schemas.microsoft.com/ink/2010/main" type="inkWord" rotatedBoundingBox="1248,16498 3545,16390 3599,17530 1302,17638"/>
              </emma:interpretation>
              <emma:one-of disjunction-type="recognition" id="oneOf3">
                <emma:interpretation id="interp7" emma:lang="" emma:confidence="1">
                  <emma:literal/>
                </emma:interpretation>
              </emma:one-of>
            </emma:emma>
          </inkml:annotationXML>
          <inkml:trace contextRef="#ctx0" brushRef="#br0" timeOffset="213937.6613">-8043 5766 111 0,'0'0'114'0,"0"0"-63"16,0 0 38-16,0 0-63 15,0 0-26-15,0 0 49 16,-3-23-40-16,3 19 43 16,0 2-31-16,0-1-5 15,0 3 41-15,0-2-57 16,0-2 7-16,0-4-14 15,0 7 17-15,0-7-10 16,0 4 5-16,0-1 13 16,0 1 33-1,0-2-51-15,0 2 0 16,0 1 84-16,0 1-83 0,0 2 54 16,0 0-3-16,0 0-46 15,0 0 68-15,0 0-74 16,0 0 0-16,0 0 20 15,0 0 7-15,0 0-27 16,0 0 0-16,0 0 31 16,0 0-40-16,0 0 9 15,0 0 0-15,0 0-20 16,0 0-7-16,-12 0 27 16,-10 0 0-16,-13 9 14 15,-12 14 4-15,-3-4-18 16,-2-1 0-16,14-1-10 0,8-7 27 15,10-5-17 1,-2 3 0-16,3-2 22 0,-2 1-33 16,-4 2 11-16,0 1 0 15,3-1-17-15,3-1 34 16,4-3-17-16,2-1 0 16,5 0 16-16,1-2-27 15,0 2 11-15,2-1 0 16,5-3-18-16,0 2 16 15,0 6 2-15,0 2 0 16,0 7 10-16,0 8-38 16,0 10 38-16,12 12-10 15,8 4 23-15,-3 4 19 16,8 8-30-16,3-5-8 16,1-3 22-16,-4-7 6 0,5-2-23 15,-8-11-9 1,-2-2 3-16,-2-6 37 0,0-5-40 15,-7-3 0-15,-3-2 10 16,-1-4-20-16,-4-7 10 16,0 3 0-16,-3-5 0 15,4 2 15-15,1-3-15 16,-2 1 0 0,4-2-29-16,4 2 20 0,24-4-86 0,-1 0-116 15,1 0-185-15</inkml:trace>
          <inkml:trace contextRef="#ctx0" brushRef="#br0" timeOffset="214265.6882">-8061 6086 310 0,'0'0'173'0,"0"0"-87"16,0 0 22-16,0 0 7 15,0 0-89-15,0 0 45 16,0 0-71-16,148-86 17 15,-133 82-4-15,-10 4-13 16,7 0-1-16,2 0-49 16,19 0-132-16,-5 0 23 0,-2 0-351 15</inkml:trace>
          <inkml:trace contextRef="#ctx0" brushRef="#br0" timeOffset="215177.5125">-7505 5762 350 0,'0'0'91'0,"0"0"36"16,0 0-55-16,0 0 41 16,0 0-38-16,0 0-56 15,0 0 4-15,14 9 9 0,-14 31-6 16,0 9 75-1,0 0-95-15,0 2 33 0,0-4-25 16,0-9 24-16,0-6-22 16,0-6-16-16,0-7 0 15,0-10-9-15,0-1 32 16,0-4-23-16,0-4 26 16,-4 0-7-16,4 0 69 15,-5 0-53-15,-1 0-22 16,2-21-6-16,1-7 11 15,3-12-18-15,0-10 0 16,3-9-12-16,26-13-11 16,6-3-10-16,5 1-11 15,4-1 28-15,-4 10-56 16,0 7 72-16,-2 13-1 16,-1 9 9-16,0 13-32 15,1 8 24-15,-1 4 0 0,-2 9-23 16,-1 2 22-16,-14 0 1 15,-2 6 0-15,-13 20 3 16,-5 6-34-16,0 4 31 16,-25-1 0-16,-17-3-23 0,1-3 64 15,0-6-34-15,3-6 15 16,8-4 11-16,6-3-10 16,1-3-23-16,13 3 0 15,2 3-30-15,8 0 46 16,0 10-16-16,36 1 0 15,28 8 20-15,13-2-1 0,20 2-19 16,8-6 0-16,7-2-2 16,-8-9 25-1,-2-2-23-15,-20-3 0 16,-10-3 18-16,-22-3-62 16,-10-2 41-16,-11-2-109 15,-8 0-68-15,-6 0-306 0</inkml:trace>
        </inkml:traceGroup>
        <inkml:traceGroup>
          <inkml:annotationXML>
            <emma:emma xmlns:emma="http://www.w3.org/2003/04/emma" version="1.0">
              <emma:interpretation id="{B575B263-91D2-4E45-A0C8-E9E55CDC3AF4}" emma:medium="tactile" emma:mode="ink">
                <msink:context xmlns:msink="http://schemas.microsoft.com/ink/2010/main" type="inkWord" rotatedBoundingBox="3829,15835 6927,15688 6972,16635 3874,16782"/>
              </emma:interpretation>
              <emma:one-of disjunction-type="recognition" id="oneOf4">
                <emma:interpretation id="interp8" emma:lang="" emma:confidence="1">
                  <emma:literal/>
                </emma:interpretation>
              </emma:one-of>
            </emma:emma>
          </inkml:annotationXML>
          <inkml:trace contextRef="#ctx0" brushRef="#br0" timeOffset="217862.7381">-4712 5197 431 0,'0'0'49'15,"0"0"74"-15,0 0 54 16,0 0-116-16,0 0 30 16,32 176-38-16,-29-153-35 15,-3-2 64-15,0-12-75 16,4-3 2-16,-4-3 11 16,0-3 19-16,0 0-11 15,5 0-2-15,1 0-16 16,9-22 12-16,10-10-21 0,12-4-1 15,8-8 0-15,2 8-14 16,0 8 8-16,-3 9 6 16,-11 12 0-16,-8 7-36 15,-5 0 36-15,-5 13 0 16,-3 9-9-16,-5 5 16 16,-1-9-7-16,-2 3 0 15,1-9 0-15,1-4-10 16,4-4 11-16,5-4-1 15,10 0 3-15,12 0 44 16,10-12-52-16,7-11 5 16,-1-2 0-16,-3 1-15 15,-10 5 18-15,-11 6-3 16,-14 4 0-16,-8 5 25 0,-4 4-41 16,-3 0 16-16,0 0 0 15,8 0-35-15,-1 0 42 16,5 11-7-16,4-5 0 15,6-1 29-15,8-1-30 16,-1-4 1-16,2 0 0 0,-2 0 29 16,1-4-1-16,-5-7-28 15,-7-6 7-15,-4 4 38 16,-4 4-48-16,-8 3 3 16,-2 2 0-16,0 4-35 15,0 0 16-15,-2 0 19 16,-27 15-1-16,4 8 27 15,0 7-39-15,12-7 13 16,0-1 0-16,11-5-24 16,2-4 35-16,0-6-11 15,0-2 0-15,0-1 41 16,0-4-40-16,0 0-1 0,0 0 0 16,10-9-3-1,8-15 19-15,2-2-16 0,-3 0 0 16,5 1 32-16,-9-1-48 15,2 7 16-15,-5 6 0 16,-1 7-32-16,-6 6 32 16,0 0 0-16,4 0-1 15,5 0 19-15,-2 6-36 16,8 7 18-16,7-4 0 16,2-7-18-16,5-2 48 15,3 0-30-15,2 0 25 16,-2-7 12-16,2-20-1 15,-11-5-36-15,1-7 0 16,-5-5-13-16,-7-3 27 0,-8-10-14 16,-4 3 0-16,-3-5 31 15,0 9-59-15,0 5 28 16,-7 13 0-16,-11 17-39 16,-4 12 10-16,-5 3 29 15,1 15 0-15,-3 28 9 16,7 12-32-16,4 7 23 15,11 2 0-15,7-5-25 16,0-10 44-16,25-7-19 16,9-10 0-16,9-8 33 15,6-12-24-15,-2-5-9 0,3-7 0 0,2 0 20 16,-6-13 12 0,-7-17-32-16,-2-4 0 0,-16-10 35 31,-2-5-39-31,-12-6 4 0,-7 1 0 0,0 3-25 31,0 4 35-31,0 14-10 0,0 14 0 0,-12 12 12 16,-2 7-45-16,-1 4 33 15,-3 27 0-15,6 16-34 16,-1 5 39-16,11 7-5 16,2-1 0-16,0-4 24 15,2 0-28-15,16-9 4 0,1 0 0 16,-1-3-23-1,-8-5-5-15,2 7-11 0,-12-9-25 16,0 15-130-16,-27-14-51 16,-8-12-241-16</inkml:trace>
          <inkml:trace contextRef="#ctx0" brushRef="#br0" timeOffset="215494.3961">-5971 5467 575 0,'0'0'129'16,"0"0"-128"-16,0 0 97 15,0 0-18-15,0 0-31 16,0 0 88-16,0 0-125 16,35 123 27-16,-30-102-25 15,-2 2 28-15,-3-4-42 16,0 0 0-16,0 1 2 0,0-5-36 15,0 6 19 1,0-10-87-16,0-3-16 0,0-8-165 16,15 0 12-16</inkml:trace>
          <inkml:trace contextRef="#ctx0" brushRef="#br0" timeOffset="216046.9576">-5714 5188 121 0,'97'189'150'16,"-102"-176"-63"-16,2 0 1 15,3 2 14-15,0 2-101 16,0 0 64-16,0-5 2 16,22 1-15-16,11-4 56 15,2 1-101-15,2 1 34 16,-2-2-8-16,-1-3-6 16,-9 3 9-16,-7 1-36 15,-4 1 8-15,-6-2-13 0,-8 5 28 16,0-1-23-16,0 1 32 15,0 1-7-15,-5-2 25 16,-17 4-35-16,-6-4-4 16,3-1-6-16,-4 1-5 15,6-2 0-15,6-2-16 16,7-3-87 0,10-6 21-16,0 0-145 0,3 0-51 0</inkml:trace>
          <inkml:trace contextRef="#ctx0" brushRef="#br0" timeOffset="215651.2036">-5714 5188 418 0,'0'0'87'0,"0"0"-33"15,0 0 26-15,0 0-80 16,0 0-9-16,0 0-60 16,0 0-150-16</inkml:trace>
          <inkml:trace contextRef="#ctx0" brushRef="#br0" timeOffset="218679.7167">-5556 5301 2 0,'0'0'157'0,"0"0"-6"0,0 0-51 16,0 0-54-16,0 0 55 16,0 0-59-16,0 0 49 15,0-6 40-15,0 2-76 16,0-1 79-16,0 1-83 15,8-2-39-15,2-1 47 0,8 1-39 16,-4-1-20-16,4 1 0 16,6-1 35-16,-4 1-45 15,-2-2 10-15,4 3-18 16,-9 1-5-16,2 4-78 16,-3 0-42-1,-5 0-56-15,-4 0-155 0</inkml:trace>
          <inkml:trace contextRef="#ctx0" brushRef="#br0" timeOffset="216531.1822">-4795 5120 418 0,'0'0'137'0,"0"0"-49"16,0 0 7-16,0 0-73 15,0 0 76-15,-191 62-11 16,144-39-73-16,14 0 79 15,8-8-93-15,15-2 0 16,6-4-17-16,4-1 69 0,0 1-52 16,10-3 18-1,19 1 13-15,7 3-4 0,5 4-27 16,-6-1 0-16,-4 4-17 16,-7-2 30-16,-11 7-13 15,-9 1 0-15,-4 3 10 16,0 3-14-16,0-3 4 15,-25 0 0-15,-1-1 28 16,-2-5-2-16,3-5-26 16,-2-1 0-16,7-2 26 15,2-3-62-15,3-7 20 16,15-2-80-16,0 0-21 16,0 0-266-16</inkml:trace>
        </inkml:traceGroup>
        <inkml:traceGroup>
          <inkml:annotationXML>
            <emma:emma xmlns:emma="http://www.w3.org/2003/04/emma" version="1.0">
              <emma:interpretation id="{4CF22E0B-14F4-4C01-AFF9-93D05FE758E2}" emma:medium="tactile" emma:mode="ink">
                <msink:context xmlns:msink="http://schemas.microsoft.com/ink/2010/main" type="inkWord" rotatedBoundingBox="10412,15428 12843,15313 12886,16226 10455,16341"/>
              </emma:interpretation>
              <emma:one-of disjunction-type="recognition" id="oneOf5">
                <emma:interpretation id="interp9" emma:lang="" emma:confidence="1">
                  <emma:literal/>
                </emma:interpretation>
              </emma:one-of>
            </emma:emma>
          </inkml:annotationXML>
          <inkml:trace contextRef="#ctx0" brushRef="#br0" timeOffset="4428.8184">718 4389 390 0,'0'0'174'0,"0"0"-42"0,0 0 6 15,0 0-93-15,0 0 40 16,0 0 57-16,0 0-97 16,0 161 59-1,-8-91-27-15,-4 9-69 16,9-1 77-16,-1-3-78 15,4-9-1-15,0-10 21 0,7-10-1 16,20-10-26-16,8-7 0 16,8-3 22-16,11-7-17 15,8-6-5-15,1-6-24 16,-1-7 17-16,-3 0-105 16,-19 0 37-16,-30-3-37 15,-10-11-174-15,0-1-56 0</inkml:trace>
          <inkml:trace contextRef="#ctx0" brushRef="#br0" timeOffset="4629.4437">601 4826 421 0,'0'0'215'15,"0"0"25"-15,0 0-142 16,0 0-53-16,0 0-19 15,0 0 1-15,0 0-27 0,217-121 0 16,-148 107-40 0,16 9 12-16,-16 1-194 15,-11 4-146-15</inkml:trace>
          <inkml:trace contextRef="#ctx0" brushRef="#br0" timeOffset="5053.1937">1506 4854 390 0,'0'0'160'0,"0"0"36"15,0 0-98-15,0 0-14 16,0 0 58-16,0 0-95 0,-188 136 46 15,153-93-52-15,17-10-28 16,18-5 16-16,0-7-29 16,18-8 0-16,29-11 21 15,10-2 7-15,1 0-21 16,-7-12-7-16,-11-8 29 16,-18-3-22-16,-12-5-7 15,-10-3 0-15,0-1-13 16,0 0 8-16,0 6 5 15,-10 5 0-15,1 13 17 16,6 8-36-16,3 0 19 16,0 15 0-16,0 14-27 15,0 6 37-15,18-1-10 16,14-1 0-16,16-7 17 16,6-7-59-16,35-13 23 15,-14-6-146-15,-8 0-160 0</inkml:trace>
          <inkml:trace contextRef="#ctx0" brushRef="#br0" timeOffset="5917.9366">2091 4637 568 0,'0'0'244'0,"0"0"-170"15,0 0 43-15,0 0-68 16,0 0 10-16,0 0 44 16,0 0-78-16,-55 228 56 15,20-152 9 1,-5-5-80-16,-1 0 70 16,6-13-79-16,10-15 6 0,7-9 11 15,6-15 5-15,5-10-23 16,7-3 0-16,0-6 25 15,0 0 13-15,0 0-21 16,0 0-5-16,4-23-12 16,21-9 3-16,17-9-3 15,10-10 0-15,13-7-41 16,3-1 15-16,1 0 13 0,-7 10 11 16,-15 10-28-1,-17 14 27-15,-10 16 3 0,-14 9 0 16,-6 0-6-16,0 0-19 15,0 23 25-15,-13 5 0 16,-5 2-20-16,-1-6 33 16,4 3-13-16,8-5 0 15,7-3 20-15,0 0-34 16,7-2 14-16,27 0 0 16,9-3-16-16,9-8 14 15,0-3 2-15,6-3 0 0,-1 0 15 16,-10-13-34-16,-10-10 19 15,-12-4 0-15,-15-1-19 16,-10-2 32 0,0-2-13-16,-10 4 0 15,-24 5-16-15,-7 10-14 16,-3 13 30-16,-3 0 0 0,7 23-28 16,12 12 28-16,13-1 0 15,11 2 0-15,4-6 13 16,10-11-22-16,27-2 9 15,7-11 0-15,-1-2-14 16,6-4 37-16,-6 0-23 16,-6 0 0-16,3-4 22 15,-3-10-12-15,-2 5-10 16,2-4 0-16,1 3-12 0,6 5 46 16,-4 1-34-16,0 4 0 15,-7 0 27-15,-13 0-16 16,-4 15-11-16,-13 6 0 15,-3-2-6-15,0-2 33 16,-22 2-27-16,-11-2 0 16,-2-4 28-16,-6 0-25 15,10-7-3-15,9 0-13 0,4 1 6 16,18-7-110-16,15 0-22 31,23 0-462-31</inkml:trace>
        </inkml:traceGroup>
        <inkml:traceGroup>
          <inkml:annotationXML>
            <emma:emma xmlns:emma="http://www.w3.org/2003/04/emma" version="1.0">
              <emma:interpretation id="{E0DE1EB2-242C-4246-B4E6-148E4503836E}" emma:medium="tactile" emma:mode="ink">
                <msink:context xmlns:msink="http://schemas.microsoft.com/ink/2010/main" type="inkWord" rotatedBoundingBox="13313,15448 17919,15231 17965,16202 13359,16419"/>
              </emma:interpretation>
              <emma:one-of disjunction-type="recognition" id="oneOf6">
                <emma:interpretation id="interp10" emma:lang="" emma:confidence="1">
                  <emma:literal/>
                </emma:interpretation>
              </emma:one-of>
            </emma:emma>
          </inkml:annotationXML>
          <inkml:trace contextRef="#ctx0" brushRef="#br0" timeOffset="6874.7863">3496 4727 603 0,'0'0'252'0,"0"0"-136"0,0 0-8 16,0 0-41-16,0 0-66 15,249-45 41-15,-171 28-42 16,3-6-13-16,16-5-34 16,-20 2-160-16,-24 7-135 0</inkml:trace>
          <inkml:trace contextRef="#ctx0" brushRef="#br0" timeOffset="6650.3269">3867 4399 157 0,'0'0'311'16,"0"0"-72"-16,0 0-122 0,0 0 58 15,0 0-42-15,0 0-58 16,0 0 82-16,-82 230-105 16,49-158-14-16,4 4 30 15,4-8-46-15,3-8 4 16,7-7-25-16,12-12 34 16,3-7-30-16,0-5-5 15,0-6 0-15,7-7-11 0,19-2 35 16,-1-5-24-16,7-5 0 15,2-4 4-15,-3 0-34 16,1 0 0-16,-2 0-51 16,-6-8 56-16,-1-5-110 15,1-11 9-15,-16 1-164 16,-1-2-112-16</inkml:trace>
          <inkml:trace contextRef="#ctx0" brushRef="#br0" timeOffset="7416.1001">4250 4563 542 0,'0'0'239'15,"0"0"-99"-15,0 195 61 16,0-108-118-16,0-10-40 16,-13-11 9-16,4-15-26 0,6-15-14 15,3-13 5 1,0-6 1-16,0-12 15 15,0-5-33-15,0 0 0 16,-4 0 23-16,4 0 6 16,0 0-29-16,0 0 0 15,0 0 20-15,0-2-34 16,0-15 14-16,16-1-31 16,22-5 17-16,9-4-31 15,1 4 45-15,-3 6 0 0,-4 12 10 16,-13 5-30-16,-6 0 20 15,-7 9 0-15,2 17-13 16,1 4 33-16,2-4-20 16,7-7 0-16,6-6 16 15,9-6-10-15,10-7-5 16,5 0-1-16,1-11 17 16,-8-11 15-16,-11-7-32 15,-12-2 0-15,-21-4 22 16,-6-1-25-16,0-2 3 0,-25-1 0 15,-8 10-18-15,-2 11 17 16,6 18 1-16,2 0 0 16,11 18 1-16,12 24-24 15,4 9 23-15,20-2 0 16,46-4-16-16,71 3-75 16,-10-16-26-16,-10-10-255 0</inkml:trace>
          <inkml:trace contextRef="#ctx0" brushRef="#br0" timeOffset="9264.3455">5631 4988 804 0,'0'0'143'15,"0"0"-11"-15,0 0-11 16,0 0-105-16,0 0 45 16,0 0-36-16,0 0-9 15,-52 123 17-15,52-123-24 16,0 0-9-16,0 0 74 0,0 0-63 15,12 0 20-15,16-6-31 16,11-14 23-16,1 4-33 16,-3 0 10-1,-5 2 0-15,-11 4-13 0,-6 6 20 16,-5 2-7-16,2 2 0 16,-5 0 2-1,5 0-27-15,-7 0 25 16,6 6 0-16,4-2-22 0,0-2 28 15,-1-2-6-15,4 0 0 16,1 0 17-16,2 0-22 16,4-10 5-16,7-12 0 15,12-14-9-15,2-2-23 16,1-3 9-16,-3 1 21 16,-16 8-1-16,-9 16-24 15,-16 16 27-15,-3 0 0 0,0 9-25 16,0 23 27-16,-10 4-2 15,7-1 0-15,3-8 10 16,0-8-19-16,6-6 9 16,19-10 0-16,12-3 56 15,5 0-41-15,1-26 12 16,9-13-27-16,-10-3 18 16,-5-7-29-16,-9 2 11 15,-3-6-2-15,-6 0-13 0,1 0-53 16,-12-3 45-16,1 1-34 15,-6 2-33-15,-3 4 41 16,0 11-85-16,0 2 38 16,0 10 27-16,0 11 24 15,0 6 45 1,0 1 33-16,0 8-17 16,0 0 62-16,-3 0-39 15,-6 4 29-15,3 13 27 0,-1 2-94 16,3-1 56-16,-1 1-36 15,2 0-15-15,3 6 55 16,0-1-61-16,-3 6 9 16,-4 7 16-16,-5 4 5 15,-1 12-15-15,-5 7 9 16,-2 12-8-16,-1 4 16 16,3-3-32-16,8-5 0 15,-2-6-6-15,6-11 34 0,2-3-28 16,1-11 0-16,-4-3 13 15,2-9-14-15,-1-7 1 16,2-4 0-16,1-7-8 16,3-7 45-16,0 0-37 15,0 0 0-15,0-4 24 16,3-18-34-16,22-6 10 16,2-6 0-16,12-4-11 0,1 2-16 15,-9 5 27-15,-5 9 0 16,-8 9 2-16,-11 13-31 15,-4 0 29-15,0 0 0 16,-3 16-18-16,0 11 24 16,0-4-6-1,9 4 0-15,1-9 2 16,8-1-14-16,0-7 12 16,8-5 0-16,-1-5-6 15,-5 0 31-15,3 0-25 0,-4 0 13 16,-6-5 3-16,-1-8 10 15,-2-4-26-15,-7 2 0 16,-3 1-1-16,0-2 9 16,0 2-9-16,0 4 1 15,0 1-20-15,0 5-17 16,0 4 36-16,-3 0-30 16,3 0 30-16,0 0-70 0,0 0 71 15,0 0 0-15,0 0 0 16,13 0-14-16,-5 0 14 15,7-6 0-15,-8-5-2 16,0 0 23-16,-4-3-21 16,-3-6 0-16,0 1 0 15,0-4-32-15,0 5 32 16,0 1 0-16,0 5-13 16,0 9 9-16,-10-1 3 15,3 4 1-15,-1 0-10 16,5 0-22-16,3 0 32 15,0 0 0-15,8 7-12 16,24-5 37-16,15 2-25 16,13-4 0-16,13 0 16 15,9-6-15-15,5-18 0 16,0-4-1-16,-11-8 24 16,-8-1 11-16,-14-4-35 0,-11 1 0 15,-9-5 15-15,-9 0-23 16,-12-4 8-16,-5-3 0 15,-8 3-7-15,0 1 33 16,0 2-26-16,-21 9 0 16,-4 10 2-16,-9 11-17 15,2 12 15-15,-8 4 0 16,0 4-11-16,5 31 19 16,2 10-8-16,12 14 0 0,13 12 9 15,8 7 11-15,0 3-19 16,40 4-1-16,17-3 17 15,12-15 17-15,8-10-34 16,1-18 0-16,1-16 16 16,-6-16-11-16,-9-7-4 15,-9 0-1-15,-11-26 35 16,-23-6-3 0,-17-9-28-16,-4-8-4 0,-15 0 15 15,-22 3-31-15,2 10 16 16,-2 14 0-16,7 14-8 15,0 8 3-15,5 17 5 16,3 32 0-16,10 14-9 16,12 8-23-16,12 5-17 15,92 18-64-15,1-18-97 16,7-18-605-16</inkml:trace>
        </inkml:traceGroup>
        <inkml:traceGroup>
          <inkml:annotationXML>
            <emma:emma xmlns:emma="http://www.w3.org/2003/04/emma" version="1.0">
              <emma:interpretation id="{63C9CC03-FF28-425C-9C55-C144A559828F}" emma:medium="tactile" emma:mode="ink">
                <msink:context xmlns:msink="http://schemas.microsoft.com/ink/2010/main" type="inkWord" rotatedBoundingBox="18260,15444 21620,15286 21669,16320 18309,16479"/>
              </emma:interpretation>
              <emma:one-of disjunction-type="recognition" id="oneOf7">
                <emma:interpretation id="interp11" emma:lang="" emma:confidence="1">
                  <emma:literal/>
                </emma:interpretation>
              </emma:one-of>
            </emma:emma>
          </inkml:annotationXML>
          <inkml:trace contextRef="#ctx0" brushRef="#br0" timeOffset="10113.8763">8558 4790 371 0,'0'0'158'0,"0"0"68"16,0 0-100-16,0 0-32 16,0 0-10-16,0 0-76 15,0 0 36-15,5 49 9 0,-20 2 5 16,-4 13 65-16,1 5-104 16,3-4 16-16,5-3-9 15,3-11 9 1,0-6-28-16,7-9-7 15,0-10 10-15,0-11-11 16,0-10 2-16,0-5-1 0,0 0 63 16,0 0-62-16,0-14 65 15,-1-14-66-15,1-15 13 16,0-6-41-16,0-8 28 16,0-11-1-16,0-11-20 15,15-8-27-15,15-7 47 16,8-5-26-16,9 9-15 15,3 13 11-15,-3 13 24 16,0 18 7-16,-4 16-13 16,-7 20 20-16,-3 10-8 15,-8 0 1-15,-3 32 0 0,-15 11-13 16,-7 13 20-16,0-2-7 16,-14 1 2-16,-23-2 36 15,-3-12-38-15,-7-8 0 16,-4-7 8-16,-1-3-16 15,-3-6 8 1,8-2-37-16,0 6-16 0,12-6-169 16,13-2-342-16</inkml:trace>
          <inkml:trace contextRef="#ctx0" brushRef="#br0" timeOffset="10426.1914">9026 5083 705 0,'0'0'198'0,"0"0"-30"15,0 0-90-15,0 0 8 0,0 0-85 16,50 177 10-16,-50-161 5 16,0-10 18-16,0-6-18 15,0 0 60-15,0 0-47 16,0-13 51-16,0-13-72 15,0-6-6-15,0-2-2 0,0-10 23 16,12 3-23-16,16-4 0 16,9-5 0-16,6 1-26 15,4-5 26 1,5 5-52-16,-3 4 10 16,-6 9-103-16,-3 16-10 15,-15 7-155-15,-8 9-58 0</inkml:trace>
          <inkml:trace contextRef="#ctx0" brushRef="#br0" timeOffset="10690.0322">9501 4830 195 0,'0'0'234'0,"0"0"-60"16,0 0-47-16,0 0 22 15,5 163-101-15,13-136 30 16,4-12 16-16,10-7-86 16,8-8 75-16,2 0-46 15,1 0-29-15,-3-18 55 16,-6-8-54-16,-12-6-2 15,-16-6-1-15,-6-1 25 0,-3-3-31 16,-37 7 0-16,-10 8 0 16,-12 9-18-16,5 14 18 15,-2 4 0-15,12 0-1 16,7 22-32-16,15 8 24 16,14-1-49-16,11 3-47 15,26 0 12-15,23-10-157 16,6-9-8-16</inkml:trace>
          <inkml:trace contextRef="#ctx0" brushRef="#br0" timeOffset="11150.4707">10223 4586 430 0,'0'0'248'0,"0"0"-46"16,0 0-130-16,0 0 39 16,0 0-45-16,0 0 25 15,-127 172-23-15,114-117-52 16,13-3 26-16,0-5-26 16,22-11-5-16,28-8 56 15,12-5-67-15,13-10 30 16,13-9-20-16,-4-4 31 15,0 0-41-15,-12-6 0 16,-11-16 0-16,-17-5 11 16,-22 1 3-16,-16-4-14 15,-6 2 0-15,-3 3 25 16,-27 3-32-16,-9 10 7 0,-4 12 0 16,3 0-35-16,0 4 35 15,11 22 0-15,8 6-2 16,7 4 11-16,14-4-11 15,0 0 2-15,0-2 0 16,29-7-6-16,14-3 6 16,11-7-13-16,7-8-16 15,5-1-116-15,9-4 32 0,-15 0-182 16,-13 0-114-16</inkml:trace>
          <inkml:trace contextRef="#ctx0" brushRef="#br0" timeOffset="11526.7868">11436 4688 595 0,'0'0'158'0,"0"0"10"15,0 0 5-15,0 0-125 16,0 0 52-16,-224 134-61 15,187-98-36-15,17-6 29 16,18-2-22-16,2-3-10 16,0-1 0-16,18-1 35 15,9-5-35-15,5-1 0 0,-5 3 1 16,-4-3 1-16,-9-6-1 16,-8 3-1-16,-6-1 4 15,0 0 33-15,0 0-30 16,0 4-7-16,-20-2 12 15,-10-2-4-15,-2 0 0 16,1-3-8-16,-1-1 0 16,8-3-41-16,6-2 22 15,15-4-65-15,6 0-45 0,30 0-128 16,11-14-300-16</inkml:trace>
          <inkml:trace contextRef="#ctx0" brushRef="#br0" timeOffset="11862.5867">11809 4691 87 0,'0'0'573'0,"0"0"-411"0,0 0-109 15,0 0 71-15,0 0-56 16,0 0-50-16,-198 67 45 15,192-39-53-15,6 4-10 16,0 2 16-16,6-6 13 16,19 1-13-16,-3-3 13 0,0 0-27 15,-9 1 53-15,-4-5-41 16,-9 7-5-16,0-2 14 16,0 1 10-16,-22-2-23 15,-12 1-10-15,-4-1 0 16,-9-5-19-16,-8 3 19 15,-4-5-39-15,-1 4-9 16,-27 3-122-16,19-7-123 16,11-5-417-16</inkml:trace>
        </inkml:traceGroup>
      </inkml:traceGroup>
      <inkml:traceGroup>
        <inkml:annotationXML>
          <emma:emma xmlns:emma="http://www.w3.org/2003/04/emma" version="1.0">
            <emma:interpretation id="{66C018ED-0589-4F8B-A30D-234DC9625F6A}" emma:medium="tactile" emma:mode="ink">
              <msink:context xmlns:msink="http://schemas.microsoft.com/ink/2010/main" type="line" rotatedBoundingBox="16455,16225 18630,16325 18591,17167 16417,17067"/>
            </emma:interpretation>
          </emma:emma>
        </inkml:annotationXML>
        <inkml:traceGroup>
          <inkml:annotationXML>
            <emma:emma xmlns:emma="http://www.w3.org/2003/04/emma" version="1.0">
              <emma:interpretation id="{DAED5E9B-3B99-49B7-9BE2-63399D584119}" emma:medium="tactile" emma:mode="ink">
                <msink:context xmlns:msink="http://schemas.microsoft.com/ink/2010/main" type="inkWord" rotatedBoundingBox="16455,16225 18031,16297 17992,17140 16417,17067"/>
              </emma:interpretation>
              <emma:one-of disjunction-type="recognition" id="oneOf8">
                <emma:interpretation id="interp12" emma:lang="" emma:confidence="1">
                  <emma:literal/>
                </emma:interpretation>
              </emma:one-of>
            </emma:emma>
          </inkml:annotationXML>
          <inkml:trace contextRef="#ctx0" brushRef="#br0" timeOffset="15736.5322">7603 5604 367 0,'0'0'112'0,"0"0"-4"0,0 0 31 16,0 0-68-16,0 0 33 16,0 0 11-16,0 0-87 15,-4-11 76-15,4 11-56 16,0 0-22-16,0-3 58 15,0 3-83-15,0 0 35 16,0-2-12-16,21-2 3 16,15-4-4-16,8 7-23 15,9-7 1-15,3 6 22 16,0-2-1-16,3 1-22 16,-2 3 0-16,-7 0 26 15,-7 0-39 1,-6 0 13-16,-10 0-42 0,-7 0 36 0,-3 0-90 15,-6 0 30-15,-11 0-7 16,0 0-194-16,-3 13 43 16,-15 0-437-16</inkml:trace>
          <inkml:trace contextRef="#ctx0" brushRef="#br0" timeOffset="16064.5755">7616 5749 312 0,'0'0'185'16,"0"0"-3"-16,0 0-90 0,0 0-14 15,0 0 78-15,0 0-102 16,0 0 31-16,72 0-4 15,-38 0-64-15,1 0 67 16,5 0-79-16,3 0-4 16,1 0 4-16,-1 0 11 15,-4 0-16-15,-6 0 0 16,-4 0-49-16,-11 0 49 16,-5 0-91-16,-8 0-78 15,-5 3-44-15,0 5-107 0</inkml:trace>
          <inkml:trace contextRef="#ctx0" brushRef="#br0" timeOffset="18290.3389">7232 5360 55 0,'0'0'159'15,"0"0"-87"-15,0 0 4 16,0 0 17-16,0 0-73 16,0 0 20-16,0 0-40 15,70 0 15-15,-69 0 10 0,6 0-24 16,-3-2 18-16,4 2 3 16,-5-3 0-16,4 3-9 15,-4-4-3-15,1 4-9 16,-4 0 47-16,0 0-42 0,0 0 4 15,0 0 0-15,0 0 16 16,0 0-26-16,-17 0 17 16,-13 0-10-16,-2 0 41 15,-8 0-38-15,5 4-10 16,-5 1 36-16,3-1-24 16,2 3 40-16,-2-5-36 15,5 2-6-15,-5 0 51 16,-1-2-60-16,-6 5 34 15,1-3-16-15,-4 2 10 16,4 1 7-16,2-1-36 16,10-2 14-16,6-3 14 0,6 3-11 15,4-4-17 1,12 4 2-16,0-4 34 0,1 4-42 16,2-2 6-16,0 9 0 15,0 0 6-15,0 6 8 16,0 6 2-16,0 9 38 15,0 0-37-15,0 7 28 16,0 0-45-16,0 4 9 16,0-3 14-16,0-3-4 15,0 3-19-15,0-6 7 16,0 1 34-16,0 0-45 16,0-3 4-16,0-4 0 15,0-3-15-15,0-10 28 16,0-2-13-16,0-4 0 15,0-3 35-15,0-2-45 0,0-4 10 16,0 4 0-16,0-4-31 16,0 0 24-16,0 0-12 15,0 0 5-15,8 0-94 16,29 0 63 0,-2 0-179-16,0-4-189 0</inkml:trace>
          <inkml:trace contextRef="#ctx0" brushRef="#br0" timeOffset="18576.5308">6820 5732 468 0,'0'0'116'16,"0"0"11"-16,0 0-4 15,0 0-69-15,0 0 57 16,216-47-81-16,-176 45-28 0,-8-2 2 16,-2 0-4-16,-5 4-25 15,-12 0-92-15,-1 0-112 16,-12 0-71-16</inkml:trace>
          <inkml:trace contextRef="#ctx0" brushRef="#br0" timeOffset="19711.4324">7285 5443 134 0,'0'0'234'0,"0"0"-110"0,0 0-6 15,0 0 48-15,0 0-85 16,0 0 13-16,-65 191-13 15,40-150-74-15,-2-1 89 16,10-12-70-16,4-5-25 16,5-10 30-16,4-8-6 15,1-1-25-15,3-4 27 16,0 0-6-16,0 0 34 16,-3 0-30-16,3 0-24 15,0-13 13-15,0-13 3 16,0-4-17-16,6-10 0 0,19-5 23 0,4-9-36 31,3 3 13-31,4-5 0 0,4 1-29 16,4 5 31-16,3 5-2 0,0 4 0 0,-4 15 17 31,1 13-34-31,-9 7 17 16,-5 6 0-16,-9 0-31 15,-4 4 33-15,-13 18-2 0,-4 3 0 16,0 6 24-1,-7-1-32-15,-22-6 8 0,-4-1 0 16,-5-2-19-16,1-6 35 16,-2-2-16-16,4-4 0 15,8-3 22-15,2-2-27 16,7-1 5-16,8 1 0 16,5-4-17-16,2 0 27 15,3 0-10-15,0 2 0 16,0 2 19-16,0 5-35 15,8 1 16-15,9 7 0 16,8-1-2-16,1 0 36 16,1 4-34-16,5-1 0 15,-5-1 26-15,6 1-23 16,-8-6-3-16,0 0 0 0,-3-4-10 16,-4-3 18-16,-1 4-21 15,2-3 6-15,-3-1-79 16,11 1 59-16,13 3-115 15,-8-5-170-15,0-1-415 0</inkml:trace>
        </inkml:traceGroup>
        <inkml:traceGroup>
          <inkml:annotationXML>
            <emma:emma xmlns:emma="http://www.w3.org/2003/04/emma" version="1.0">
              <emma:interpretation id="{C495C2BB-27E7-4079-83D0-993F20AD555C}" emma:medium="tactile" emma:mode="ink">
                <msink:context xmlns:msink="http://schemas.microsoft.com/ink/2010/main" type="inkWord" rotatedBoundingBox="18078,16562 18618,16587 18598,17012 18059,16987"/>
              </emma:interpretation>
              <emma:one-of disjunction-type="recognition" id="oneOf9">
                <emma:interpretation id="interp13" emma:lang="" emma:confidence="0.5">
                  <emma:literal>0</emma:literal>
                </emma:interpretation>
                <emma:interpretation id="interp14" emma:lang="" emma:confidence="0">
                  <emma:literal>o</emma:literal>
                </emma:interpretation>
                <emma:interpretation id="interp15" emma:lang="" emma:confidence="0">
                  <emma:literal>O</emma:literal>
                </emma:interpretation>
                <emma:interpretation id="interp16" emma:lang="" emma:confidence="0">
                  <emma:literal>°</emma:literal>
                </emma:interpretation>
                <emma:interpretation id="interp17" emma:lang="" emma:confidence="0">
                  <emma:literal>.</emma:literal>
                </emma:interpretation>
              </emma:one-of>
            </emma:emma>
          </inkml:annotationXML>
          <inkml:trace contextRef="#ctx0" brushRef="#br0" timeOffset="20537.8677">8670 5584 33 0,'0'0'352'0,"0"0"-144"0,0 0-144 16,0 0 122-16,0 0-120 16,0 0 27-16,0 0 4 15,-15-36-89-15,-7 36 55 16,-13 0-32-16,-15 27 1 16,-12 11 75-16,-3 11-107 15,1 8 54-15,5-7-28 16,19-1 3-16,15-11-19 15,22-3-10-15,3-7 0 0,10-9-20 16,37-2 45-16,11-12-25 16,14-5 0-16,7 0 29 15,-1 0-26-15,-7-15-3 16,-14-11 0 0,-21 0-13-16,-11-2 40 0,-15 0-27 15,-10-8 0-15,0 1 32 16,-10-3-7-1,-23-2-25 1,-2 5 0-16,-9 3-3 0,4 8 16 16,2 7-13-16,1 12 0 15,5 5-48-15,0 0 48 16,9 5-113-16,-2 32-10 16,12-5-57-16,1-6-459 0</inkml:trace>
        </inkml:traceGroup>
      </inkml:traceGroup>
    </inkml:traceGroup>
  </inkml:traceGroup>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00:50.276"/>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01E4D904-1369-42C8-9EA1-60FB5BC09E44}" emma:medium="tactile" emma:mode="ink">
          <msink:context xmlns:msink="http://schemas.microsoft.com/ink/2010/main" type="inkDrawing" rotatedBoundingBox="2635,12849 3975,12094 4243,12569 2903,13324" semanticType="callout" shapeName="Other">
            <msink:sourceLink direction="with" ref="{1D9060C0-8D29-4C5D-A19C-C4546E3C1BB6}"/>
            <msink:sourceLink direction="with" ref="{4A46DD36-084F-4C60-B6CC-1A2E47E36C78}"/>
          </msink:context>
        </emma:interpretation>
      </emma:emma>
    </inkml:annotationXML>
    <inkml:trace contextRef="#ctx0" brushRef="#br0">2731-1120 185 0,'0'0'141'16,"0"0"-37"-16,0 0-51 15,0 0 12-15,0 0-33 0,0 0-2 16,13-32 63-16,-10 32-63 16,-3-3 42-16,0 3-11 15,0 0-60-15,0 0 58 16,0 0-59-16,0 0 0 16,0 0-5-16,0 0 23 15,0 0-18-15,0 0 0 16,0 0-32-16,0 0 15 15,0 13 13-15,-10 15 4 16,-15 4 87-16,-12 9-87 16,-6 3 64-16,-7 2-15 15,-4-1-37-15,-4 0 57 16,1-5-67-16,-2-3 6 16,2 3 36-16,-4-8-18 15,2 4-12-15,-3-5-14 0,5 0 15 16,-1-2-4-16,1-3-10 31,3 0-1-31,8-3 0 16,-1 0 30-16,7-5-30 15,1 1 0-15,9-2 2 0,3-7-8 16,11-2 6-16,6-2 0 16,3-6 0-16,-3 3 26 15,8-3-26-15,-1 0 0 16,3 0 1-16,0 0-5 15,0 0 4-15,0 0-6 16,0 0-22-16,37 0-144 16,6-7 4-16,7-9-239 0</inkml:trace>
    <inkml:trace contextRef="#ctx0" brushRef="#br0" timeOffset="770.5644">2386-1027 192 0,'0'0'232'15,"0"0"-147"-15,0 0 24 0,0 0 12 16,0 0-63-16,0 0 69 16,0 0-80-16,0-2-34 15,0 2 32-15,0-4-17 16,0 4-20-16,0 0 23 15,0 0-10-15,0-4 29 16,0 4-45-16,15-4-3 0,14-1 17 16,14-1 1-16,4-5-20 15,8 0 0-15,2-3 26 16,-4 1-20-16,3 0-6 16,-10 0 0-16,-7 2-18 15,-2-3 30-15,-9 3-12 16,-10 6 0-16,-2-1 22 15,-6-2-19-15,-7 5-3 16,-3 3 0-16,0 0-13 16,0 0 21-16,0 0-8 15,0 0 0-15,0 0-13 16,-10 17-6-16,-9 18 19 16,-6 10 0-16,0 6-13 15,-1 2 38-15,9-1-25 16,2-5 0-16,3-10 32 0,7-1-25 15,0-4-7-15,5-6 0 16,-5 1-9-16,3-5 30 16,-1 2-23-16,-7-2 2 15,-12 10-127-15,-3-5-77 16,3-9-406-16</inkml:trace>
  </inkml:traceGroup>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03:08.510"/>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A0B5FF2B-C331-421A-AB67-F54D9018D4A6}" emma:medium="tactile" emma:mode="ink">
          <msink:context xmlns:msink="http://schemas.microsoft.com/ink/2010/main" type="writingRegion" rotatedBoundingBox="13754,12185 15578,12799 15263,13736 13439,13122"/>
        </emma:interpretation>
      </emma:emma>
    </inkml:annotationXML>
    <inkml:traceGroup>
      <inkml:annotationXML>
        <emma:emma xmlns:emma="http://www.w3.org/2003/04/emma" version="1.0">
          <emma:interpretation id="{F83F17D6-B48F-4FD7-A66B-7E250C242FDD}" emma:medium="tactile" emma:mode="ink">
            <msink:context xmlns:msink="http://schemas.microsoft.com/ink/2010/main" type="paragraph" rotatedBoundingBox="13754,12185 15578,12799 15263,13736 13439,13122" alignmentLevel="1"/>
          </emma:interpretation>
        </emma:emma>
      </inkml:annotationXML>
      <inkml:traceGroup>
        <inkml:annotationXML>
          <emma:emma xmlns:emma="http://www.w3.org/2003/04/emma" version="1.0">
            <emma:interpretation id="{74BEC61A-1FAB-41A0-B1C2-D1C62FD1B1DD}" emma:medium="tactile" emma:mode="ink">
              <msink:context xmlns:msink="http://schemas.microsoft.com/ink/2010/main" type="line" rotatedBoundingBox="13754,12185 15578,12799 15263,13736 13439,13122"/>
            </emma:interpretation>
          </emma:emma>
        </inkml:annotationXML>
        <inkml:traceGroup>
          <inkml:annotationXML>
            <emma:emma xmlns:emma="http://www.w3.org/2003/04/emma" version="1.0">
              <emma:interpretation id="{2A3F5057-C9A1-49E6-89D3-F35B8AE7C0B1}" emma:medium="tactile" emma:mode="ink">
                <msink:context xmlns:msink="http://schemas.microsoft.com/ink/2010/main" type="inkWord" rotatedBoundingBox="13754,12185 15578,12799 15263,13736 13439,13122"/>
              </emma:interpretation>
              <emma:one-of disjunction-type="recognition" id="oneOf0">
                <emma:interpretation id="interp0" emma:lang="" emma:confidence="0.5">
                  <emma:literal>of</emma:literal>
                </emma:interpretation>
                <emma:interpretation id="interp1" emma:lang="" emma:confidence="0">
                  <emma:literal>Of</emma:literal>
                </emma:interpretation>
                <emma:interpretation id="interp2" emma:lang="" emma:confidence="0">
                  <emma:literal>if</emma:literal>
                </emma:interpretation>
                <emma:interpretation id="interp3" emma:lang="" emma:confidence="0">
                  <emma:literal>off</emma:literal>
                </emma:interpretation>
                <emma:interpretation id="interp4" emma:lang="" emma:confidence="0">
                  <emma:literal>If</emma:literal>
                </emma:interpretation>
              </emma:one-of>
            </emma:emma>
          </inkml:annotationXML>
          <inkml:trace contextRef="#ctx0" brushRef="#br0">1029 479 590 0,'0'0'94'16,"0"0"67"0,0 0-93-16,0 0 20 0,0 0-60 15,0 0-27-15,-84 172 75 16,84-151-76-16,15-10 30 16,13 0-15-16,8-5 19 15,-5-6-28-15,1 0-6 16,-12-4 1-16,-5-19 14 15,-8-5-14-15,-7-5-1 16,0-1 0-16,0-1 9 16,-18 10-18-16,-4 1 9 0,3 12 0 15,9 3-13-15,4 5 23 16,1 0-10-16,5 4 0 16,0 0 13-16,0 0-13 15,38-5 0-15,11-8 10 16,16-6 6-16,7-11-4 0,-7-2-12 31,-12-5 0-31,-12-4 35 16,-16-6-41-16,-14 0 6 0,-11-6 0 15,0 2-23-15,0 5 23 16,-18 7 0-16,-4 7 0 16,4 11 23-16,-1 15-42 15,6 6 19-15,1 0-9 16,2 19-20-16,2 24 25 15,8 20 4-15,0 11 20 0,0 10-1 16,8 10 30-16,17 3-33 16,-3 3-15-16,0-6 34 15,-5-1-6-15,-2-18-19 16,-4-12-5-16,-7-11 35 16,-4-13-43-16,0-9 3 15,0-11 0-15,0-6-26 16,0-6-17-16,0-1-7 15,0-6-6-15,-12 0-67 16,-1-4-36-16,-2-14-176 0</inkml:trace>
          <inkml:trace contextRef="#ctx0" brushRef="#br0" timeOffset="136.4458">1381 822 510 0,'0'0'204'0,"0"0"-48"15,0 0 27-15,0 0-132 16,0 0 21-16,0 0-63 15,188-154 20-15,-80 133-58 16,-9 6-69-16,-7 5-395 0</inkml:trace>
          <inkml:trace contextRef="#ctx0" brushRef="#br0" timeOffset="-724.9672">268-176 443 0,'0'0'176'0,"0"0"-101"0,0 0 1 15,0 0-41 1,0 0 10-16,0 0 128 16,0 0-102-16,-55 152-26 15,29-93 8-15,5-4-28 16,4-4-15-16,-1-2-10 15,4-4 19-15,6-5-24 16,4-3 5-16,4 4-56 0,0 8-22 16,11-10-221-16,14-7-326 0</inkml:trace>
          <inkml:trace contextRef="#ctx0" brushRef="#br0" timeOffset="-1048.7222">498-222 578 0,'0'0'152'0,"0"0"-122"16,0 0 8-16,0 0-7 0,0 0 79 15,0 0-32-15,0 0 41 16,-83 210-108-16,66-145 50 15,0 4-10-15,7-3-34 16,4-6 18 0,-1-5-35-16,4-5 0 15,3-11-9-15,0-3 25 16,0-8-16-16,0-5 0 16,0-8-94-16,0 2 43 0,0-10-161 15,0-5-48-15,0-2-82 0</inkml:trace>
          <inkml:trace contextRef="#ctx0" brushRef="#br0" timeOffset="-1390.604">243 342 405 0,'0'0'164'16,"0"0"-85"-16,0 0 74 0,0 0-38 15,0 0-46-15,215-22 44 16,-159 12-106-16,2-3 33 16,-3 0-31-16,-8 0 30 15,-7 0-53-15,-15-1 14 16,-13-1-96-16,-12 2-30 15,0-4-276-15</inkml:trace>
          <inkml:trace contextRef="#ctx0" brushRef="#br0" timeOffset="-1622.4519">0 139 368 0,'0'0'221'0,"0"0"-93"16,0 0-50-16,0 0 111 16,0 0-109-16,0 0-31 15,0 0 5-15,0 0-30 16,0 0-6-16,0 0 11 15,0 0-28-15,0 0 80 0,0 0-80 16,7 0 33-16,26 0-7 16,21 0 13-16,16-13-38 15,9 0-2 1,14-4 20-16,1-2-13 16,0 1-7-16,-9 3 0 15,-5-2 0-15,-11 8-14 16,-21-4 8-16,-14 7-20 15,-19 6-60-15,-15 0 47 0,-29 0-249 16,-26 9-4-16,-2 10 37 0</inkml:trace>
        </inkml:traceGroup>
      </inkml:traceGroup>
    </inkml:traceGroup>
  </inkml:traceGroup>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03:17.558"/>
    </inkml:context>
    <inkml:brush xml:id="br0">
      <inkml:brushProperty name="width" value="0.08167" units="cm"/>
      <inkml:brushProperty name="height" value="0.08167" units="cm"/>
      <inkml:brushProperty name="color" value="#ED1C24"/>
      <inkml:brushProperty name="fitToCurve" value="1"/>
    </inkml:brush>
  </inkml:definitions>
  <inkml:traceGroup>
    <inkml:annotationXML>
      <emma:emma xmlns:emma="http://www.w3.org/2003/04/emma" version="1.0">
        <emma:interpretation id="{09F63AF2-4034-4067-B4B5-533AF5D92445}" emma:medium="tactile" emma:mode="ink">
          <msink:context xmlns:msink="http://schemas.microsoft.com/ink/2010/main" type="inkDrawing" rotatedBoundingBox="13691,11826 15355,9679 16789,10791 15125,12937" hotPoints="16090,10976 15639,12424 14125,12329 14576,10880" semanticType="enclosure" shapeName="Ellipse"/>
        </emma:interpretation>
      </emma:emma>
    </inkml:annotationXML>
    <inkml:trace contextRef="#ctx0" brushRef="#br0">1952 107 208 0,'0'0'187'0,"0"0"-97"15,0 0-6-15,0 0-63 16,0 0 46-16,0 0-20 0,0 0-3 15,10-47 71-15,-10 44-66 16,0 1 2-16,0-6-24 16,0 6 4-1,0-5-21-15,-3 1-10 0,-17 2 0 16,5-3-18 0,-15 1 44-16,-2 1-26 15,-3 1 6-15,-9 4 33 16,-2 0-39-16,-1 0 0 15,0 0 1-15,0 0 32 0,7 0-15 16,0 0-14-16,5 0 3 16,-2 4 31-16,0 1-31 15,5 1-7-15,1 1 0 16,-5 3-3-16,6 3 13 16,-6 0-10-16,2 2 0 15,-4 6 32-15,1-2-32 16,-2-1 0-16,3 1 1 0,0-2 3 15,0 2 11-15,4 2-15 16,3-2 0-16,-1 0 30 16,2 2-31-16,0-2 1 15,-1 3 0-15,-1 5-21 16,2-5 29-16,1 7-8 16,-5-3 0-16,5 6 17 15,-3 0-26-15,5 2 9 16,-3-1 0-16,3 2-19 0,-6-6 35 15,6 4-16-15,4-4 0 16,1-5 28-16,1-1-47 16,4 1 19-1,0-5 0-15,2 4-30 16,-2 0 35-16,1 3-5 16,-1 1 0-16,0 1 31 0,3 2-40 15,-4-2 9 1,6 1 0-16,-5-3-17 0,0 4 33 15,1-6-16-15,-6 3 0 16,8 4 26-16,-3-3-38 16,-1 2 12-16,4-5 0 15,-3 1-22-15,3 0 33 16,-1-1-11-16,-2 1 0 16,5 4 29-16,-5-2-44 15,0 3 15-15,1 1 0 0,-4-3-20 16,3 1 33-16,1-4-13 15,8-5 0-15,-3 1 17 16,6-1-33-16,-2-2 16 16,5 0 0-16,0 1-24 15,0-1 37 1,0 3-13-16,0 0 0 16,0 3 24-16,0 1-32 0,0 0 8 15,5-3 0-15,2 2-19 16,4 1 30-16,0 0-11 15,-1 1 0-15,10 1 21 16,-7-5-30-16,5 4 9 16,4-9 0-16,-3 3-20 15,-3-6 33-15,3-2-13 16,-1-1 0-16,4-7 21 0,-1 1-21 16,5 1 0-16,2-7 0 15,5 0-14-15,3 0 28 16,0 0-14-16,3 0 0 15,3 0 22-15,-4 0-33 16,-3 0 11-16,2 0 0 16,0 0-19-16,-9 0 17 15,-1 0 2-15,5 0 0 16,-9 0 8-16,2 0-32 16,2 0 24-16,-2 0 0 15,0 6-18-15,4-2 25 16,-1-2-7-16,0 1 0 15,3-3 13-15,0 0-25 0,1 0 12 16,-2 0 0-16,2 0-13 16,-5 0 29-16,3-3-16 15,3-7 0-15,-4 1 9 16,1-1-24-16,-2-3 15 16,1 0 0-16,-4 4-1 15,8-6 11 1,-1-2-10-16,-4-2 0 0,6-2 3 15,-6 2-12-15,1 0 9 16,-4 2 0-16,2 4-1 16,-1-4 17-16,1 5-16 15,-2-5 0-15,2 1 0 16,-7 0-9-16,5-2 11 16,-7-1-2-16,-1-2 11 15,-2 2 29-15,0-3-37 16,-5-5-3-16,-3 0 10 0,5 1 3 15,-2-2-1-15,0-4-12 16,1-2 0-16,1 4 27 16,-2-10-27-16,5-1 0 15,-5-3 1-15,5-5 9 16,-5 3-3-16,-1 5-7 0,-3-4 0 16,-6 5 29-1,0 5-29-15,0 5 0 16,0 0 1-16,0 6-20 15,0-1 25-15,0 3-6 16,-6-1 0-16,-6 3 18 0,-1-3-26 16,-2 0 8-1,0-3 0-15,-2 4-16 0,-3-5 24 16,3 0-8-16,-1-1 0 16,-1-2 29-16,-2 1-38 15,4-6 9-15,-5 3 0 16,0-4-23-16,1 4 29 15,-1-2-6-15,-7 1 0 16,-1 5-45-16,-1-2 45 16,-1 7-54-16,-5 4-20 15,-3 6 35-15,-17 8-210 0,10 1 14 16,4 4-159-16</inkml:trace>
    <inkml:trace contextRef="#ctx0" brushRef="#br0" timeOffset="-14462.3234">1534 445 185 0,'0'0'86'16,"0"0"-28"-16,0 0-22 16,0 0-13-16,0 0 64 15,0 0-50-15,0 0 8 0,-12-9 40 16,9 9-83-16,3 0 42 16,0 0-44-16,0 0 21 15,0 0-19-15,0 0-2 0,-3 0 0 16,-4 0-2-16,-8 0 25 15,-3 0-23-15,-4 0 0 16,2 0 1 0,-7 0-2-16,2 0 12 15,0 0-11-15,-4 0 38 0,1 0-25 16,0 0 49-16,-6 0-15 16,6 0-45-16,-1 0 35 15,-1 0-35-15,2 0-2 16,-1 0 1-16,1 0 27 15,-5 0-28-15,1 0 0 16,5 0 1-16,-5 0 2 16,5 3-2-16,-6 7-1 15,0 3 0-15,-3 0 30 16,0 2-30-16,-4 6 0 16,-4-1 0-16,6 0 6 15,-3 3-5-15,6 0-1 0,-5 1 0 16,8 0 38-16,-4 1-47 15,7-3 9-15,-4 1 0 16,4-4 0-16,4-2 10 16,0 2-10-16,0-2 0 15,5-1 29-15,-3 4-37 16,4-3 8-16,6-2 0 16,-2 2-12-16,3-2 18 15,4 2-6-15,-1 0 0 0,-2 2 32 16,1-4-38-16,-2 4 6 15,2-2 0-15,-2 0-12 16,2 1 24 0,-2 1-12-16,2 2 0 15,-1-6 27-15,2 7-28 16,-2-4 1-16,-1-1 0 16,2 2-26-16,0 0 42 15,-2 4-16-15,0 1 0 0,2 0 21 16,-3-1-29-16,5 3 8 15,-1-3 0-15,3 3-25 16,-1-3 40-16,4 2-15 16,-1 2 0-16,-2 3 24 15,4 2-37-15,-1 0 13 16,-1 3 0-16,-3 1-26 16,2-4 42-16,5 0-16 15,-3-5 0-15,3 0 25 16,0-1-38-16,0-7 13 0,0 0 0 15,0 1 13-15,12-3 8 16,0 4-21-16,8-2 0 16,1 3 28-16,4 5-35 15,4-5 7-15,1 6 0 16,-2-6-18-16,4 5 33 16,2-5-15-16,-4 1 0 15,8-1 20-15,-1 1-33 16,-2-1 13-16,0-3 0 15,2-2-17-15,-5-6 24 16,1 6-7-16,-4-3 0 16,-4-5 17-16,0 4-24 15,0-3 7-15,-3 0 0 16,3-3-17-16,-7-1 22 16,0 2-5-16,4-7 0 0,-3 3 18 15,-3-4-23-15,9 4 5 16,1-4 0-16,7 0-18 15,-1 0 28-15,1 0-10 16,1 0 0-16,1 0 17 16,-7 0-26-16,4 0 9 15,-7 0 0-15,5 0-17 16,-5 0 29-16,-3 0-12 16,0-8 0-16,-7 7 13 0,5-3-29 15,-2-2 16-15,6-1 0 16,-8 3-9-16,6-6 26 15,3 4-17-15,-3-4 0 16,3-1 9 0,0 2-19-16,-3-1 10 15,3 1 0-15,-7-4-7 16,4 3 27-16,-5-3-20 16,1 0 0-16,-3 0 1 0,-1-2 3 15,4-2 5-15,-3-2-9 16,-2 0 10-16,6-3 19 15,-4-1-29-15,3-3 0 16,-9-1 7-16,7 0 8 16,-1-1-2-16,-5-2-13 15,0-2 17-15,-3 4 15 16,1-4-20-16,3-2-12 0,-3 6 14 16,-3-4 8-16,0 1-16 15,-2 2-6-15,1 3 0 16,1-4 29-16,-2 2-31 15,4-1 2 1,-4-1 0-16,4 4-13 0,1 2 15 16,-5 1-2-16,4 1 0 15,1 0 29-15,-4 3-39 16,2-2 10 0,1 2 0-16,-3 1-12 0,1-3 21 15,1 0-9-15,-2-1 0 16,2-5 26-16,6 1-36 15,-5-6 10-15,4 1 0 0,-2-1-18 16,-1 4 30-16,-1-2-12 16,-2 3 0-16,-2 3 29 15,0 1-38-15,2 1 9 16,-1-1 0-16,-4-3-16 16,0 3 26-16,0 0-10 15,0-4 0-15,0 5 34 16,0-5-40-16,0 1 6 15,0-2 0-15,0-4-13 0,0-4 23 16,0 0-10 0,0 1 0-16,-12-6 32 0,4 7-33 15,-2-5 1 1,0 1 0-16,-5-1-5 16,5-3 21-16,-5 3-16 15,0-5 5-15,-2 2 34 16,2-3-29-16,-4 4-10 15,3-1 0-15,-1 3-19 0,-7 7 34 16,6-3-15-16,-4 12 0 16,1 1 10-16,-1 7-26 15,0 4 16-15,0 1 0 16,1 10-31-16,-4 0-43 16,-1 0 12-16,-9 8-9 15,-20 29-93-15,5-1-38 16,7-1-165-16</inkml:trace>
    <inkml:trace contextRef="#ctx0" brushRef="#br0" timeOffset="2650.934">1830 192 198 0,'0'0'147'0,"0"0"-30"15,0 0-64-15,0 0-5 16,0 0 43-16,0 0-81 16,0 0 33-16,0-23 6 15,0 23-36 1,-3-1 36-16,-1-7-49 16,-4 4 2-16,0-1-21 0,-2-3 38 15,-7 2-19-15,-1 3 0 16,-7-3 13-16,-6 2-41 15,0 1 28-15,-6 3 0 16,0 0 9-16,2 0-9 16,0 0 0-16,-2 0 0 15,2 0 22-15,-2 0-7 16,-3 0-15-16,-2 0 0 16,2 0 39-16,-7 0-24 15,4 0 22-15,-2 7-37 16,-2 2 23-16,2 1-12 15,1 3-11-15,1 0 0 0,-1 4-16 16,6 2 29 0,-6 0-13-16,1 4 0 0,-1 0 19 15,-3 3 9-15,-1 1-28 16,-1 3 0-16,3-2 19 16,2 0 7-16,4 2-26 15,5 2 0-15,0 0 21 16,8 1-50-16,-1 3 29 15,6 3 0-15,0-3-12 16,0 2 41-16,4 1-29 16,-2-3 0-16,-3 3 22 15,2 0-8-15,-2 1-14 16,-2-5 0-16,3 3-7 16,0-2 32-16,2 3-25 15,0-3 0-15,-3 1 23 0,0-2-39 16,6 1 16-16,2 0 0 15,1-2-12-15,-1-2 31 16,5 2-19-16,2-2 0 16,5 0 16-16,-1-1-38 15,4 1 22-15,0 0 0 16,0 3-8-16,0-3 32 16,0-4-24-16,0 6 0 15,0-5 7-15,7 2-17 16,5 1 10-16,-9-4 0 0,2 6-1 15,5-6 12-15,-7 4-11 16,4-4 0-16,0 2 2 16,1-3-9-16,4-1 7 15,-2-3 0-15,7-4-1 16,4 0 15-16,1 2-14 16,3-2 0-16,0 3 1 0,2 1-10 15,-7-1 9-15,3 5 0 16,-2-5 0-16,2-3 15 15,0-2-15-15,7-2 0 16,2-2 0-16,8-3-2 16,4 0 3-16,3-6-1 15,3-1 0-15,0-3 20 16,4 0-21-16,-4 0 1 16,-3 0 0-16,-4 0-16 15,-3 0 17-15,4 0-1 16,-4-7 0-16,-2-3 22 15,-1 0-24-15,3 1 2 16,-5-1 0-16,5-3-16 16,-8 0 16-16,7-4 0 15,-6 2 0-15,4-2 26 0,3-6-26 16,3 5 0-16,-4-5 0 16,3 4-22-16,-7-3 29 15,0 1-7-15,-5-2 0 16,5 5 25-16,-3-2-37 15,-2-5 12-15,2 3 0 16,-4-1-8-16,1-1 22 16,1-3-14-16,-5-1 19 15,0-6 4-15,2 2 13 16,-1-3-36-16,0-4 1 16,-5-4 11-16,4 1 12 15,-3-3-19-15,3-4 24 16,0-1 4-16,2-10-31 15,1-6-2 1,-4-3 0-16,-4-6-5 16,-3-3 15-16,-6-5-10 15,-7 4 0-15,-4 0 3 0,0-3-30 16,0 12-11 0,-25 3-59-16,-26 4 4 0,5 19-204 15,2 20 6-15</inkml:trace>
  </inkml:traceGroup>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39:00.183"/>
    </inkml:context>
    <inkml:brush xml:id="br0">
      <inkml:brushProperty name="width" value="0.08167" units="cm"/>
      <inkml:brushProperty name="height" value="0.08167" units="cm"/>
      <inkml:brushProperty name="color" value="#3165BB"/>
      <inkml:brushProperty name="fitToCurve" value="1"/>
    </inkml:brush>
  </inkml:definitions>
  <inkml:traceGroup>
    <inkml:annotationXML>
      <emma:emma xmlns:emma="http://www.w3.org/2003/04/emma" version="1.0">
        <emma:interpretation id="{B0A8DA9F-D8E7-4019-9F75-DE508CB27CCA}" emma:medium="tactile" emma:mode="ink">
          <msink:context xmlns:msink="http://schemas.microsoft.com/ink/2010/main" type="writingRegion" rotatedBoundingBox="10027,12100 12119,12100 12119,12510 10027,12510"/>
        </emma:interpretation>
      </emma:emma>
    </inkml:annotationXML>
    <inkml:traceGroup>
      <inkml:annotationXML>
        <emma:emma xmlns:emma="http://www.w3.org/2003/04/emma" version="1.0">
          <emma:interpretation id="{DB713A9F-4DD3-4327-9F56-296C71FF5012}" emma:medium="tactile" emma:mode="ink">
            <msink:context xmlns:msink="http://schemas.microsoft.com/ink/2010/main" type="paragraph" rotatedBoundingBox="10027,12100 12119,12100 12119,12510 10027,12510" alignmentLevel="1"/>
          </emma:interpretation>
        </emma:emma>
      </inkml:annotationXML>
      <inkml:traceGroup>
        <inkml:annotationXML>
          <emma:emma xmlns:emma="http://www.w3.org/2003/04/emma" version="1.0">
            <emma:interpretation id="{24A49033-54CD-4217-A3EA-22BFF1B1C6FD}" emma:medium="tactile" emma:mode="ink">
              <msink:context xmlns:msink="http://schemas.microsoft.com/ink/2010/main" type="line" rotatedBoundingBox="10027,12100 12119,12100 12119,12510 10027,12510"/>
            </emma:interpretation>
          </emma:emma>
        </inkml:annotationXML>
        <inkml:traceGroup>
          <inkml:annotationXML>
            <emma:emma xmlns:emma="http://www.w3.org/2003/04/emma" version="1.0">
              <emma:interpretation id="{960A16F0-20E5-4CAA-B7D1-B377EC7D78BE}" emma:medium="tactile" emma:mode="ink">
                <msink:context xmlns:msink="http://schemas.microsoft.com/ink/2010/main" type="inkWord" rotatedBoundingBox="11125,12203 12119,12203 12119,12510 11125,12510"/>
              </emma:interpretation>
              <emma:one-of disjunction-type="recognition" id="oneOf0">
                <emma:interpretation id="interp0" emma:lang="" emma:confidence="1">
                  <emma:literal/>
                </emma:interpretation>
              </emma:one-of>
            </emma:emma>
          </inkml:annotationXML>
          <inkml:trace contextRef="#ctx0" brushRef="#br0">-943-142 87 0,'0'0'114'0,"0"0"-65"15,0 0-23-15,0 0 7 31,0 0-26-31,0 0 19 0,0 0 4 16,0 4-15-16,0-4 12 16,0 0-18-16,0 0 10 15,0 0 22-15,0 0-25 0,0 0 16 16,0 0 1-16,0 0 0 16,0 0 28-16,0 0-22 15,0 0 4-15,0 0 37 16,0 0-47-16,0 0 3 15,0 0-11-15,0 0-12 16,0 0 34-16,0 0-41 16,0 0-5-16,0 0 37 15,0 0-37-15,0 0 23 16,0 0-24-16,0 0 7 16,0 0 11-16,0 0-18 15,4 0 0-15,4 0 6 16,-1 0 5-16,-1 0-5 15,3 0-6-15,1 0 1 16,0 0 21-16,-2 0-22 0,1 0 0 16,4 0 10-16,-6 0-3 15,4 0-1-15,-1 0-6 16,5 0 8-16,-5 0 5 16,2 0-13-16,0 0 0 15,-7 0-5-15,2 0 13 16,4 0-8-16,-4 0 0 15,5 0 1-15,-2 0 6 16,1 4-7-16,-4-4 0 16,5 2 0-16,-2-2 10 0,2 4-10 15,-6-4 0 1,4 3 0-16,2-3 5 0,-2 2-5 16,-2-2 0-16,-1 0-8 15,0 4 18-15,-1-4-10 16,3 4 0-16,-6-4 0 15,5 0 3-15,-1 2-3 16,-2-2 0 0,4 3-10-16,-3-3 18 0,3 4-8 0,-1-2 0 15,2 6 0-15,-3-5 2 16,-1 3-2-16,6-2 0 16,-5 0-5-16,-1-3 13 15,3 3-8-15,-2 0 0 16,-1-2 0-16,3 2 7 15,1-1-7-15,-4 1 0 16,6 2-6-16,-4-2 8 16,6 1-2-16,-4-1 0 15,1 0 1-15,-4-2 9 16,3-2-10-16,2 3 0 16,3-3 1-16,-2 4 8 15,-3 0-2-15,5-2-7 16,-6 2 3-16,1-1 3 15,-3-3-6-15,1 2 0 0,-1 2-6 16,3 0 13-16,1-1-7 16,-1-3 0-16,2 2 1 15,-2 2 12-15,2-4-13 16,-2 4 0-16,2-4-5 16,-7 5 14-16,3-5-9 15,0 0 0-15,-4 1 0 16,2-1 4-16,1 0-4 15,-2 4 0-15,0-4-4 16,3 0 13-16,-4 0-9 16,4 0 0-16,-1 0 1 15,-1 0 7-15,-2 0-8 0,6 0 0 16,-8 0-1-16,1 0 10 16,0 0-9-16,1 0 0 15,1 0 0-15,-2 0 13 16,0 0-13-16,1 0 0 15,-4 0-6-15,3 0 14 16,0 0-8-16,1 0 0 16,2 0 1-16,-6 0 10 15,2 0-11 1,1 0 0-16,1 0-10 0,-4 4 17 0,3-4-7 16,-3 2 0-16,3-2 0 15,2 4 2-15,-1-4-2 16,-1 3 0-16,0-3 0 15,1 4 10-15,-1-4-10 16,0 2 0-16,2-2 0 16,-5 0 4-16,0 4-4 15,4-4 0-15,-4 4-11 16,3-4 18-16,0 1-7 16,-3 3 0-16,2 0 0 0,3 0 5 15,0-4-5-15,-5 2 0 16,4 1-16-16,-1 1 20 15,0 0-4-15,-3 2 0 16,4-3 0-16,-1 3 7 16,-3-2-7-16,5-1 0 15,-5-3-1-15,3 2 10 16,1-2-4-16,-4 0-5 16,0 4 2-16,3-4 11 15,-3 0-13-15,0 0 0 16,0 0-4-16,2 0 17 15,-2 0-13-15,0 0 0 0,0 0 1 16,0 0 32 0,0 0-33-16,0 0 0 0,0 0 21 15,0 0-13-15,0 0-3 16,0 0 1-16,0 0-5 16,0 0 24-16,0 0-25 15,-2 0-3-15,-8-4-11 16,-2-5 24-16,2 3-10 15,-5-3 0-15,3 1 1 16,-1-1 8-16,-2 1-9 16,3 3 0-16,-1-5-16 15,0 3 26-15,1 5-10 32,2-6 0-32,1 7 1 0,3-4 6 15,-1 1-7-15,-1 0 0 16,1 2-6-16,-3-5 18 15,3 3-13-15,-4-1 1 16,-1-1 0-16,2-2 6 16,3 3-6-16,-5-3 0 15,2 3-7-15,2 1 16 16,-2-2-9-16,3 2 0 16,-1-3 1-16,-2 5 22 0,2-6-23 15,-2 7 0-15,3-7-2 16,-1 4 10-16,-1 2-8 15,1-5 0-15,-1 3 1 16,-1 2 13-16,2-5-14 16,0 5 0-16,-4-6-4 15,4 3 17-15,-4 1-13 16,5-2 0-16,-1 2 0 16,3 3 16-16,-2-3-16 15,2 4 0-15,2-4-7 16,-4 4 15-16,4-4-8 15,-6 4 0-15,4-2 1 0,0 2 0 16,-1 0-1-16,-3-3 0 16,-1 3-14-16,4 0 22 15,-3-4-8-15,3 4 0 16,2 0 0-16,-4 0 6 16,1-4-6-16,0 4 0 15,-4 0-3-15,1-2 18 16,-2 2-15-16,-1-3 0 15,1 3 0-15,0 0 8 16,2 0-8-16,0-4 0 16,-2 4-6-16,1 0 13 15,2-2-7-15,-2 2 0 16,1-4 1-16,-2 4 7 0,5-4-8 16,1 1 0-1,-3 3-13-15,2 0 26 0,1 0-13 16,1 0 0-1,-2-2 1-15,4 2 2 0,-1 0-3 16,-4 0 0-16,5 0-16 16,-1 0 27-16,1 0-11 15,3-4 0-15,-3 4 0 16,-4 0 3-16,2-4-3 0,-2 4 0 16,-4 0-11-16,4-4 21 15,2 4-10-15,-7 0 0 16,4-1 0-16,-4 1 3 15,5 0-3-15,-1 0 0 16,3 0-12-16,-2 0 22 16,2 0-10-16,-1 0 0 15,2 0 0-15,-2 0 0 16,1 0 0-16,0 0 0 16,3 0-16-16,2 0 26 15,-3 0-11-15,3 0 1 16,0 0 0-16,0 0 3 0,0 0-3 15,0 0 0-15,0 0-13 16,0 0 21-16,0 0-9 16,0 0 1-16,0 0 0 15,0 0-2-15,0 0 2 16,0 0 0-16,0 0-9 16,0 0 18-16,0 0-9 15,0 0 0-15,0 0 0 16,0 0 1-16,0 0-1 15,0 0 0-15,0 0-9 16,0 0 18-16,0 0-16 16,0 0 7-16,0 0-54 15,0 0 29-15,0 0-95 0,-22 0-86 16,3 1-66 0,-2 7-607-16</inkml:trace>
        </inkml:traceGroup>
        <inkml:traceGroup>
          <inkml:annotationXML>
            <emma:emma xmlns:emma="http://www.w3.org/2003/04/emma" version="1.0">
              <emma:interpretation id="{7557E425-27CE-437C-BFEE-39F4501E6C05}" emma:medium="tactile" emma:mode="ink">
                <msink:context xmlns:msink="http://schemas.microsoft.com/ink/2010/main" type="inkWord" rotatedBoundingBox="10027,12100 11627,12100 11627,12379 10027,12379"/>
              </emma:interpretation>
              <emma:one-of disjunction-type="recognition" id="oneOf1">
                <emma:interpretation id="interp1" emma:lang="" emma:confidence="0.5">
                  <emma:literal>area</emma:literal>
                </emma:interpretation>
                <emma:interpretation id="interp2" emma:lang="" emma:confidence="0">
                  <emma:literal>aroma</emma:literal>
                </emma:interpretation>
                <emma:interpretation id="interp3" emma:lang="" emma:confidence="0">
                  <emma:literal>acoria</emma:literal>
                </emma:interpretation>
                <emma:interpretation id="interp4" emma:lang="" emma:confidence="0">
                  <emma:literal>areca</emma:literal>
                </emma:interpretation>
                <emma:interpretation id="interp5" emma:lang="" emma:confidence="0">
                  <emma:literal>anomia</emma:literal>
                </emma:interpretation>
              </emma:one-of>
            </emma:emma>
          </inkml:annotationXML>
          <inkml:trace contextRef="#ctx0" brushRef="#br0" timeOffset="15512.4678">-1576-249 2 0,'0'0'125'0,"0"0"-77"0,0 0 34 15,0 0-13-15,0 0-37 0,0 0 60 16,-51-29-41-16,46 25-4 0,2 1 34 15,0 1-56-15,-1-2 18 16,4 4-39-16,0 0 9 16,-3 0 24-16,1 0-37 15,-4 0 0-15,-1 0 7 16,0 0 8-16,-8 0-7 16,-7 0 5-16,-6 13-6 15,-12 11 56-15,-7-2-40 16,-3 6-7-16,0 3 12 15,6-9-22-15,12 1 17 16,11-10-23-16,6-4 0 31,8-3 7-31,4-6-7 0,3 4 0 16,0-4 0-16,0 0 16 16,13 0 4-16,20 0-20 0,11 0 10 15,3-17 11-15,0 2-21 16,-1 0 0-16,-4-2-1 15,-2 4 15-15,-5-1-18 16,-3 5 4-16,-12 0 0 16,-5 1-2-16,-5 6 2 15,-3 2 0-15,0 0-7 16,-7 0 17-16,0 0-27 16,0 0 17-16,0 10 0 15,-24 8 3-15,-6 5-3 16,2-1 0-16,-1 1-1 15,4-8 12-15,7 2-14 16,6-4 3-16,2-7 0 0,10-2-2 16,0-1 2-16,0-3 0 15,0 0-6-15,4 0 16 16,29 0-3-16,9 0-7 16,16-3 0-16,11-16-7 15,6-2 7-15,0 0 0 16,-1-5-1-16,-11 4 8 15,-7 5-5-15,-21 2-2 16,-13 7 0-16,-11 6-12 16,-11 2 12-16,0 0-7 15,0 0 7-15,-25 0 0 16,-10 15 9-16,-7-2-9 16,-1 1 0-16,-4 2 7 15,0-2-6-15,-3-3-1 16,-2 2 7-16,0 0 2 0,4 2 11 15,-2 2-20-15,18-4 0 16,7 1-10-16,15-9 10 16,10-1 0-16,0-4-1 15,16 0 2-15,31 0 32 16,15-17-33 0,13-7 0-16,6-10 4 0,1 4-3 0,1-4-1 15,-4 2 0-15,-11 4 8 16,-9 3-3-16,-12 5-5 15,-12 7 0-15,-13 8-10 16,-11 1 10-16,-7 0 0 16,-4 4 0-16,0 0 8 15,0 0-9-15,-24 4 1 16,-14 15 0-16,-14 2-2 16,0 6 3-16,-6-5-1 15,1 1 3-15,1-4 7 0,10-1 1 16,11-5-11-16,9-3 0 15,11-3-6-15,10-5 6 16,0-2 0-16,5 0 8 16,0 0-6-16,14 0 17 15,19 0-19-15,9-9 0 16,10-10-6-16,-2 2 6 16,4-2 0-16,-4 1-1 15,5-3 7-15,-8 6-3 16,-4 2-3-16,-4 5 0 15,-14 2-11-15,-4 6 11 16,-12 0 0-16,-6 0-1 16,-3 0 2-16,0 10 3 15,-18 16-4-15,-14 1 0 16,-10 1-2-16,-6 2 4 0,4-2-2 16,4-5 0-16,0-5 9 15,12-1 2-15,-1-3-11 16,11-9 0-16,4 3-6 15,6-6 7-15,5 1-1 16,3-3 1-16,0 0 5 16,0 0 19-16,25 0-25 15,18-5 0-15,16-16-6 16,4-3 12-16,9-3-6 16,2-1 0-16,-11-2 7 15,-4 7-3 1,-19 6-4-16,-12 6 0 0,-14 7-14 0,-9 1 14 15,-2 3 0-15,-3 0-1 16,0 0 9-16,0 0-16 16,0 0 8-16,-18 0 0 15,-11 9-7-15,-14 12 10 16,-4-2-3-16,-8-1 0 16,1 3 7-16,1 0 3 15,3-4-10-15,6 0 0 16,7-2-16-16,16-6 17 0,11-5-1 15,1 0 0-15,9-4 1 16,0 0 2-16,12 0-3 16,25 0 0-16,10 0 5 15,13-17-4-15,5-2-1 16,9-4 0-16,4-3 10 16,-3 3-3-16,1-1-7 15,-8-2 0-15,-14 5-10 16,-11 6 11-16,-21 7-1 15,-7 3 0-15,-15 5 10 16,0 0-16-16,0 0 6 16,-25 13 0-16,-12 6-3 15,-6 3 16-15,-1 1-11 0,6-3 12 16,-2-6-13-16,11-3 32 16,-1-2-33-16,5 1 0 15,3-3 2-15,9-1 4 16,3-2-6-16,5-1 0 15,5-3 7-15,0 2-6 16,0-2-1-16,5 0 0 16,22 0-8-16,13 0 16 15,7 0-8-15,4-13 0 16,-4-2 6-16,-10 2 3 16,-10 3-9-16,-12 1 0 15,-5 3-10-15,-10 3 18 16,5 3-8-16,-5 0 0 0,0 0 1 31,0 0-11-31,0 0 10 16,-12 0 0-16,-1 0-29 15,1 0 28-15,7 5-28 16,0 7-20-16,5-1-27 16,0 11-2-16,0 1-133 15,22-6-183-15</inkml:trace>
        </inkml:traceGroup>
      </inkml:traceGroup>
    </inkml:traceGroup>
  </inkml:traceGroup>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14T22:38:47.077"/>
    </inkml:context>
    <inkml:brush xml:id="br0">
      <inkml:brushProperty name="width" value="0.08167" units="cm"/>
      <inkml:brushProperty name="height" value="0.08167" units="cm"/>
      <inkml:brushProperty name="color" value="#3165BB"/>
      <inkml:brushProperty name="fitToCurve" value="1"/>
    </inkml:brush>
  </inkml:definitions>
  <inkml:traceGroup>
    <inkml:annotationXML>
      <emma:emma xmlns:emma="http://www.w3.org/2003/04/emma" version="1.0">
        <emma:interpretation id="{91234785-EA2B-415B-924B-77998FFD14E8}" emma:medium="tactile" emma:mode="ink">
          <msink:context xmlns:msink="http://schemas.microsoft.com/ink/2010/main" type="writingRegion" rotatedBoundingBox="11793,12362 20018,13431 19834,14852 11608,13783"/>
        </emma:interpretation>
      </emma:emma>
    </inkml:annotationXML>
    <inkml:traceGroup>
      <inkml:annotationXML>
        <emma:emma xmlns:emma="http://www.w3.org/2003/04/emma" version="1.0">
          <emma:interpretation id="{6AD83974-701F-4B31-8C00-D31C9D518807}" emma:medium="tactile" emma:mode="ink">
            <msink:context xmlns:msink="http://schemas.microsoft.com/ink/2010/main" type="paragraph" rotatedBoundingBox="11786,12398 13540,12398 13540,13029 11786,13029" alignmentLevel="1"/>
          </emma:interpretation>
        </emma:emma>
      </inkml:annotationXML>
      <inkml:traceGroup>
        <inkml:annotationXML>
          <emma:emma xmlns:emma="http://www.w3.org/2003/04/emma" version="1.0">
            <emma:interpretation id="{B6E18107-9DEA-4148-9E9C-CC263A8A400B}" emma:medium="tactile" emma:mode="ink">
              <msink:context xmlns:msink="http://schemas.microsoft.com/ink/2010/main" type="line" rotatedBoundingBox="11786,12398 13540,12398 13540,13029 11786,13029"/>
            </emma:interpretation>
          </emma:emma>
        </inkml:annotationXML>
        <inkml:traceGroup>
          <inkml:annotationXML>
            <emma:emma xmlns:emma="http://www.w3.org/2003/04/emma" version="1.0">
              <emma:interpretation id="{44B59FC5-FDE0-4FA5-B779-4F1375716125}" emma:medium="tactile" emma:mode="ink">
                <msink:context xmlns:msink="http://schemas.microsoft.com/ink/2010/main" type="inkWord" rotatedBoundingBox="11786,12398 13540,12398 13540,13029 11786,13029"/>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b</emma:literal>
                </emma:interpretation>
                <emma:interpretation id="interp4" emma:lang="" emma:confidence="0">
                  <emma:literal>M</emma:literal>
                </emma:interpretation>
              </emma:one-of>
            </emma:emma>
          </inkml:annotationXML>
          <inkml:trace contextRef="#ctx0" brushRef="#br0">-1-6 201 0,'0'0'160'0,"0"0"-95"0,0 0-22 16,0 0 13-16,0 0-40 15,0 0-3-15,0 0 41 16,0-4-13-16,0 4 11 16,0 0-10-16,0 0-14 15,0 0 18-15,0 0-33 16,0 0-2-16,0 0 37 15,0 0-32-15,0 0 4 16,0 0-9-16,0 0-10 16,0 0 24-16,0 0-15 15,0 13-2-15,0 1 44 16,0 3-36-16,0-2 7 0,0 6-12 16,0-2-1-1,13 2 44-15,2 1-45 0,7 1-8 16,0 1 39-16,-1 3-39 15,5 1 20-15,2 2-5 16,0 3-15-16,2-3 34 16,-1 2-35-16,3-4 0 15,1 6 1-15,2-6 8 16,2-3-9-16,-2 1 6 16,2-5-5-16,0-2 18 15,1-6-19-15,-1 0 0 16,1-4 15-16,3-4-8 15,-1-3-3-15,7-2 4 16,-1 0-7-16,8 0 15 16,1 0-16-16,0-16 0 0,4-1-4 15,-7 0 13-15,-2 6-9 16,-7-2 0-16,1-1 0 16,-9 1 5-16,-2 0-5 15,-4 4 0-15,-8 1-5 16,-7 2 14-16,-2 3-9 15,-9-1 0-15,0 4 1 16,-3 0 12 0,0 0-13-16,0-2 0 0,0 2-4 0,0 0 11 15,0-4-14-15,0 2 5 16,0-1-72-16,-28-1-20 16,3 4-201-16,-4-2-621 0</inkml:trace>
          <inkml:trace contextRef="#ctx0" brushRef="#br0" timeOffset="22144.0471">-214 121 360 0,'0'0'143'16,"0"0"-104"-16,0 0 7 16,0 0 33-16,0 0-40 15,0 0 22-15,-18-25 12 16,15 22 5-16,3 3 31 15,-4-4-53-15,4 0-28 0,0 2 16 16,-5-1-43-16,2-3 12 16,0 2-4-16,-1-5-8 15,1 1 16-15,0 3-17 16,-2-5 0-16,1 3-5 16,1 1 7-16,0-2-2 15,-1 7 0-15,4 1 1 16,-3-5 18-16,3 5-19 15,0 0 0-15,0 0 15 16,0 0-8-16,0 0-7 16,0 0 12-16,0 0-12 15,0 0 37-15,0 0-37 16,0 0 0-16,13 0 27 0,12 0-19 16,5 0 19-16,-1 10-1 15,4 3-10-15,-1-3 34 16,0 3-49-16,-4 0 0 15,2 0 44-15,-5-3-45 16,1 3 14-16,-8-4-1 16,-1 1-13-16,-2-1 22 15,3 2-22-15,-5-1 0 16,3-3 6-16,2 5 0 16,-5-3-6-16,2 0 1 15,4 1 6-15,-6 3 4 16,2-4-11-16,0 5 0 15,-1-5 2-15,1 0 9 0,-2 3-11 16,7-1 8 0,-8 0-6-16,3 0 23 0,2-2-25 15,-2 0 0-15,-4 1 0 16,1-1 7-16,-2 3-7 16,2-3 0-16,-2 0 1 15,2 1 9-15,1-1-10 16,-1 2 0-16,-2-1-4 15,1-5 11-15,-1 3-7 0,2-2 0 16,-4-1 1-16,1 1 5 16,3 1-6-16,-6-1 0 15,6 2-8-15,-4-3 14 16,-3 3-6-16,2-3 0 16,1 5 1-16,2-1 0 15,-1 3-1-15,-3-3 0 16,1 0-10-16,5 1 20 15,-9-3-10-15,4 3 0 16,1-5 1-16,-1 3 2 16,0-2-3-16,1 4 0 15,-5-3-8-15,4 3 14 0,0-5-6 16,-4 3 0-16,5-4 1 16,-1-2 9-16,5 1-10 15,5-3 0-15,6 0-2 16,0 0 14-16,7 0-12 15,2 0 0-15,-7 0 2 16,4 0 7-16,-8 0-9 16,1-3 0-16,-2 1-8 15,-3-2 19-15,1 0-11 16,-6 0 0-16,0 3 0 16,0-3 1-16,3 0-1 15,-2 2 0-15,2-2-13 16,0 1 26-16,-5-1-13 0,5-3 0 15,-2 0 0 1,-1 1 2-16,0 0-2 0,5-1 0 16,-7-2-11-16,5 1 23 15,-4 2-13-15,3 1 1 16,-2-3 0-16,1 3-12 16,2-3 12-16,0 2 0 15,-2-1-18 1,2 1 27-16,-5-1-10 0,5 1 1 0,-4 0 0 15,0-1-6-15,-4 1 6 16,0 2 0-16,1 1-12 16,-5-1 27-16,1-2-17 15,2 4 2-15,-1-1 0 16,2-1-8-16,-4-2 8 16,4 2 0-16,1-1-9 15,-1 1 19-15,-4-2-16 16,6 3 6-16,-6-1 0 15,1 4 0-15,-4-4 0 16,3 4 0-16,-1 0-10 16,3-2 22-16,5-2-14 0,1 1 2 15,1-1 0-15,-2 2-7 16,-7 2 7-16,1 0 0 16,-1 0-13-16,-3 0 19 15,0 0-15-15,0 0 9 16,0 0 0-16,0 0-9 15,0 0 9-15,0 0 0 16,0 0-11-16,0 0 27 16,0 0-24-16,0 0 8 15,0 0 0-15,0 0-6 16,0 0 6-16,0 0 0 16,0 0-10-16,0 0 18 15,0 0-14-15,-3 0 6 0,-11 0 0 16,-1 0 3-1,0 0-3-15,-1 2 0 0,0 2-5 16,1-1 20-16,2-3-24 16,-2 4 9-16,5-4-4 15,-2 0-12-15,9 2 16 16,3-2 0-16,0 0-8 16,0 0 24-16,0 0-18 15,0 0 2-15,0 0-2 16,0 0-18-1,0 0 20-15,0-6-9 0,3-3-1 0,12 2 0 16,0 1 2-16,-5 2 7 16,5 4-5-16,-5 0-10 15,-1 0 16-15,-2 0-4 16,-2 0-8-16,0 0 14 16,-2 8-8-16,-3 10 6 15,0 1 0-15,0 4-5 16,0-4 5-16,-3 1 0 0,-7-8-1 15,-2 1 14-15,2-4-6 16,-2-1-7-16,-1-8 0 16,1 0 16-16,-1 0-16 15,-2 0 0-15,3 0 3 16,2 0 12-16,3 0-10 16,4-10-5-16,3 1 0 15,0-4-8-15,0 3 8 16,0-3 0-16,0 0-8 15,10 0 9-15,5 3-10 16,2 5 9-16,1 1 0 16,-3 4-14-16,-2 0 14 15,-1 0-2-15,-5 0-8 0,1 6 13 16,-4 14-9 0,-4 1 6-16,0 0 0 0,0-6-1 15,0 2 1-15,0-4 0 16,0-7-1-16,0 1 14 15,0-7-3-15,0 0-10 16,-7 0 0-16,-8 0 22 16,-2 0-22-16,5 0 0 15,-3 0 5-15,4 0 6 16,4-4-14-16,4-9 3 16,-1 0-56-16,4 0 47 15,0-6-81-15,0 2-48 16,10 4-252-16</inkml:trace>
        </inkml:traceGroup>
      </inkml:traceGroup>
    </inkml:traceGroup>
    <inkml:traceGroup>
      <inkml:annotationXML>
        <emma:emma xmlns:emma="http://www.w3.org/2003/04/emma" version="1.0">
          <emma:interpretation id="{5646AD0F-9EE5-4C67-A7D4-7D8ADF27654B}" emma:medium="tactile" emma:mode="ink">
            <msink:context xmlns:msink="http://schemas.microsoft.com/ink/2010/main" type="paragraph" rotatedBoundingBox="13344,13009 19961,13870 19834,14852 13216,13992" alignmentLevel="2"/>
          </emma:interpretation>
        </emma:emma>
      </inkml:annotationXML>
      <inkml:traceGroup>
        <inkml:annotationXML>
          <emma:emma xmlns:emma="http://www.w3.org/2003/04/emma" version="1.0">
            <emma:interpretation id="{D346D95A-8154-44D4-B05A-B6748C5601B0}" emma:medium="tactile" emma:mode="ink">
              <msink:context xmlns:msink="http://schemas.microsoft.com/ink/2010/main" type="line" rotatedBoundingBox="13344,13009 19961,13870 19834,14852 13216,13992"/>
            </emma:interpretation>
          </emma:emma>
        </inkml:annotationXML>
        <inkml:traceGroup>
          <inkml:annotationXML>
            <emma:emma xmlns:emma="http://www.w3.org/2003/04/emma" version="1.0">
              <emma:interpretation id="{D0C9F159-0A28-4015-AA70-7931A60BFB9C}" emma:medium="tactile" emma:mode="ink">
                <msink:context xmlns:msink="http://schemas.microsoft.com/ink/2010/main" type="inkWord" rotatedBoundingBox="13344,13009 15577,13300 15456,14227 13223,13937"/>
              </emma:interpretation>
              <emma:one-of disjunction-type="recognition" id="oneOf1">
                <emma:interpretation id="interp5" emma:lang="" emma:confidence="1">
                  <emma:literal/>
                </emma:interpretation>
              </emma:one-of>
            </emma:emma>
          </inkml:annotationXML>
          <inkml:trace contextRef="#ctx0" brushRef="#br0" timeOffset="1196.3168">1216 1085 152 0,'0'0'365'15,"0"0"-179"-15,0 0-62 16,0 0-11-16,0 0-30 16,0 0-29-16,0 0 8 15,0-21-61-15,0 21 0 16,0 23 51-16,0 11-29 0,0 8 20 16,0 7-21-16,0 2-20 15,0 2 23-15,0-6-25 16,0-4 0-16,0-3-4 15,0-8 12-15,0-9-8 16,0-6 0-16,0-6 1 16,0-7 14-16,0 0-15 15,0-4 0-15,0 0 27 16,0 0-18-16,0 0 27 16,0-17-27-16,0-10-7 15,0-8 9-15,0-8-11 16,0-6 0-16,0-5-13 0,0-5 13 15,12-1-1 1,-2-3-8-16,2 1 9 0,-2 0 2 16,1 6-2-16,-1-3 0 15,2 9-15-15,5 5 23 32,5 6-10-32,8 3 2 15,5 12 0-15,8 1-6 16,1 6 6-16,-1 11 0 15,1 6-17-15,-1 0 13 0,-4 0 4 16,-6 12 0 0,-8 14 0-16,-6 2-9 0,-16 8 9 15,-3 7 0-15,-8 6 0 16,-31-3 10-16,-16 3 2 16,-2-7 1-16,-5-10-12 15,10-8 30-15,6-7-31 16,19-4 0-16,5-7-13 15,15-2-11-15,7-1-25 16,0-3-31-16,0 0-43 16,35 0 34-16,9 0-141 15,-1 0-343-15</inkml:trace>
          <inkml:trace contextRef="#ctx0" brushRef="#br0" timeOffset="3020.4987">2781 1222 892 0,'0'0'198'0,"0"0"-100"15,0 0-12-15,0 0-66 16,0 0-11-16,0 0 1 16,199-53-10-16,-98 42-36 15,54-6-5-15,-28 2-92 16,-10 6-179-16</inkml:trace>
          <inkml:trace contextRef="#ctx0" brushRef="#br0" timeOffset="2848.6623">2972 1063 365 0,'0'0'241'0,"0"0"-91"16,0 0 2-16,0 0-80 15,0 0-11-15,0 0-21 16,0 0-22-16,8-12 47 0,-8 35-6 16,-10 11-13-16,-13 8 27 15,0 3-40-15,3 8 11 16,-2 1-20-16,8-5-24 16,3-4 28-16,4-2-28 15,7-11 0-15,0 2 4 16,0-12 11-16,25-3-14 15,7-4-1-15,5-7 6 16,10-7-17-16,-1-1-16 16,5 0-70-16,4-15 6 15,-17-7-149-15,-8-4-252 0</inkml:trace>
        </inkml:traceGroup>
        <inkml:traceGroup>
          <inkml:annotationXML>
            <emma:emma xmlns:emma="http://www.w3.org/2003/04/emma" version="1.0">
              <emma:interpretation id="{27C30BEC-3B87-4C6E-AE47-CB29CFCC27E0}" emma:medium="tactile" emma:mode="ink">
                <msink:context xmlns:msink="http://schemas.microsoft.com/ink/2010/main" type="inkWord" rotatedBoundingBox="13817,13213 17207,13654 17098,14497 13708,14056"/>
              </emma:interpretation>
            </emma:emma>
          </inkml:annotationXML>
          <inkml:trace contextRef="#ctx0" brushRef="#br0" timeOffset="1699.4269">1880 1059 664 0,'0'0'141'16,"0"0"-28"-16,0 0-34 15,0 0-15-15,0 0-22 16,0 0-35-16,0 0 32 0,-184 159-39 16,184-146 0-16,0-6 47 15,0-1-16-15,4-2 4 16,17-4-3-16,4 0-13 16,0 0 29-16,2-4-48 15,-7-15 0-15,-1-1 12 16,-4-5-3-16,-2 3-10 15,-5 0 1-15,-1 7 0 16,-7 4 10-16,0 5-10 0,0 6-3 16,0 0-13-16,0 0 3 15,0 0 12-15,0 0-9 16,0 4 10-16,0 9-3 16,0 2 3-16,0-5 0 15,0 3-5-15,0 1 13 16,0-5-8-16,0 2 0 15,12-1 0-15,1-1-1 16,9-3-33-16,0 1-63 16,18-1-44-16,-5-2-140 15,-2-4-124-15</inkml:trace>
          <inkml:trace contextRef="#ctx0" brushRef="#br0" timeOffset="2391.9712">2186 1176 563 0,'0'0'145'0,"0"0"-36"15,0 0-10-15,0 0-52 16,0 0 5-16,0 0-52 16,0 0 0-16,-144 140 54 15,156-135-53-15,16 1 37 16,4-6-2-16,3 0-20 15,-8 0 35-15,-5-2-37 0,-4-15 2 16,-8 2 30 0,-6-2-38-16,-4 4 16 0,0 2 5 15,0-1-20-15,0 10 21 16,0 2-30-16,0 0-17 16,0 0 8-16,0 14-5 15,0 10 14-15,0 8 0 16,0 4 0-16,0 7 10 15,0 3-10 1,0-4 0-16,0 1 6 0,0-6 4 0,0-1-9 16,0-8 0-16,-10-5-1 15,-12-2 36-15,-7-6-36 16,-4-6 0-16,0-1 13 16,1-8-3-16,3 0-4 15,4 0-6-15,7 0 3 16,8-4 0-16,6-9-3 15,4 3-10-15,0-7-2 16,0 2-5-16,16-5 15 16,25-3-14-16,8-1 16 0,3-5-16 15,6-1 16-15,-1-2 0 16,-2 2-16-16,-1 2 24 16,-11 1-8-16,-11 0 0 15,-7 5 0-15,-13 5 7 16,-9 6-7-16,-3-1 0 15,0 10 0-15,0-1 0 16,0 3 0-16,0 0-7 16,-3 0 7-16,-4 0-13 15,2 13 13-15,5 2 0 16,0 6-17-16,0-3 9 16,0 5-3-16,22-2-36 0,8-2-34 15,20-2-53 1,-6-7-175-16,-1-5-427 0</inkml:trace>
          <inkml:trace contextRef="#ctx0" brushRef="#br0" timeOffset="3625.498">3564 1302 515 0,'0'0'194'0,"0"0"-54"0,0 0-26 16,0 0-10-16,-187 87-6 15,140-50-72-15,10-5-1 16,15-2-25-16,16-8 9 15,6-5 22-15,0-4-30 16,3-7 0-16,22-6 42 16,4 0-24-16,4 0 10 15,-5-17-22-15,-6-7-1 16,0-3 16-16,-12 5-22 16,-2-1 0-16,-4 10-3 15,-4 3 16-15,0 6 6 16,0 4-19-16,0 0-18 15,0 6 8-15,0 21 3 0,0 9 7 16,0 3-9 0,0 2 19-16,0-5-10 0,5-4 0 15,10-5-13-15,0-12 12 16,15-4-70-16,10-11-38 16,2 0-190-16,-9-8-315 0</inkml:trace>
          <inkml:trace contextRef="#ctx0" brushRef="#br0" timeOffset="4548.5135">3776 1299 606 0,'0'0'198'15,"0"0"-145"-15,0 0 1 16,0 0 21-16,0 0-23 0,0 0 1 15,0 176 23 1,-3-131-36-16,-12 0 9 0,5 0-14 16,-5 0-20-16,5-5 38 15,-2-4-53-15,6-9 1 16,4-9 5-16,2-4 6 16,0-9-9-16,0-5 7 15,0 0 13-15,0 0 76 16,0-13-91-16,17-15-2 15,21-4-12-15,7-5-14 16,7 3 20-16,3 10-9 16,-11 3 9-16,-6 16-18 15,-4 5 18-15,-13 0-8 16,-7 5-5-16,-11 16 7 16,-3 2 6-16,0-1 0 0,-27 1 0 15,-9-4 7-15,-11-2-7 16,-2-2 0-16,6-1-3 15,11-7 13-15,5-1-10 16,11-3 0-16,9-3 0 16,3 4-7-16,4-4 7 15,0 0-4-15,0 2-11 16,0 2 17-16,0 0-3 16,4-1 1-16,18-1 0 15,11 2 9-15,10-4-9 16,8 0 0-16,9 0-13 15,3 0 20 1,8-13-7-16,1-10 0 0,3-3 0 0,5-10-2 16,-5-6 2-16,1-7 0 15,-8-4-11-15,-9 1 22 16,-13-5-11-16,-14 2 0 16,-12 2 0-16,-11 8 1 15,-9 7-1-15,0 10 0 16,0 4 3-16,-9 12 4 15,-11 9 4-15,-8 3-11 0,-9 3 0 16,-5 29-15-16,2 13 15 16,7 6 0-16,11 8-14 15,19 0 21-15,3-5-7 16,0 3 0-16,25-10 1 16,11-4 7-16,11-11-8 15,3-3 0-15,9-12-3 16,-4-11 14-16,-6-6-11 15,-6 0 0-15,-11 0 1 16,-14-19 22-16,-9-5-23 16,-9 2 0-16,0-4-2 15,-15 7 15-15,-14 2-10 16,-1 11-3-16,2 6 2 0,-4 0-5 16,7 19 3-1,6 11 0-15,14 6-19 0,5 2 2 16,9 2-10-16,34 1-29 15,51 10-63-15,-7-8-82 16,-9-11-338-16</inkml:trace>
        </inkml:traceGroup>
        <inkml:traceGroup>
          <inkml:annotationXML>
            <emma:emma xmlns:emma="http://www.w3.org/2003/04/emma" version="1.0">
              <emma:interpretation id="{25E2CD50-3450-4A70-A5D9-C9D8F29EF138}" emma:medium="tactile" emma:mode="ink">
                <msink:context xmlns:msink="http://schemas.microsoft.com/ink/2010/main" type="inkWord" rotatedBoundingBox="17587,13828 19927,14132 19839,14809 17499,14505"/>
              </emma:interpretation>
              <emma:one-of disjunction-type="recognition" id="oneOf2">
                <emma:interpretation id="interp6" emma:lang="" emma:confidence="1">
                  <emma:literal/>
                </emma:interpretation>
              </emma:one-of>
            </emma:emma>
          </inkml:annotationXML>
          <inkml:trace contextRef="#ctx0" brushRef="#br0" timeOffset="6179.1958">5653 1701 385 0,'0'0'128'0,"0"0"11"15,0 0-21-15,0 0-18 16,0 0-68-16,0 0 7 16,0 0 1-16,-117 45 27 15,80-5 5-15,12-1-72 16,13-5 1-16,12-4 11 0,0-3-12 15,0-8 29 1,0-3-16-16,5-10-12 0,5-2 42 16,2-4-26-16,-2 0 5 15,5 0 29-15,0-10-51 16,2-10 21-16,1-3-21 16,1 1 0-16,-11 3 5 15,5 6-5-15,-6 3 0 16,-7 5-9-16,3 5 10 15,-3 0-2-15,0 0-11 16,0 0-2-16,0 0-2 16,0 0 16-16,0 5 0 0,0 1-13 15,0 1 22 1,0-5-10-16,0 2 1 0,0 0 0 16,0-2 2-16,0 1-2 15,0 5 0-15,9-2 4 16,-3 1 5-16,6 3-18 15,1-1-24-15,6 0-70 16,16-1-36-16,-2-2-114 16,-1-6-157-16</inkml:trace>
          <inkml:trace contextRef="#ctx0" brushRef="#br0" timeOffset="6697.8727">5925 1869 506 0,'0'0'151'0,"0"0"-64"16,0 0 79-16,0 0-93 15,0 0-25-15,-152 166-48 16,145-130 9-16,7-6 7 16,0-6 11-16,22-10-12 15,13-5 48-15,5-9-34 0,4 0 12 16,-4 0-28-1,-5-13-12-15,-1-12 53 0,-9-3-54 16,-4-8 0-16,-5-3 8 16,-10-1 2-16,-2 2-4 15,-4-5-6-15,0 3 10 16,0 2 26-16,0 6-36 16,0 1 0-16,0-3-4 15,0 8 15-15,0 0-11 16,1 3 0-16,4 1 0 15,2 1 16-15,-4 6-16 16,2-2 12-16,-5 8 39 16,4 3-50-16,-4 6 32 15,0 0-33-15,0 0 9 0,3 0-31 16,-3 4 11-16,5 20 6 16,-5 16-11-16,0 9 25 15,0 6-9-15,0 3 0 16,0-3 0-16,0-4 9 15,0-4-9-15,2-9-41 16,16-6 1-16,11-7-69 16,7-14-8-16,30-11-126 15,-10 0-137-15</inkml:trace>
          <inkml:trace contextRef="#ctx0" brushRef="#br0" timeOffset="7141.1523">6509 1899 424 0,'0'0'165'15,"0"0"-87"-15,0 0 43 16,0 0-21 0,0 0-25-16,0 0-43 0,0 0-30 15,-187 140 38-15,187-127-32 0,0-3 2 16,0-7 40-16,28-3-22 16,7 0 21-16,-1 0-26 15,-1-22-14-15,-1-8 37 16,1-7-46-16,-9-1 9 15,-3-5-6-15,-2-6 6 16,-7-2-10-16,-6 2 1 16,-2 4 0-16,-4 3 14 15,0 6-14-15,0 10 1 16,0 7 48-16,0 10-40 16,0 5 22-16,0 0-31 15,0 4 5-15,0 0-28 0,0 0 18 16,0 8 2-1,0 16-8-15,0 12 22 0,0 7-3 16,0 3-8-16,0 7 7 16,3-6 10-16,5 2-17 15,-1-4 0-15,-4-4-4 16,4 0 4-16,1-5-29 16,-1-6-67-16,12-12-106 15,-1-8-118-15,-1-10-419 0</inkml:trace>
          <inkml:trace contextRef="#ctx0" brushRef="#br0" timeOffset="7487.8119">6810 2007 453 0,'0'0'101'0,"0"0"0"15,0 0-10-15,0 0-38 16,0 0 15-16,0 0 11 15,0 0 54-15,-5 9-33 16,5-9-52-16,0-13 6 16,10-9-52-16,5-2 4 15,3-2 27 1,-1-1-32-16,2 3 26 0,-1-2-26 0,0 7 0 16,-4 0 47-16,-3 6-42 15,-4 3 17-15,-2 7 17 16,-2 3-39-16,1 0 1 15,-1 0-2-15,4 0 0 16,3 0-27-16,8 0 11 16,1 3-46-16,6 7 14 15,0-1-60-15,0-3-20 16,8 5-128-16,-8-5-22 16,-6-2-246-16</inkml:trace>
          <inkml:trace contextRef="#ctx0" brushRef="#br0" timeOffset="7815.9365">7223 1863 352 0,'0'0'167'0,"0"0"-66"15,0 0 3-15,0 0-43 16,0 0-12-16,0 0 45 16,0 0-48-16,35-9 4 15,-28 1 23-15,-7 2-53 16,0 5 26-16,0-3-21 15,0 4-24-15,0 0 19 16,-24 0-20-16,1 0-4 16,3 9-6-16,5 1 17 15,5 3-14-15,2 0 7 0,8 0 0 16,0-2 4 0,0 1-4-16,0 1 0 0,5-4 6 15,5-3 0-15,5 1-12 16,-4-1 6-16,1-2-42 15,0-4 14-15,-1 0-90 16,6 0-59-16,2 0 0 16,-4 0-133-16</inkml:trace>
          <inkml:trace contextRef="#ctx0" brushRef="#br0" timeOffset="7928.6783">7223 1863 45 0</inkml:trace>
          <inkml:trace contextRef="#ctx0" brushRef="#br0" timeOffset="8209.6197">7223 1863 45 0,'232'-32'287'0,"-232"32"-164"0,0 0-44 0,-15 0 9 0,-1 13 3 0,1-3 7 16,5 3-53-16,3-4-25 15,4 1 18-15,3-1-38 16,0 4 27-16,0-3-10 0,8 3 8 15,12 4 37 1,3-4-59-16,1 2 4 0,-6-1 16 16,-1 3-23-16,-9-8 27 15,-1 5-22-15,-7-5 2 16,0-2 16-16,0-1-23 16,0-2 0-16,0-4 22 15,0 4-22-15,-7-4 16 16,-11 0-16-16,5 0 7 15,1 0-16-15,3 0-27 16,1 0-25-16,8 0-12 16,0 0-37-16,0 0-74 15,20-8-61-15,12-5-110 0</inkml:trace>
          <inkml:trace contextRef="#ctx0" brushRef="#br0" timeOffset="8525.7981">7848 1816 418 0,'0'0'136'0,"0"0"-76"15,0 0-9-15,0 0 37 16,0 0-16-16,0 0-8 16,0 0 5-16,0 0-52 15,-103 43 1-15,103-35 22 16,0 5-28-16,0 0 50 15,0 2-42-15,8 6-5 16,2 1 28-16,-1-3-43 0,-6 5 28 16,-3-5-18-16,0 1-8 15,0-5 32-15,0-1-34 16,-3-1 0-16,-16 0 8 16,-6-4-8-16,-5 4-9 15,-5 1-42-15,-24-3-78 0,18 2-90 16,0-4-110-16</inkml:trace>
        </inkml:traceGroup>
      </inkml:traceGroup>
    </inkml:traceGroup>
  </inkml:traceGroup>
</inkml:ink>
</file>

<file path=ppt/ink/ink32.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33:09.22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B47F6407-7A64-4768-AFB0-0CFF6A648279}" emma:medium="tactile" emma:mode="ink">
          <msink:context xmlns:msink="http://schemas.microsoft.com/ink/2010/main" type="inkDrawing" rotatedBoundingBox="2950,7546 10265,7370 10302,8899 2987,9075" hotPoints="9925,7616 9875,8997 3611,8770 3661,7388" semanticType="enclosure" shapeName="Rectangle"/>
        </emma:interpretation>
      </emma:emma>
    </inkml:annotationXML>
    <inkml:trace contextRef="#ctx0" brushRef="#br0">2355 1398 0,'-39'0'218,"0"0"-202,0 0 15,0 0-15,-1 0 0,1 0 15,0 0-16,0 0 1,0 0 0,0 0 15,0 0 0,0 0 16,0 0-31,0 0-1,0 0 17,0 0-17,0 0 16,-1 0-15,1 0-16,0 0 16,0 39-1,0-39-15,0 0 32,0 0-32,0 0 15,0 0 1,-39 0 15,39 0 0,0 0-15,-1 0 0,1 0-1,39 39-15,-39-39 16,0 0-1,0 0-15,0 0 32,0 0-32,0 0 31,0 0-15,0 0-16,0 0 31,0 0-16,0 0 1,-1 0 15,1 0-15,0 0 15,0-39 0,0 39-15,0 0-16,0-39 16,-39 39-1,39-78 1,0 78-16,39-39 16,-39 0-1,0 39 1,39-39-16,-40 39 15,40-39 1,-39 39 0,39-39-1,-39 0 1,39-1 15,0 1-15,-39 0-1,39 0 17,0 0-17,0 0 1,0 0 0,0 0-1,0 0-15,0 0 16,0 0-16,0 0 15,0 0 1,39-1 78,0 1-79,0 0 17,1 39-17,38-78 1,0 78 0,39-39-1,-78 39-15,39 0 16,-78-39-16,78 39 15,1-39-15,-1 0 16,-39 39-16,0 0 16,39 0-16,-39 0 15,0 0 17,0 0-1,39 0-16,-38 0-15,-1 0 16,39 0-16,0 0 31,-39 0-31,0 0 32,0 0-32,0 0 15,0 0 1,0 0-1,0 0-15,1 0 16,-1 0 0,0 0-16,0 0 15,39 0-15,0 0 16,-39 0 0,0 0-1,0 0-15,0 0 16,0 0-16,1 0 15,-1 0-15,0 0 16,0 0 0,0 0-16,0 0 15,39 0 1,-39 0 0,39 0-16,0 0 15,1-39 1,-1 39-16,-39 0 31,39 0-15,-39 0-1,0 0-15,0 0 16,0 0-16,0-39 16,0 39-16,1 0 15,38 0 1,-39 0-1,39 0 1,-39 0 0,0 0-1,0 0 1,0 0-16,39 0 16,-39 0-16,40 0 15,-40 0 1,39 0-16,-39 0 15,0 0 1,0 0-16,0 0 16,0 0-16,0 0 15,0 0-15,0 0 16,79 0-16,-40 0 16,0-39-1,0 39-15,39 0 16,-38 0-16,38 0 15,-39 0-15,39-39 16,-78 39-16,0 0 16,0 0-16,40 0 15,-40 0-15,0 0 16,0 0-16,0 0 31,0 0-15,0 0-1,0 0 17,39 0-32,-39 0 15,0 0 1,0 0-16,1 0 16,-1 0-16,0 0 15,0 0 1,0 0-1,0 0-15,0 0 16,0 0 0,0 0-16,0 0 31,39 0-31,-39 0 16,1 0-1,-1 0-15,0 0 16,0 0-16,0 0 15,0 0 1,0 0-16,0 0 16,0 0-1,0 0 1,0 0 0,0 0 15,0 0-31,1 0 31,-1 0-15,0 0-1,0 0 1,0 0 15,39 39-31,-39 0 47,0-39-47,0 39 63,0-39-63,-39 39 15,39 0 1,0-39-1,-39 39 1,40-39 0,-40 78-1,0-39 17,39 39-1,-39-39-16,0 1 1,0 38 15,0-39-15,0 0 0,0 0-1,0 0-15,0 0 16,0 0-1,0 0-15,0 0 16,0 0 0,0 0-1,0 1 1,0-1 0,0 0-16,0 0 62,0 0-46,0 0-1,-39 0 1,-1-39 0,40 39-1,-39 0 16,39 0-15,-78 0 15,39-39 16,39 39-47,-39-39 16,0 0-1,0 39-15,0-39 16,0 0 0,0 0-1,0 0-15,0 0 16,-40 0 0,1 0-1,39 0-15,-39 0 16,39 0-1,0 0-15,-39 0 16,39 0-16,-40 0 16,40 0-1,0 0-15,0 0 16,-39 0 0,0 0-1,39 0-15,-39 0 16,39 0-16,-40 0 31,1 0-31,-39 0 16,39 0-1,39 0-15,0 0 16,0 0-16,0 0 16,-40 0-1,40 0 16,0 0-15,-39 0 0,39 0-1,0 0-15,0 0 16,-39 0 0,39 0-16,0 0 15,0 0 1,-1 0-16,-38 0 15,39 0 1,-39 0-16,0 0 16,39 0-16,0 0 15,0 0 1,0 0 15,0 0 0,-1 0-15,1 0-16,0 0 16,-39 0-1,39 0-15,0 0 16,-39 0-16,-39 0 16,78 0-1,-40 0-15,40 0 16,-39 0-1,39 0 1,-39 0 15,39 0 1,-39 0-17,39 0 1,-40 0 15,40-39 0,-39 39 63,39 0-63,-39 0-15,39 0 15,0 0 16,0 0 156,0 0-140,0 0-32,0 0-31,-1-39 16,-38 39 30,39 0 33,-39-39-48,39 39 0,-39 0 94,39 0-47,-39 0 94</inkml:trace>
  </inkml:traceGroup>
</inkml:ink>
</file>

<file path=ppt/ink/ink33.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33:11.320"/>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5E8CA19E-FCCE-4296-9386-11AAF5EFF24B}" emma:medium="tactile" emma:mode="ink">
          <msink:context xmlns:msink="http://schemas.microsoft.com/ink/2010/main" type="writingRegion" rotatedBoundingBox="1133,8284 3126,8284 3126,9652 1133,9652"/>
        </emma:interpretation>
      </emma:emma>
    </inkml:annotationXML>
    <inkml:traceGroup>
      <inkml:annotationXML>
        <emma:emma xmlns:emma="http://www.w3.org/2003/04/emma" version="1.0">
          <emma:interpretation id="{C0196924-CA06-4811-BC2C-31081FF4BC69}" emma:medium="tactile" emma:mode="ink">
            <msink:context xmlns:msink="http://schemas.microsoft.com/ink/2010/main" type="paragraph" rotatedBoundingBox="1133,8284 3126,8284 3126,9652 1133,9652" alignmentLevel="1"/>
          </emma:interpretation>
        </emma:emma>
      </inkml:annotationXML>
      <inkml:traceGroup>
        <inkml:annotationXML>
          <emma:emma xmlns:emma="http://www.w3.org/2003/04/emma" version="1.0">
            <emma:interpretation id="{D11EC427-6732-47EC-8773-310B20AFCCEA}" emma:medium="tactile" emma:mode="ink">
              <msink:context xmlns:msink="http://schemas.microsoft.com/ink/2010/main" type="line" rotatedBoundingBox="1133,8284 3126,8284 3126,9652 1133,9652"/>
            </emma:interpretation>
          </emma:emma>
        </inkml:annotationXML>
        <inkml:traceGroup>
          <inkml:annotationXML>
            <emma:emma xmlns:emma="http://www.w3.org/2003/04/emma" version="1.0">
              <emma:interpretation id="{D543E42D-EABF-4B10-9DE4-0FEDE2036436}" emma:medium="tactile" emma:mode="ink">
                <msink:context xmlns:msink="http://schemas.microsoft.com/ink/2010/main" type="inkWord" rotatedBoundingBox="1133,8362 2969,8362 2969,9652 1133,9652"/>
              </emma:interpretation>
              <emma:one-of disjunction-type="recognition" id="oneOf0">
                <emma:interpretation id="interp0" emma:lang="" emma:confidence="1">
                  <emma:literal/>
                </emma:interpretation>
              </emma:one-of>
            </emma:emma>
          </inkml:annotationXML>
          <inkml:trace contextRef="#ctx0" brushRef="#br0">0 1290 0,'39'-39'141,"39"-39"-141,39 39 15,-39 0-15,0-40 16,1 79-16,38-39 16,0 0-16,-39 0 15,0 0-15,-39 0 16,79 39-16,-40-78 16,-39 39-16,0 39 15,0-39-15,0 39 16,0 0-16,-39-39 15,39 0-15,0 39 16,0-40 15,0-38 79,1 39-110,-1 0 15,-39 0-15,39 39 16,-39-39-16,0 0 16,39 39-1,0-39 1,0 0 31,-39 0 93,39 0-124,0 0 0,0 39-1,-39-40 1,39 40 62,-39-39-78</inkml:trace>
        </inkml:traceGroup>
        <inkml:traceGroup>
          <inkml:annotationXML>
            <emma:emma xmlns:emma="http://www.w3.org/2003/04/emma" version="1.0">
              <emma:interpretation id="{6FA54867-04E5-4377-9128-1785768868CF}" emma:medium="tactile" emma:mode="ink">
                <msink:context xmlns:msink="http://schemas.microsoft.com/ink/2010/main" type="inkWord" rotatedBoundingBox="2500,8284 3126,8284 3126,8870 2500,8870"/>
              </emma:interpretation>
              <emma:one-of disjunction-type="recognition" id="oneOf1">
                <emma:interpretation id="interp1" emma:lang="" emma:confidence="0">
                  <emma:literal>7</emma:literal>
                </emma:interpretation>
                <emma:interpretation id="interp2" emma:lang="" emma:confidence="0">
                  <emma:literal>T</emma:literal>
                </emma:interpretation>
                <emma:interpretation id="interp3" emma:lang="" emma:confidence="0">
                  <emma:literal>•</emma:literal>
                </emma:interpretation>
                <emma:interpretation id="interp4" emma:lang="" emma:confidence="0">
                  <emma:literal>J</emma:literal>
                </emma:interpretation>
                <emma:interpretation id="interp5" emma:lang="" emma:confidence="0">
                  <emma:literal>9</emma:literal>
                </emma:interpretation>
              </emma:one-of>
            </emma:emma>
          </inkml:annotationXML>
          <inkml:trace contextRef="#ctx0" brushRef="#br0" timeOffset="1546.8919">1367-78 0,'39'0'172,"0"0"-157,1 0 1,-1 0 78,0 0-94,39 0 15,0 39 1,-39-39-1,39 0 48,-39 39-32,0-39-15,0 0-1,-39 39 282,40 40-265,-40-40-17,0 0-15,0 0 16,0 0-1,0 39-15,0-39 16,0 39 0,0-39 15</inkml:trace>
        </inkml:traceGroup>
      </inkml:traceGroup>
    </inkml:traceGroup>
  </inkml:traceGroup>
</inkml:ink>
</file>

<file path=ppt/ink/ink34.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33:15.823"/>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8C54117A-FDD9-40F6-A0A7-A8AB49C856D8}" emma:medium="tactile" emma:mode="ink">
          <msink:context xmlns:msink="http://schemas.microsoft.com/ink/2010/main" type="inkDrawing" rotatedBoundingBox="10312,10734 22816,10661 22820,11336 10316,11410" shapeName="Other"/>
        </emma:interpretation>
      </emma:emma>
    </inkml:annotationXML>
    <inkml:trace contextRef="#ctx0" brushRef="#br0">0 773 0,'0'-39'125,"39"39"-125,39 0 16,-39 0-16,39 0 15,0-78-15,0 39 16,1 39-16,-1 0 15,39 0-15,-78-39 16,39 0-16,0 39 16,1-39-16,-1 0 15,78 0-15,-39 39 16,-39-39 0,-39 0-16,79 39 15,-79 0-15,0-40 16,39 40-16,-39 0 15,-39-39 1,39 39-16,0 0 31,0-39-31,0 39 47,0 0-31,40 0-16,-40 0 15,39 0 1,0 0 0,0 0-16,-39 0 15,0 0-15,39 0 16,-38 0 0,38 0-16,-39 0 31,0 0-16,0 0-15,0 0 32,39 0-32,-39 0 15,39 0 1,1 0 0,-1 0-16,0 0 15,39 0-15,-78 0 16,39 0-16,0 0 15,1 0-15,-1 0 16,-39 0-16,0 0 16,0 0-16,0 0 15,0 0 1,0 0 0,0 0-1,39 0-15,1-39 16,-1 39-1,39 0-15,-78-39 16,0 39-16,39 0 16,0 0-16,1 0 15,-40-39-15,0 39 16,39 0-16,-39 0 16,0-39-1,0 39-15,0 0 16,39 0-1,1 0 1,-40 0-16,78 0 16,-78 0-16,39 0 15,-39 0-15,39 0 16,40 0-16,-79 0 16,0 0-16,39 0 15,0 0-15,39 0 16,-78 0-16,79 0 15,-40 0 1,0 0-16,39 0 16,0 0-16,1 0 15,-1 0-15,0 0 16,0 0-16,40 0 16,-40 0-16,-78 0 15,78 0-15,0 0 16,-39 0-16,1 0 15,38 0-15,-78 0 16,39 0-16,-39 0 16,78 0-16,-78 0 15,40 0 1,-40 0-16,78 0 16,-39 0-1,-39 0-15,39 0 16,0 0-16,79 0 15,-40 0-15,39 0 16,-38 0-16,-40 0 16,0 0-16,39 0 15,-78 0 1,39 0-16,0 0 31,40 39-31,-40-39 16,0 39-16,78-39 15,1 0-15,-40 0 16,0 39-16,78-39 16,-77 0-16,38 78 15,78 1-15,-77-40 16,-1 0-16,-78 0 16,0 0-16,-39-39 15,40 0 173,-40 0-188,39 0 15,78 39 1,-78-39-16,79 0 16,-1 39-16,-78-39 15,0 39-15,-39-39 16,-117 0 218,39 0-234,-39 0 16,0 0-16,0-39 15</inkml:trace>
  </inkml:traceGroup>
</inkml:ink>
</file>

<file path=ppt/ink/ink35.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31:12.610"/>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602B3939-FA4A-4D10-AAC9-DBDC281D1F76}" emma:medium="tactile" emma:mode="ink">
          <msink:context xmlns:msink="http://schemas.microsoft.com/ink/2010/main" type="writingRegion" rotatedBoundingBox="14310,11501 22935,10534 23189,12796 14564,13763"/>
        </emma:interpretation>
      </emma:emma>
    </inkml:annotationXML>
    <inkml:traceGroup>
      <inkml:annotationXML>
        <emma:emma xmlns:emma="http://www.w3.org/2003/04/emma" version="1.0">
          <emma:interpretation id="{7BDA4433-6956-4B0F-84DD-FC894F90AAD2}" emma:medium="tactile" emma:mode="ink">
            <msink:context xmlns:msink="http://schemas.microsoft.com/ink/2010/main" type="paragraph" rotatedBoundingBox="14310,11501 22935,10534 23189,12796 14564,13763" alignmentLevel="1"/>
          </emma:interpretation>
        </emma:emma>
      </inkml:annotationXML>
      <inkml:traceGroup>
        <inkml:annotationXML>
          <emma:emma xmlns:emma="http://www.w3.org/2003/04/emma" version="1.0">
            <emma:interpretation id="{83D9F1C5-987B-4DC4-8183-176719F248AC}" emma:medium="tactile" emma:mode="ink">
              <msink:context xmlns:msink="http://schemas.microsoft.com/ink/2010/main" type="line" rotatedBoundingBox="14310,11501 22935,10534 23189,12796 14564,13763"/>
            </emma:interpretation>
          </emma:emma>
        </inkml:annotationXML>
        <inkml:traceGroup>
          <inkml:annotationXML>
            <emma:emma xmlns:emma="http://www.w3.org/2003/04/emma" version="1.0">
              <emma:interpretation id="{C7642E1E-92BB-49FB-82A2-C04CCE7851EA}" emma:medium="tactile" emma:mode="ink">
                <msink:context xmlns:msink="http://schemas.microsoft.com/ink/2010/main" type="inkWord" rotatedBoundingBox="14310,11501 18375,11045 18629,13308 14564,13763"/>
              </emma:interpretation>
              <emma:one-of disjunction-type="recognition" id="oneOf0">
                <emma:interpretation id="interp0" emma:lang="" emma:confidence="1">
                  <emma:literal/>
                </emma:interpretation>
              </emma:one-of>
            </emma:emma>
          </inkml:annotationXML>
          <inkml:trace contextRef="#ctx0" brushRef="#br0">184 39 0,'0'-39'172,"0"0"-157,0 0-15,-39 39 16,0-40-16,0 40 31,39-39-31,-39 0 16,0 0-1,0 39 1,0-39 0,-39 0 15,39 39-15,0 0-1,-1-39-15,1 39 16,0-78 15,0 78-31,0 0 16,-39 0-1,39-39 1,-39 39 0,0-39-16,39 0 15,-1 39-15,1-39 16,0 39-16,0 0 15,0 0-15,-39 0 16,0-79-16,39 79 31,0 0-31,0 0 16,0 0 0,-1-39-16,1 39 15,0 0 1,0 0-1,0 0-15,0 0 16,0 0 0,-39 0-1,39 0-15,0 0 16,0 0-16,0 0 16,-1 0-16,1 0 15,0 0 1,0 0-16,0 0 15,0 0 1,-39 0 0,39 0 15,0 39 0,-39 0 0,39-39-15,-1 40 15,40-1-31,-39-39 16,0 39-16,0-39 16,39 39-1,-39-39-15,39 39 31,-39 0 1,0 39-17,0-39 1,39 0 0,-39 0 15,0 39 0,0-38 0,39 38 1,-39-39-1,0 0 0,-1 0 0,40 0-15,-39-39 15,0 39-15,39 0 31,-39 0-47,0 0 78,39 0 0,-78 0 172,0-39-156,39 0-1</inkml:trace>
          <inkml:trace contextRef="#ctx0" brushRef="#br0" timeOffset="-6546.7577">614 39 0,'-78'0'203,"39"0"-172,-39 0 0,39 0 32,0 0-1,0 0-30,0 0-17,-1 0 16,1 0-31,0 39 16,0-39 15,39 39-15,-39 0 15,0 39 16,39-39 0,0 0-31,0 0-1,0 0 1,0 1-1,0 38-15,0-39 32,0 0-32,0 0 15,0 0 1,0 0 0,0 0-1,0 0 1,0 0-16,0 0 15,0 40 1,39-40 0,-39 0 15,0 0-15,0 0-1,39 39 16,0-39 48,0-39-64,0 39 1,1-39 15,-1 39-15,0-39 77,0 0-77,0 0-16,39 0 16,-39 0 15,0-39 141,0 39-157,0-39 1,0 0 0,-39 0 15,39 39 0,1-39 16,-1 0 0,-39 0-31,39 0-16,-39 0 31,39-1-16,-39 1 32,0 0-15,39 0-32,-39 0 15,0 0 16,0-39-15,0 39 0,0 0-1,0 0 1,0 0 15,0 0-31,0-1 16,0 1 15,0 0-15,0 0 46,-39 0-15,39 0-16,-39 39-31,39-39 32,-39 0-17,-40 0 32,79 0-16,-78 39-15,39-39 0</inkml:trace>
        </inkml:traceGroup>
        <inkml:traceGroup>
          <inkml:annotationXML>
            <emma:emma xmlns:emma="http://www.w3.org/2003/04/emma" version="1.0">
              <emma:interpretation id="{65FEC108-3FE8-43DA-8C37-02406F5D5D0F}" emma:medium="tactile" emma:mode="ink">
                <msink:context xmlns:msink="http://schemas.microsoft.com/ink/2010/main" type="inkWord" rotatedBoundingBox="22026,10799 22953,10695 23046,11523 22119,11627"/>
              </emma:interpretation>
              <emma:one-of disjunction-type="recognition" id="oneOf1">
                <emma:interpretation id="interp1" emma:lang="" emma:confidence="1">
                  <emma:literal>8</emma:literal>
                </emma:interpretation>
                <emma:interpretation id="interp2" emma:lang="" emma:confidence="0">
                  <emma:literal>*</emma:literal>
                </emma:interpretation>
                <emma:interpretation id="interp3" emma:lang="" emma:confidence="0">
                  <emma:literal>•</emma:literal>
                </emma:interpretation>
                <emma:interpretation id="interp4" emma:lang="" emma:confidence="0">
                  <emma:literal>y</emma:literal>
                </emma:interpretation>
                <emma:interpretation id="interp5" emma:lang="" emma:confidence="0">
                  <emma:literal>o</emma:literal>
                </emma:interpretation>
              </emma:one-of>
            </emma:emma>
          </inkml:annotationXML>
          <inkml:trace contextRef="#ctx0" brushRef="#br0" timeOffset="126228.6212">4561-1290 0,'39'39'125,"39"0"-109,-39-39-16,0 0 15,40 39 1,-40 0 0,0-39-1,0 40-15,39-40 16,-39 0-16,0 78 15,39-39 1,-39-39-16,0 0 16,40 39-16,-40 0 265,-39 0-249,39 0 0,-39 0 155,0 0-155,-39-39 0,0 0-1,-1 39-15,1-39 16,-39 39-16,0 0 16,39-39-1,0 0-15,0 40 16,0-40-16,-39 0 31,39 0 32,-40 39-48,40 0 1,0-39 46,0 0-46,0 0 0,0 39-1,0-39 1,117 0 281,-39 0-297,39 0 15,-39-39-15,0 39 16,40 0 0,-79-39-16,39 39 31,-39-39-16,78 39 17,-39-40-32,39 1 47,-78 0-32,39 39 1,0 0-1,0-78 1,0 78 0,-39-39 15,39 0-15,-39 0 15,0 0 16,0 0 125,0 0-157,0 0 1,0 0-16,-78-1 15,-78 1 1,39-39-16,39 78 16,39 0-16,-40-39 15,40 39 1,0 0 0,0 0 296,0 0-312</inkml:trace>
        </inkml:traceGroup>
      </inkml:traceGroup>
    </inkml:traceGroup>
  </inkml:traceGroup>
</inkml:ink>
</file>

<file path=ppt/ink/ink36.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35:15.549"/>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8FDD82AF-4708-4017-A498-BE5F22D3EF0D}" emma:medium="tactile" emma:mode="ink">
          <msink:context xmlns:msink="http://schemas.microsoft.com/ink/2010/main" type="writingRegion" rotatedBoundingBox="12003,9149 7352,9188 7338,7475 11988,7436"/>
        </emma:interpretation>
      </emma:emma>
    </inkml:annotationXML>
    <inkml:traceGroup>
      <inkml:annotationXML>
        <emma:emma xmlns:emma="http://www.w3.org/2003/04/emma" version="1.0">
          <emma:interpretation id="{AECCF006-C325-4B6D-BF1E-4CB160E5BD1C}" emma:medium="tactile" emma:mode="ink">
            <msink:context xmlns:msink="http://schemas.microsoft.com/ink/2010/main" type="paragraph" rotatedBoundingBox="12003,9149 7352,9188 7338,7475 11988,7436" alignmentLevel="1"/>
          </emma:interpretation>
        </emma:emma>
      </inkml:annotationXML>
      <inkml:traceGroup>
        <inkml:annotationXML>
          <emma:emma xmlns:emma="http://www.w3.org/2003/04/emma" version="1.0">
            <emma:interpretation id="{586E8237-BD9D-470A-8098-9DA58B385A63}" emma:medium="tactile" emma:mode="ink">
              <msink:context xmlns:msink="http://schemas.microsoft.com/ink/2010/main" type="line" rotatedBoundingBox="12003,9149 7352,9188 7338,7475 11988,7436"/>
            </emma:interpretation>
          </emma:emma>
        </inkml:annotationXML>
        <inkml:traceGroup>
          <inkml:annotationXML>
            <emma:emma xmlns:emma="http://www.w3.org/2003/04/emma" version="1.0">
              <emma:interpretation id="{F5AF802F-D6E4-45F5-A47B-FA3A3133781D}" emma:medium="tactile" emma:mode="ink">
                <msink:context xmlns:msink="http://schemas.microsoft.com/ink/2010/main" type="inkWord" rotatedBoundingBox="12001,8947 11452,8952 11443,7856 11992,7851"/>
              </emma:interpretation>
              <emma:one-of disjunction-type="recognition" id="oneOf0">
                <emma:interpretation id="interp0" emma:lang="" emma:confidence="1">
                  <emma:literal/>
                </emma:interpretation>
              </emma:one-of>
            </emma:emma>
          </inkml:annotationXML>
          <inkml:trace contextRef="#ctx0" brushRef="#br0">320 118 0,'-79'0'203,"40"0"-140,0 0-32,0 0 0,0 0 94,0 0-16,39 39-93,0 0 31,-39 0-47,39 0 62,0 0-30,0 39-1,0-39 0,0 0-15,0 0-1,0 0 1,0 40 0,0-40-1,39-39 1,0 78-16,-39-39 16,39-39-1,-39 78 1,39-39 15,0 0 0,-39 0-15,39-39-16,-39 39 16,39-39-1,-39 39-15,79 1 31,-40-40 219,0 0-234,0-40-16,0 1 31,-39 0 79,0 0-79,39 0-31,-39 0 31,0 0-15,0 0 15,0 0 0,0 0-15,0 0 0,0 0 15,0 0-16,0-1 64,0 1-64,0 0 1,0 0-1,-78 0 1,78 0-16,-39 0 16,0 0 15,0 0-15,39 0-1,0 0 1,0 0-1,0 0 17,-39 39-32,-1-79 47</inkml:trace>
        </inkml:traceGroup>
        <inkml:traceGroup>
          <inkml:annotationXML>
            <emma:emma xmlns:emma="http://www.w3.org/2003/04/emma" version="1.0">
              <emma:interpretation id="{30012688-04DC-45FC-A94C-40D6B7142CE7}" emma:medium="tactile" emma:mode="ink">
                <msink:context xmlns:msink="http://schemas.microsoft.com/ink/2010/main" type="inkWord" rotatedBoundingBox="11536,9153 7352,9188 7338,7475 11522,7440"/>
              </emma:interpretation>
              <emma:one-of disjunction-type="recognition" id="oneOf1">
                <emma:interpretation id="interp1" emma:lang="" emma:confidence="0">
                  <emma:literal>u</emma:literal>
                </emma:interpretation>
                <emma:interpretation id="interp2" emma:lang="" emma:confidence="0">
                  <emma:literal>I</emma:literal>
                </emma:interpretation>
                <emma:interpretation id="interp3" emma:lang="" emma:confidence="0">
                  <emma:literal>U</emma:literal>
                </emma:interpretation>
                <emma:interpretation id="interp4" emma:lang="" emma:confidence="0">
                  <emma:literal>6</emma:literal>
                </emma:interpretation>
                <emma:interpretation id="interp5" emma:lang="" emma:confidence="0">
                  <emma:literal>w</emma:literal>
                </emma:interpretation>
              </emma:one-of>
            </emma:emma>
          </inkml:annotationXML>
          <inkml:trace contextRef="#ctx0" brushRef="#br0" timeOffset="3796.9087">85 196 0,'0'-39'172,"-39"39"-172,-39-78 16,-39 38-16,78 1 15,-79 0-15,79 0 16,-39 0-16,39 39 15,-39-78 1,39 78-16,-39-39 16,39 39-1,-1-39 1,1 39-16,-39-39 16,0 39-1,78-39-15,-39 39 16,-39 0-16,39 0 15,0 0 1,0 0-16,0 0 16,-40 0-1,1-39 1,0 39 15,39 0-15,0 0-1,0 0-15,0 0 16,0 0-16,0 0 16,0 0-16,-1 0 15,-38 0-15,0 0 16,39 0 0,-39 0-16,39 0 15,-39 0-15,39 0 16,-40 0-1,40 0-15,0 0 16,0 0 0,0 0-1,0 0-15,-39 0 16,39 0 0,-78 0-16,78 0 15,-1 0 1,1 39-16,0-39 31,0 0-15,0 0-1,0 39-15,0-39 16,0 39 0,0 0-1,0-39-15,0 39 16,-39-39-1,38 0 1,40 39-16,-39 0 16,0-39-1,0 0 17,0 39-17,0-39 1,0 0 15,-39 39-15,39 0-1,-39 0 1,39-39-16,-1 0 16,40 40 249,-78-1-249,39-39-16,-39 0 15,39 39 17,39 0 15,-78 0-47,78 0 31,0 0-16,0 0 1,0 0 0,0 0-1,0 0 1,0 0 0,39 0 15,-39 1-31,0-1 15,0 0 1,0 0 0,39 0-1,0-39-15,-39 39 16,39 0 0,-39 0-16,39-39 15,-39 39 1,39 0-1,0 0 1,-39 0-16,0 0 16,39 1-1,1-1 1,-1 0 15,-39 0-15,39 0-1,0-39 1,-39 39 0,39-39-16,-39 39 31,39-39 63,39 0-79,-39-78-15,39 0 16,-39 39-16,-39-40 16,79 40-16,-79 0 15,39-39-15,0 78 16,-39-39-16,39 0 15,-39 0 1,0 0 15,0 0-15,0 0-16,0 0 16,0 0-1,0-1 1,0 1-1,0 0 1,0 0 15,0 0 1,0 0-32,-39 39 15,39-39 1,-39 0-16,0 0 15,39 0 1,-40 39 0,1-78-16,0 39 15,39-40 63,-39 40 172,0 0-234,0 0 62</inkml:trace>
        </inkml:traceGroup>
      </inkml:traceGroup>
    </inkml:traceGroup>
  </inkml:traceGroup>
</inkml:ink>
</file>

<file path=ppt/ink/ink37.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36:49.627"/>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A5C80DDC-3144-4733-B0C6-57C2C81C3BDC}" emma:medium="tactile" emma:mode="ink">
          <msink:context xmlns:msink="http://schemas.microsoft.com/ink/2010/main" type="writingRegion" rotatedBoundingBox="2299,16494 10177,15064 10718,18045 2840,19475"/>
        </emma:interpretation>
      </emma:emma>
    </inkml:annotationXML>
    <inkml:traceGroup>
      <inkml:annotationXML>
        <emma:emma xmlns:emma="http://www.w3.org/2003/04/emma" version="1.0">
          <emma:interpretation id="{93C6744F-171C-407E-8405-0F642720E1C0}" emma:medium="tactile" emma:mode="ink">
            <msink:context xmlns:msink="http://schemas.microsoft.com/ink/2010/main" type="paragraph" rotatedBoundingBox="2570,16117 8086,16635 7994,17620 2477,17101" alignmentLevel="1"/>
          </emma:interpretation>
        </emma:emma>
      </inkml:annotationXML>
      <inkml:traceGroup>
        <inkml:annotationXML>
          <emma:emma xmlns:emma="http://www.w3.org/2003/04/emma" version="1.0">
            <emma:interpretation id="{22CFCCFD-297C-4F7B-B4DA-9C4D8C814ACC}" emma:medium="tactile" emma:mode="ink">
              <msink:context xmlns:msink="http://schemas.microsoft.com/ink/2010/main" type="line" rotatedBoundingBox="2570,16117 8086,16635 7994,17620 2477,17101"/>
            </emma:interpretation>
          </emma:emma>
        </inkml:annotationXML>
        <inkml:traceGroup>
          <inkml:annotationXML>
            <emma:emma xmlns:emma="http://www.w3.org/2003/04/emma" version="1.0">
              <emma:interpretation id="{6F3667D1-28B5-41E5-B9D9-F62F5A6021CA}" emma:medium="tactile" emma:mode="ink">
                <msink:context xmlns:msink="http://schemas.microsoft.com/ink/2010/main" type="inkWord" rotatedBoundingBox="2567,16146 4214,16301 4134,17152 2487,16997"/>
              </emma:interpretation>
              <emma:one-of disjunction-type="recognition" id="oneOf0">
                <emma:interpretation id="interp0" emma:lang="" emma:confidence="1">
                  <emma:literal/>
                </emma:interpretation>
              </emma:one-of>
            </emma:emma>
          </inkml:annotationXML>
          <inkml:trace contextRef="#ctx0" brushRef="#br0">0 43 0,'79'0'156,"-40"0"-140,0 0-16,0 0 15,0 0 1,0 0 15,0-39-31,0 39 31,0 0 63,0 0-63,-39 39 48,0 0-64,0 0 1,0 1-1,0-1-15,0 0 16,0 0 0,0 0-1,0 39 17,-39-39-17,39 0 16,0 39 1,-78-78 202,39 0-187,-39 0 0,39 0 0,0 0-16,0 0 16,-1-39-32,1 0 17,78 39 249,1 0-265,-1 0-1,0 0 1,0 0-1,39 0 1,-39 0 0,0 0-16,39 0 15,0 0 1,-39 0 15,40 0 47,-79 39-15,39-39-48,39 0 32</inkml:trace>
          <inkml:trace contextRef="#ctx0" brushRef="#br0" timeOffset="7421.9411">1251-35 0,'0'-39'2766,"39"39"-2766,0 0 15,-39-39-15,39 39 16,0 0 0,0 0 15,0 0 47,0 0-31,0 0-16,1 0 47,-40 39-31,39-39-16,-39 39 1,0 0-1,0 0 16,0 0 15,0 0-46,0 1 109,-39-1-47,-1-39-62,1 0-1,0 0 1,0 0 46,0 0-30,0 0 15,0 0-16,-39 39 63,0 0-32,39-39-15,0 0 15,-1 0-30,40 39 265,40-39-282,-1 0 1,0 0 31,0 0-32,39 39 32,-39-39 0,0 0-16,0 0-15,0 0-16,0 0 31,0 0 47,0 0 32,-39 39-63,40-39-32,-40 39 1,0 0-1,0 0 48,0 0-16,0 0-16,0 0 47,0 1-47,-40-40 48,1 0-64,0 0 1,0 0 15,-39 0 32,39 0-17,39 39-30,-78-39 375,39 0 62</inkml:trace>
        </inkml:traceGroup>
        <inkml:traceGroup>
          <inkml:annotationXML>
            <emma:emma xmlns:emma="http://www.w3.org/2003/04/emma" version="1.0">
              <emma:interpretation id="{EBF23CEB-74CF-4D25-A88E-21F522A0FA9B}" emma:medium="tactile" emma:mode="ink">
                <msink:context xmlns:msink="http://schemas.microsoft.com/ink/2010/main" type="inkWord" rotatedBoundingBox="4741,16264 6858,16588 6713,17536 4596,17212"/>
              </emma:interpretation>
              <emma:one-of disjunction-type="recognition" id="oneOf1">
                <emma:interpretation id="interp1" emma:lang="" emma:confidence="1">
                  <emma:literal/>
                </emma:interpretation>
              </emma:one-of>
            </emma:emma>
          </inkml:annotationXML>
          <inkml:trace contextRef="#ctx0" brushRef="#br0" timeOffset="13515.747">2228-74 0,'0'39'312,"0"0"-296,0 0-1,0 0 1,0 0 0,-78 40 15,78-40 0,0 0-15,0 0-16,0 0 15,0 0 1,0 0 93,0 0-77,0 0 30,0 0 1,0 0-48,0 0 79,39 1-32,-39-1-46,0 0 31,0 0-31,0 0 15,39-39 172,-39-39-125,39 39-78,-39-39 16,0 0-1,0-40 1,0 40 0,0-39-1,0 39 1,0-39 78,0 39-32,0 0-15,0 0-31,0 0 15,0 0 0,0 0 47,0-1 188,0 1-251,0 78 345,0 1-329,0-1-15,0 0-1,0 0 1,0 0 15,0 39-15,0 0-1,-39-78 1,39 39-16,0 0 31</inkml:trace>
          <inkml:trace contextRef="#ctx0" brushRef="#br0" timeOffset="48775.8419">3166 4 0,'-39'0'359,"-1"0"-343,1 0-1,0 0 1,0 0-1,0 0 48,0 0-47,0 0 15,39 39 125,0 0-140,0 0-1,-39 1 1,39 38 0,0-39-1,0 39 16,-39-78-15,39 39 0,0 0 171,39-39-187,0 0 16,39 0-1,-39 0 32,0 0-15,0 0-17,0 0 32,1 0 16,-1 0-32,0 39-16,-39 0 17,0 0-1,0 0-15,0 0-1,-39 1 1,0-1 15,39 0-31,-40 0 16,1-39 15,0 39-15,39 0 15,-39-39 0,0 0 78</inkml:trace>
          <inkml:trace contextRef="#ctx0" brushRef="#br0" timeOffset="51260.2388">3674 239 0,'78'0'219,"-39"0"-78,39 0-110,-39 0 203,0 0-187,-39 39-16,0 0 16,0 0-31,0 0-16,0 0 15,0 0 1,0 0 0,0 0-1,-39-39 1,39 39-16,-39 0 31,0 1-15,39-1 15,-39-39-31,39 39 31,-39-39 16,39 39-16,-39-39-31,0 39 63,39 0-32,39-39 188,0 0-219,39 0 16,0 0-1,-39 0 1,0 0-16,39 0 15,-39 0 1,1 0 31,-1 0-31,0-39 30</inkml:trace>
        </inkml:traceGroup>
        <inkml:traceGroup>
          <inkml:annotationXML>
            <emma:emma xmlns:emma="http://www.w3.org/2003/04/emma" version="1.0">
              <emma:interpretation id="{99C75EEC-CEEC-4B05-9007-E602A8F792FE}" emma:medium="tactile" emma:mode="ink">
                <msink:context xmlns:msink="http://schemas.microsoft.com/ink/2010/main" type="inkWord" rotatedBoundingBox="7306,16608 8082,16680 7994,17620 7218,17547"/>
              </emma:interpretation>
            </emma:emma>
          </inkml:annotationXML>
          <inkml:trace contextRef="#ctx0" brushRef="#br0" timeOffset="52885.2535">4768 200 0,'0'78'110,"0"-39"-95,0 0 1,0 39 0,0-39 15,0 39 16,0-39 15,0 40-15,0-40-31,-39 0-1,39 0 17,0 0-17,0 0 188,39-39-187,39 0-16,-39 0 16,39 0-16,-39-39 15,78 39-15,-117-39 16,40 0-16,38 39 62,-39 0-30,39-39-17,-39 0 1,39 39 31,-39-40-16</inkml:trace>
          <inkml:trace contextRef="#ctx0" brushRef="#br0" timeOffset="54635.2706">5237 278 0,'0'39'125,"-78"0"-109,78 39-16,0-39 15,0 39 1,0-39-16,0 0 16,0 40-16,0-40 15,-40 39 1,40-39-16,0 39 16,0-39-1,-39 0 1,39 0-16,0 0 15,0 0 1,0 1-16</inkml:trace>
        </inkml:traceGroup>
      </inkml:traceGroup>
    </inkml:traceGroup>
    <inkml:traceGroup>
      <inkml:annotationXML>
        <emma:emma xmlns:emma="http://www.w3.org/2003/04/emma" version="1.0">
          <emma:interpretation id="{F7B1E814-69DA-4582-B082-C1002E9636AE}" emma:medium="tactile" emma:mode="ink">
            <msink:context xmlns:msink="http://schemas.microsoft.com/ink/2010/main" type="paragraph" rotatedBoundingBox="2507,17642 10385,16212 10718,18045 2840,19475" alignmentLevel="1"/>
          </emma:interpretation>
        </emma:emma>
      </inkml:annotationXML>
      <inkml:traceGroup>
        <inkml:annotationXML>
          <emma:emma xmlns:emma="http://www.w3.org/2003/04/emma" version="1.0">
            <emma:interpretation id="{B92D4F9D-2D41-4E30-97D9-55BAEB00635E}" emma:medium="tactile" emma:mode="ink">
              <msink:context xmlns:msink="http://schemas.microsoft.com/ink/2010/main" type="line" rotatedBoundingBox="2507,17642 10385,16212 10718,18045 2840,19475"/>
            </emma:interpretation>
          </emma:emma>
        </inkml:annotationXML>
        <inkml:traceGroup>
          <inkml:annotationXML>
            <emma:emma xmlns:emma="http://www.w3.org/2003/04/emma" version="1.0">
              <emma:interpretation id="{D2FBCEFE-7803-4E89-9646-4C7ADA622071}" emma:medium="tactile" emma:mode="ink">
                <msink:context xmlns:msink="http://schemas.microsoft.com/ink/2010/main" type="inkWord" rotatedBoundingBox="2507,17642 5702,17062 5978,18583 2783,19163"/>
              </emma:interpretation>
              <emma:one-of disjunction-type="recognition" id="oneOf2">
                <emma:interpretation id="interp2" emma:lang="" emma:confidence="1">
                  <emma:literal/>
                </emma:interpretation>
              </emma:one-of>
            </emma:emma>
          </inkml:annotationXML>
          <inkml:trace contextRef="#ctx0" brushRef="#br0" timeOffset="25463.1318">79 1372 0,'0'39'312,"0"39"-249,0-39-1,0 0-15,0 0 16,0 0-48,0 1 1,0-1 0,0 0 62,0 0-47,0 0 141,39-39-141,0-78-15,-39 39-1,78 0 1,-78-40-16,39 79 31,-39-39-15,39 39 0,-39-39-1,0 0 1,39 0 78,-39 0-79,39 39 1,-39-39-1,0 0-15,78 0 16,-78 0 31,0 0-47,39 39 31,-39-39-15,0-1-1</inkml:trace>
          <inkml:trace contextRef="#ctx0" brushRef="#br0" timeOffset="33978.8336">1212 1645 0,'-78'40'125,"78"-1"-110,-39 39-15,-40-39 16,79 0-16,-39-39 16,39 39-1,0 0 173,0 0-141,0 0-1,39-39 64,0 0-95,1-39 1,-1 0 0,0 0-1,0 39 17,0-39-17,0 39 1,39-39-1,-78 0 17,39 39 15,39-39-1,-78 0-30,39 39 0,0-39-1,1 39-15,-1-79 16,0 79 15,0 0-15,-39-39-1,39 0 48,-39 0 15</inkml:trace>
          <inkml:trace contextRef="#ctx0" brushRef="#br0" timeOffset="41932.0312">2189 1567 0,'0'39'265,"0"0"-249,0 1 15,0 38 16,0-39-31,0 0 15,0 0-15,78-39 312,-39 0-313,0-39 1,0 0 15,-39 0-15,78 39-1,-78-39 1,78 0 0,-78-1-1,39 40 1,-39-39-16,40 39 31,-40-39-15,39 39-16,-39-39 31,78 0-15,-39 0-1,0 0 32,-39 0 78,39 0-125</inkml:trace>
          <inkml:trace contextRef="#ctx0" brushRef="#br0" timeOffset="69477.3064">2892 1528 0,'39'0'187,"-39"39"-171,39 0-1,0-39 1,0 39-16,0 40 47,1-40-16,-1 0-15,0 0 15,0-39 16,0 0-32,-39 39 1,39-39 15,-39 39 1,39-39-17,-39 39 16,39-39 32</inkml:trace>
          <inkml:trace contextRef="#ctx0" brushRef="#br0" timeOffset="66321.0281">3127 1255 0,'0'39'204,"0"0"-189,0 0 1,0 0-1,0 39 1,0-39 15,0 39-15,0-39 0,0 40-1,0-40 1,0 39-1,0-39 1,0 39 15,0-39 16,0 0-16,0 0-15,0 0 0,0 0-1,0 1-15,0-1 32</inkml:trace>
        </inkml:traceGroup>
        <inkml:traceGroup>
          <inkml:annotationXML>
            <emma:emma xmlns:emma="http://www.w3.org/2003/04/emma" version="1.0">
              <emma:interpretation id="{60CBC5A4-8765-4CD0-8A7A-59732FC00872}" emma:medium="tactile" emma:mode="ink">
                <msink:context xmlns:msink="http://schemas.microsoft.com/ink/2010/main" type="inkWord" rotatedBoundingBox="6408,17780 7862,17515 8010,18326 6555,18591"/>
              </emma:interpretation>
              <emma:one-of disjunction-type="recognition" id="oneOf3">
                <emma:interpretation id="interp3" emma:lang="" emma:confidence="1">
                  <emma:literal/>
                </emma:interpretation>
              </emma:one-of>
            </emma:emma>
          </inkml:annotationXML>
          <inkml:trace contextRef="#ctx0" brushRef="#br0" timeOffset="92294.8009">3869 1372 0,'78'39'297,"-39"0"-281,78 0 15,-38 39-16,-40-78 1,-39 39-16,78 0 16,-39 1-16,0-40 15,0 39 1,0 0 0,0 0 15,39-39 125,-39 39-140,1-39 15,-40 39-31</inkml:trace>
          <inkml:trace contextRef="#ctx0" brushRef="#br0" timeOffset="93669.8146">4377 1333 0,'-39'0'109,"-39"39"-93,78 0-16,0 0 15,0 0 1,-39 0-16,39 0 47,0 0-32,0 0-15,0 1 16,0-1 0,0 0-1,-39 0 1,0 0-1,39 0 17,0 0-1,0 0 31,0 0 79,0 0-110,0 39-15,-40-78 0,40 39 46</inkml:trace>
          <inkml:trace contextRef="#ctx0" brushRef="#br0" timeOffset="102749.2401">5002 1567 0,'39'0'125,"0"0"-110,0 39-15,-39 0 16,40-39-16,-1 40 15,0-1 1,0 0 15,0-39-15,0 39 15,0 0-15,0 0 31,0 0 15</inkml:trace>
        </inkml:traceGroup>
        <inkml:traceGroup>
          <inkml:annotationXML>
            <emma:emma xmlns:emma="http://www.w3.org/2003/04/emma" version="1.0">
              <emma:interpretation id="{719DFDDF-DA2D-48A1-BC3A-2FC647D9CD94}" emma:medium="tactile" emma:mode="ink">
                <msink:context xmlns:msink="http://schemas.microsoft.com/ink/2010/main" type="inkWord" rotatedBoundingBox="7543,17967 7969,17890 8084,18523 7658,18601"/>
              </emma:interpretation>
              <emma:one-of disjunction-type="recognition" id="oneOf4">
                <emma:interpretation id="interp4" emma:lang="" emma:confidence="0">
                  <emma:literal>'</emma:literal>
                </emma:interpretation>
                <emma:interpretation id="interp5" emma:lang="" emma:confidence="0">
                  <emma:literal>/</emma:literal>
                </emma:interpretation>
                <emma:interpretation id="interp6" emma:lang="" emma:confidence="0">
                  <emma:literal>(</emma:literal>
                </emma:interpretation>
                <emma:interpretation id="interp7" emma:lang="" emma:confidence="0">
                  <emma:literal>I</emma:literal>
                </emma:interpretation>
                <emma:interpretation id="interp8" emma:lang="" emma:confidence="0">
                  <emma:literal>•</emma:literal>
                </emma:interpretation>
              </emma:one-of>
            </emma:emma>
          </inkml:annotationXML>
          <inkml:trace contextRef="#ctx0" brushRef="#br0" timeOffset="104139.8795">5432 1489 0,'-39'0'109,"39"39"-109,-39-39 16,0 39 0,39 0-1,-39 40-15,0-40 16,0-39 15,39 39-15,0 0-1,0 0 1,-39 0 0,39 0 15,0 0 16,-40 0-16,40 0 0,0 0 47,0 0-62,0 0 31,0 1 31</inkml:trace>
        </inkml:traceGroup>
        <inkml:traceGroup>
          <inkml:annotationXML>
            <emma:emma xmlns:emma="http://www.w3.org/2003/04/emma" version="1.0">
              <emma:interpretation id="{2C1FE3C1-2B87-4669-A691-24BBC1911C05}" emma:medium="tactile" emma:mode="ink">
                <msink:context xmlns:msink="http://schemas.microsoft.com/ink/2010/main" type="inkWord" rotatedBoundingBox="8261,16658 10396,16270 10574,17253 8439,17640"/>
              </emma:interpretation>
              <emma:one-of disjunction-type="recognition" id="oneOf5">
                <emma:interpretation id="interp9" emma:lang="" emma:confidence="1">
                  <emma:literal/>
                </emma:interpretation>
              </emma:one-of>
            </emma:emma>
          </inkml:annotationXML>
          <inkml:trace contextRef="#ctx0" brushRef="#br0" timeOffset="88810.3957">7112 200 0,'-39'0'250,"0"0"-172,0 0-63,0 0 32,0 0-31,39 39 0,-39-39-1,0 0 1,-39 0 15,39 39 125,39 0-109,0 39-31,0-39-1,0 39 1,-39-78 0,39 39-16,0 0 31,0 0-15,0 1-1,39-40 188,0 0-171,0 0 14,0 0-14,0 0-1,0 0 63,0 0-16,-39 39-16,0 0-46,0 0-16,-39 0 16,39 0-1,-39 39 1,0-39-1,0 0 1,0-39 31,39 39-31,-39-39 15,0 0-16,-1 39 32</inkml:trace>
          <inkml:trace contextRef="#ctx0" brushRef="#br0" timeOffset="72169.1139">5745 278 0,'39'-39'125,"0"39"-110,0 0-15,0 0 16,39 0 31,-39 0 0,0 0 0,-39 39-16,0 39 0,0-39-15,-39-39-1,0 39 1,39 0 0,-39-39-16,0 39 15,0-39 1,39 39 31,-39-39-32,78 0 220,0 0-188,0 0-32,0 0 79,0 0-47,0 39 0,-39 0 0,39 40 15,-39-40-31,0 0 48,0 0-64,0 0-15,0 0 31,-39-39-15,0 0 0,39 39-16,-39-39 31,0 0 47,39 39-62,-39 0 31,0-39 46</inkml:trace>
          <inkml:trace contextRef="#ctx0" brushRef="#br0" timeOffset="101077.3512">7542 395 0,'0'-39'62,"0"0"-46,0 0 0,39 39-16,-39-39 15,39 39-15,0 0 16,1 0 46,-1 0-46,0 0 0,-39 39 15,0 0-15,0 0-1,0 39 16,0 0-15,0-39 0,-39-39-1,0 39-15,-1 0 16,1 1 0,0-40-16,0 39 15,-39-39 32,78 39-31,0 0 187,39-39-141,0 0-46,0 0 0,0 0-16,0 0 15,1 0 16,-1-39-15,0 39 93,0 0-77,-39-39-32,39 39 31,0 0-15,0 0 62,0 0 15,0 0-77</inkml:trace>
        </inkml:traceGroup>
      </inkml:traceGroup>
    </inkml:traceGroup>
  </inkml:traceGroup>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20:04:44.439"/>
    </inkml:context>
    <inkml:brush xml:id="br0">
      <inkml:brushProperty name="width" value="0.08167" units="cm"/>
      <inkml:brushProperty name="height" value="0.08167" units="cm"/>
      <inkml:brushProperty name="color" value="#3165BB"/>
      <inkml:brushProperty name="fitToCurve" value="1"/>
    </inkml:brush>
  </inkml:definitions>
  <inkml:traceGroup>
    <inkml:annotationXML>
      <emma:emma xmlns:emma="http://www.w3.org/2003/04/emma" version="1.0">
        <emma:interpretation id="{7F319DF7-B1C1-4DA9-A3A7-ABA02D0E3258}" emma:medium="tactile" emma:mode="ink">
          <msink:context xmlns:msink="http://schemas.microsoft.com/ink/2010/main" type="writingRegion" rotatedBoundingBox="3415,5165 18667,5451 18638,7017 3386,6731"/>
        </emma:interpretation>
      </emma:emma>
    </inkml:annotationXML>
    <inkml:traceGroup>
      <inkml:annotationXML>
        <emma:emma xmlns:emma="http://www.w3.org/2003/04/emma" version="1.0">
          <emma:interpretation id="{FBFF523F-CD76-4B30-BAA4-EA2E5EAA7528}" emma:medium="tactile" emma:mode="ink">
            <msink:context xmlns:msink="http://schemas.microsoft.com/ink/2010/main" type="paragraph" rotatedBoundingBox="3415,5165 18667,5451 18638,7017 3386,6731" alignmentLevel="1"/>
          </emma:interpretation>
        </emma:emma>
      </inkml:annotationXML>
      <inkml:traceGroup>
        <inkml:annotationXML>
          <emma:emma xmlns:emma="http://www.w3.org/2003/04/emma" version="1.0">
            <emma:interpretation id="{41BCF523-B628-4DAA-BAC4-06A97C911486}" emma:medium="tactile" emma:mode="ink">
              <msink:context xmlns:msink="http://schemas.microsoft.com/ink/2010/main" type="line" rotatedBoundingBox="3415,5165 18667,5451 18638,7017 3386,6731"/>
            </emma:interpretation>
          </emma:emma>
        </inkml:annotationXML>
        <inkml:traceGroup>
          <inkml:annotationXML>
            <emma:emma xmlns:emma="http://www.w3.org/2003/04/emma" version="1.0">
              <emma:interpretation id="{332BBEFE-7743-4417-828E-6E0F09051DA4}" emma:medium="tactile" emma:mode="ink">
                <msink:context xmlns:msink="http://schemas.microsoft.com/ink/2010/main" type="inkWord" rotatedBoundingBox="3415,5165 7146,5235 7116,6801 3386,6731"/>
              </emma:interpretation>
              <emma:one-of disjunction-type="recognition" id="oneOf0">
                <emma:interpretation id="interp0" emma:lang="" emma:confidence="1">
                  <emma:literal/>
                </emma:interpretation>
              </emma:one-of>
            </emma:emma>
          </inkml:annotationXML>
          <inkml:trace contextRef="#ctx0" brushRef="#br0">292 45 508 0,'0'0'106'16,"0"0"32"-16,0 0 8 16,0 0-45-16,0 0-23 15,0 0-11-15,0 0-16 16,3-55 1-16,-3 55-16 16,0 0-6-16,0 0-21 0,0 0-9 15,0 23-16 1,-6 35 8-16,-21 51 8 0,-5 16 8 15,-5 24 5-15,-4 10-2 16,4-24 4-16,0 9-2 16,9-18-2-16,6-18-2 15,8-19 7-15,3-18-15 16,11-12 12-16,-4-11-4 16,4-20-3-16,0-9 4 15,0-12-9-15,0-3 20 16,0-4 45-16,0-4 7 15,9-32-20-15,29-18-39 16,14-19-14-16,8-11-16 16,9-3-9-16,-1-2 1 15,-7 16 23-15,-10 14 1 0,-15 14 0 16,-11 19 0-16,-4 16-1 16,1 10-12-16,5 0-8 15,-4 29 8-15,12 18 7 16,-11 13-5-16,-6 7 11 15,-11 6 0-15,-7 2 0 16,0-9-2-16,-25 4 2 16,-12-11 1-16,-13-8 12 15,-7-8 6-15,-5-7 0 16,-10-8 1-16,0-9-8 16,4-6-2-16,2-9-10 15,8-4-1-15,16 0-42 16,27-36-2-16,15-4-40 15,0-7-205-15</inkml:trace>
          <inkml:trace contextRef="#ctx0" brushRef="#br0" timeOffset="1271.5754">1290 1132 530 0,'0'0'185'0,"0"0"-6"0,0 0-43 16,0 0-28-16,0 0-11 15,0 0-13-15,0 0-13 16,213-41-26-16,-135 10-22 15,8-5-11-15,-6-5-3 16,-2-8-8-16,-2-6-1 16,-9-9 6-16,-11-8-6 15,-12-7-30-15,-19-4 11 16,-17-3 18-16,-8 9-25 16,-15 9 25-16,-23 10 2 15,-6 13 0-15,-1 12-1 0,-3 16 0 16,-4 17 9-16,-5 4-9 15,-5 55-13-15,-6 28 13 16,-1 29 8-16,9 15 5 16,8 4 11-16,22 0-7 15,10-13-7-15,20-4 3 16,0-15-2-16,20-7-1 16,18-14 0-16,13-16-3 15,10-15 5-15,6-15-2 16,14-18 0-16,9-14 3 15,0-4-3-15,7-22-1 16,-7-29-9-16,1-11 2 0,-11-18-14 16,-10-1-3-16,-8 4-1 15,-18 13 9-15,-18 15 7 16,-12 20 34-16,-11 15-33 16,-3 14-1-16,0 0-36 15,0 14 12-15,-3 22 23 16,-11 6-1-16,9 3-3 15,5-4 5-15,0-1 7 16,0-8-7-16,22-10 0 16,10-5 0-16,5-15 6 15,10-2 0-15,6 0-6 16,9-24 0-16,1-16-2 16,-4-5 1-16,-5-4 1 0,-11 2-8 15,-11 4 8-15,-11 10 2 16,-9 16 20-16,-8 11-22 15,-4 6-9-15,0 0-14 16,0 15 8-16,0 15 14 16,0 0 1-16,0 3 0 0,0-8 8 15,6 1-8-15,16-5 1 16,8-6 5-16,7-6 6 16,15-5-6-16,10-4-6 15,6-4 9-15,7-24-2 16,2-11-6-16,-5-10 0 15,-12-7 9-15,-11-6-10 16,-22 2 0-16,-16 5-1 16,-11 6-9-16,-3 13 1 15,-32 15-7-15,-17 15 7 16,-13 6 5-16,-7 14 4 0,3 26 12 16,9 5-12-16,23 6-13 15,19 4 3-15,18 3 9 16,33-1-7-16,111 11-31 15,-7-17-75-15,11-15-216 0</inkml:trace>
        </inkml:traceGroup>
        <inkml:traceGroup>
          <inkml:annotationXML>
            <emma:emma xmlns:emma="http://www.w3.org/2003/04/emma" version="1.0">
              <emma:interpretation id="{4963FDA7-806B-435C-9F35-57277E278570}" emma:medium="tactile" emma:mode="ink">
                <msink:context xmlns:msink="http://schemas.microsoft.com/ink/2010/main" type="inkWord" rotatedBoundingBox="8408,6108 9344,6126 9340,6317 8404,6299"/>
              </emma:interpretation>
              <emma:one-of disjunction-type="recognition" id="oneOf1">
                <emma:interpretation id="interp1" emma:lang="" emma:confidence="1">
                  <emma:literal/>
                </emma:interpretation>
              </emma:one-of>
            </emma:emma>
          </inkml:annotationXML>
          <inkml:trace contextRef="#ctx0" brushRef="#br0" timeOffset="2193.2529">5028 943 821 0,'0'0'273'0,"0"0"-145"16,0 0-30-16,0 0-18 16,0 0-26-16,0 0-15 15,0 0 10-15,-10-9-17 16,10 9-11-16,20 0-20 16,25 0 11-16,27 0-12 15,25 0 16-15,12 0 10 16,1 3-20-16,-8-1 10 15,-20 6-16-15,-13-3-35 16,-19 3-25-16,-17 1-40 16,-14 1-87-16,-19-1-108 15,-19-1-12-15,-18-3-52 0</inkml:trace>
          <inkml:trace contextRef="#ctx0" brushRef="#br0" timeOffset="2380.7439">5053 1113 411 0,'0'0'165'16,"0"0"-32"-16,0 0 43 16,0 0 23-16,0 0-67 15,0 0-45-15,0 0-44 16,69 0-22-16,14 0-19 16,21 0 34-16,26 0-36 0,69 0-50 15,-33 0-87 1,-19 0-265-16</inkml:trace>
        </inkml:traceGroup>
        <inkml:traceGroup>
          <inkml:annotationXML>
            <emma:emma xmlns:emma="http://www.w3.org/2003/04/emma" version="1.0">
              <emma:interpretation id="{778E9A70-2FF6-40B0-BFDA-ACDA4E5EC6CD}" emma:medium="tactile" emma:mode="ink">
                <msink:context xmlns:msink="http://schemas.microsoft.com/ink/2010/main" type="inkWord" rotatedBoundingBox="10563,5836 17253,5961 17235,6914 10545,6789"/>
              </emma:interpretation>
              <emma:one-of disjunction-type="recognition" id="oneOf2">
                <emma:interpretation id="interp2" emma:lang="" emma:confidence="1">
                  <emma:literal/>
                </emma:interpretation>
              </emma:one-of>
            </emma:emma>
          </inkml:annotationXML>
          <inkml:trace contextRef="#ctx0" brushRef="#br0" timeOffset="4270.879">10053 735 214 0,'0'0'375'16,"0"0"-209"-16,0 0 59 15,0 0-80-15,0 0-69 0,0 0-19 16,0 0-17 0,0-26-20-16,-5 30-20 0,0 39-34 15,-10 25 34-15,-10 32 21 16,-4 17 8-16,-7 14 8 16,4-9-16-16,7-14-10 15,6-18-5-15,13-18-5 16,2-27 6-16,4-12-6 15,0-20 9-15,0-9 2 16,0-4 29-16,5 0 27 16,42-26-42-16,17-21-26 15,21-11-35-15,17-13 9 16,5-5-3-16,-5 8 7 16,-12 9 14-16,-14 18 2 15,-16 18 6-15,-12 20-6 0,-9 3 6 16,-14 26-13-16,-7 19 11 15,-11 10 2-15,-7-2 0 16,0-4 15-16,-5-11-4 16,-22-8 10-16,-13-9 4 15,-10-1 9-15,-15-6-10 16,-11-1-5-16,-10 0 0 16,0-8 3-16,3 5-22 15,12-6-1-15,4-1-18 16,17-1-22-16,14-2-33 15,36 0-38-15,0 0-15 16,18-9-532-16</inkml:trace>
          <inkml:trace contextRef="#ctx0" brushRef="#br0" timeOffset="4520.8143">10926 1241 743 0,'0'0'197'0,"0"0"-127"16,0 0 82-16,0 0-63 15,0 180-14-15,0-135-32 16,0-4-8-16,0-5-19 16,0-4-4-16,0-6-5 0,7-5 2 15,1-1-9-15,14-14-52 16,-2-6-112-16,7 0-394 0</inkml:trace>
          <inkml:trace contextRef="#ctx0" brushRef="#br0" timeOffset="4708.2643">11344 1028 472 0,'0'0'681'0,"0"0"-568"16,0 0-32-16,0 0-36 16,0 0-12-16,0 0-10 15,0 0-23-15,-3-14 0 0,3 14-44 16,-4 0-85-16,-4 8-237 16,1 1-356-16</inkml:trace>
          <inkml:trace contextRef="#ctx0" brushRef="#br0" timeOffset="3036.7868">7217 804 707 0,'0'0'218'0,"0"0"-49"15,0 0-63-15,0 0-70 0,0 0-36 16,0 0-7-16,0 0 7 15,-37 71 21-15,30-18 3 16,1 5 7-16,6-3-5 16,0 0-9-16,13-2 2 15,29-8 7-15,3-11 3 16,12-8 3-16,8-9-1 16,4-11-14-16,-1-6-1 15,1 0 4-15,-11-13-2 16,-4-12-4-16,-11-10-5 15,-11-7 1-15,-3-7-1 16,-8-4 4-16,-6-2-12 16,-8 2 0-16,-4 12 14 15,-3 13 2-15,0 11 17 16,0 11-29-16,0 6-5 0,0 0-35 16,0 28 6-16,0 18 22 15,-3 6 7-15,-4 7-5 16,7 0 4-16,0-5-6 15,2-3-32-15,33-6-15 16,62-9-34-16,-12-10-121 16,11-16-415-16</inkml:trace>
          <inkml:trace contextRef="#ctx0" brushRef="#br0" timeOffset="3380.454">8478 928 821 0,'0'0'250'0,"0"0"-156"15,0 0-36-15,0 0 9 16,0 0-46-16,0 0-21 16,0 0 0-16,-181 146 3 15,181-110 12-15,0 3-4 16,24-1-10-16,2 3 15 15,6 2-3-15,-12-5-6 16,-10 1-5-16,-6-6 6 16,-4-6-6-16,0-7 5 15,-14-1 5-15,-19-6-1 0,-6-3 4 16,-4-5-14-16,-4-1-1 16,7-4-35-16,15 0-47 15,18 0-83-15,7-5-233 16</inkml:trace>
          <inkml:trace contextRef="#ctx0" brushRef="#br0" timeOffset="3614.8043">9001 1281 345 0,'0'0'234'0,"0"0"-89"16,0 0 10-16,188-130-31 15,-160 92-34-15,-18 3-5 16,-10 3 9-16,0 8-37 15,-10 7-17-15,-25 10-39 16,-17 7 24-16,-5 0-6 0,-5 13-9 16,12 21-10-1,8 2-1-15,19 2-7 0,13 5 8 16,10-1 18-16,7 3-12 16,43 0-6-16,22-4-2 15,76 0-72-15,-19-11-156 16,-3-19-318-16</inkml:trace>
          <inkml:trace contextRef="#ctx0" brushRef="#br0" timeOffset="5239.4362">11618 1091 795 0,'0'0'219'0,"0"0"-123"15,0 0-17-15,0 0-44 16,231-45-16-16,-144 36-10 16,7 3-9-16,50 6-33 15,-29 0-173-15,-6 0-422 0</inkml:trace>
          <inkml:trace contextRef="#ctx0" brushRef="#br0" timeOffset="5067.5563">11700 761 649 0,'0'0'166'0,"0"0"-107"16,0 0 81-16,0 0-17 16,7 218-16-16,-7-137-31 15,5 0-2-15,10 0-15 16,5-9-18-16,10-9-14 16,2-9 11-16,1-12-9 15,3-3-10-15,0-10-3 16,-4-7-1-16,-3-1-15 15,-8-10 0-15,-2 0-8 16,-13-9-32-16,-2-2-9 16,-4 0-12-16,0-13-35 0,0-19-275 15,0-4-354-15</inkml:trace>
          <inkml:trace contextRef="#ctx0" brushRef="#br0" timeOffset="5817.4043">12670 1046 652 0,'0'0'208'0,"0"0"-13"0,0 0-83 16,0 0-24-16,0 0-16 15,0 0-9-15,0 0-7 16,221 17 4-16,-109-13-19 15,10-1-8-15,9 1-17 16,-3-4-16-16,-12 4-10 16,-14-1-9-16,-27 3-61 15,-32 7-23-15,-19 0-166 0,-24 0-304 16</inkml:trace>
          <inkml:trace contextRef="#ctx0" brushRef="#br0" timeOffset="6041.9064">12926 1254 426 0,'0'0'143'0,"0"0"4"15,0 0 63-15,0 0-33 16,0 0-61-16,0 0-30 16,0 0-36-16,65 8 3 15,1-2-26-15,12 1 8 16,12-1-18-16,16 3-17 15,2-1-24-15,55-3-103 16,-31 5-33-16,-13-7-327 0</inkml:trace>
        </inkml:traceGroup>
        <inkml:traceGroup>
          <inkml:annotationXML>
            <emma:emma xmlns:emma="http://www.w3.org/2003/04/emma" version="1.0">
              <emma:interpretation id="{536B1920-9092-48FB-A6A7-786EB29D9079}" emma:medium="tactile" emma:mode="ink">
                <msink:context xmlns:msink="http://schemas.microsoft.com/ink/2010/main" type="inkWord" rotatedBoundingBox="18000,6098 18655,6110 18645,6625 17990,6612"/>
              </emma:interpretation>
              <emma:one-of disjunction-type="recognition" id="oneOf3">
                <emma:interpretation id="interp3" emma:lang="" emma:confidence="0.5">
                  <emma:literal>o</emma:literal>
                </emma:interpretation>
                <emma:interpretation id="interp4" emma:lang="" emma:confidence="0">
                  <emma:literal>°</emma:literal>
                </emma:interpretation>
                <emma:interpretation id="interp5" emma:lang="" emma:confidence="0">
                  <emma:literal>O</emma:literal>
                </emma:interpretation>
                <emma:interpretation id="interp6" emma:lang="" emma:confidence="0">
                  <emma:literal>0</emma:literal>
                </emma:interpretation>
                <emma:interpretation id="interp7" emma:lang="" emma:confidence="0">
                  <emma:literal>,</emma:literal>
                </emma:interpretation>
              </emma:one-of>
            </emma:emma>
          </inkml:annotationXML>
          <inkml:trace contextRef="#ctx0" brushRef="#br0" timeOffset="6620.5802">14873 934 515 0,'0'0'160'0,"0"0"2"15,0 0 24-15,0 0-67 16,0 0-48-16,0 0-33 16,0 0-38-16,0-12 8 15,-20 18-6-15,-17 22 24 16,-7 12-2-16,-6 9 1 15,7 2-6-15,7 2 0 16,16-4-13-16,10-2-5 16,10-2 14-16,0-5-14 15,34-4 12-15,13-4 7 16,18-9 9-16,10-10-1 0,12-9-7 16,-3-4 0-1,-6 0-11-15,-14-27 10 0,-16-5 8 16,-13-4-3-16,-11-7 1 15,-19-6 10-15,-5-4-17 16,0-4-6-16,-29 7-13 16,-14 0-10-16,-7 10 1 15,-4 12 0-15,-8 7 8 16,-3 12-29-16,-3 9-60 16,-4 0 0-16,-15 36-42 15,15 9-220 1,22 9-314-16</inkml:trace>
        </inkml:traceGroup>
      </inkml:traceGroup>
    </inkml:traceGroup>
  </inkml:traceGroup>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20:04:54.645"/>
    </inkml:context>
    <inkml:brush xml:id="br0">
      <inkml:brushProperty name="width" value="0.08167" units="cm"/>
      <inkml:brushProperty name="height" value="0.08167" units="cm"/>
      <inkml:brushProperty name="color" value="#3165BB"/>
      <inkml:brushProperty name="fitToCurve" value="1"/>
    </inkml:brush>
  </inkml:definitions>
  <inkml:traceGroup>
    <inkml:annotationXML>
      <emma:emma xmlns:emma="http://www.w3.org/2003/04/emma" version="1.0">
        <emma:interpretation id="{DF191D0A-EF0A-4E2C-AE7A-27B78107EBC8}" emma:medium="tactile" emma:mode="ink">
          <msink:context xmlns:msink="http://schemas.microsoft.com/ink/2010/main" type="writingRegion" rotatedBoundingBox="3575,16129 17556,16714 17498,18099 3517,17514"/>
        </emma:interpretation>
      </emma:emma>
    </inkml:annotationXML>
    <inkml:traceGroup>
      <inkml:annotationXML>
        <emma:emma xmlns:emma="http://www.w3.org/2003/04/emma" version="1.0">
          <emma:interpretation id="{C15E3434-60C0-47E1-B71C-0B39961D33E1}" emma:medium="tactile" emma:mode="ink">
            <msink:context xmlns:msink="http://schemas.microsoft.com/ink/2010/main" type="paragraph" rotatedBoundingBox="3575,16129 17556,16714 17498,18099 3517,17514" alignmentLevel="1"/>
          </emma:interpretation>
        </emma:emma>
      </inkml:annotationXML>
      <inkml:traceGroup>
        <inkml:annotationXML>
          <emma:emma xmlns:emma="http://www.w3.org/2003/04/emma" version="1.0">
            <emma:interpretation id="{FBA1E38E-EFD3-44EA-A920-39D8A06586D2}" emma:medium="tactile" emma:mode="ink">
              <msink:context xmlns:msink="http://schemas.microsoft.com/ink/2010/main" type="line" rotatedBoundingBox="3575,16129 17556,16714 17498,18099 3517,17514"/>
            </emma:interpretation>
          </emma:emma>
        </inkml:annotationXML>
        <inkml:traceGroup>
          <inkml:annotationXML>
            <emma:emma xmlns:emma="http://www.w3.org/2003/04/emma" version="1.0">
              <emma:interpretation id="{E4DDF7FE-0D40-4653-BDAC-8FE6C516A757}" emma:medium="tactile" emma:mode="ink">
                <msink:context xmlns:msink="http://schemas.microsoft.com/ink/2010/main" type="inkWord" rotatedBoundingBox="3575,16129 5000,16189 4942,17573 3517,17514"/>
              </emma:interpretation>
              <emma:one-of disjunction-type="recognition" id="oneOf0">
                <emma:interpretation id="interp0" emma:lang="" emma:confidence="1">
                  <emma:literal/>
                </emma:interpretation>
              </emma:one-of>
            </emma:emma>
          </inkml:annotationXML>
          <inkml:trace contextRef="#ctx0" brushRef="#br0">1194 0 846 0,'0'0'186'16,"0"0"-17"-16,-162 199-8 16,65-84-36-16,-15 18-32 15,-10 9-20-15,-4 2-26 16,2-8-17-16,6-10-4 15,17-22-14-15,21-19-4 16,18-21-7-16,15-20 4 0,24-16-5 16,8-15-36-16,8-9-24 15,7-4 2-15,0-26-24 16,4-17-89-16,17-4-385 0</inkml:trace>
          <inkml:trace contextRef="#ctx0" brushRef="#br0" timeOffset="-296.7802">20 199 902 0,'0'0'311'16,"0"0"-215"-16,0 0-21 16,0 0-18-16,0 0-23 15,0 0-3-15,0 0-15 16,-3-35-4-16,14 45 6 0,31 26-9 15,12 13 19-15,8 19-17 16,9 13 11-16,5 10-3 16,-1 7-3-16,0-2 2 15,-5 6-4-15,-9-10 4 16,-3-7-11-16,-14-5 8 16,-9-16-15-16,-10-13 6 15,-7-8-4-15,-6-18 0 16,-9-9-2-16,-3-10-33 15,0-6-26-15,0 0-17 16,0-36-33-16,0-9-185 16,0-11-685-16</inkml:trace>
          <inkml:trace contextRef="#ctx0" brushRef="#br0" timeOffset="296.7913">-115 629 827 0,'0'0'217'0,"0"0"-69"15,0 0-48-15,0 0-34 16,0 0-19-16,0 0 9 15,195 17-6-15,-76-12-1 16,18-1-8-16,15-4-6 16,-1 0 0-16,1 0-15 15,-12 0-14-15,-18 0 4 16,-25 0-10-16,-23 0-22 16,-24 0-37-16,-25 2-55 15,-15 15-47-15,-10 0-199 16,0-8-170-16</inkml:trace>
        </inkml:traceGroup>
        <inkml:traceGroup>
          <inkml:annotationXML>
            <emma:emma xmlns:emma="http://www.w3.org/2003/04/emma" version="1.0">
              <emma:interpretation id="{DDA35125-7F68-43FF-B94F-262B63CEAABE}" emma:medium="tactile" emma:mode="ink">
                <msink:context xmlns:msink="http://schemas.microsoft.com/ink/2010/main" type="inkWord" rotatedBoundingBox="6765,16711 8435,16781 8421,17129 6751,17059"/>
              </emma:interpretation>
              <emma:one-of disjunction-type="recognition" id="oneOf1">
                <emma:interpretation id="interp1" emma:lang="" emma:confidence="1">
                  <emma:literal/>
                </emma:interpretation>
              </emma:one-of>
            </emma:emma>
          </inkml:annotationXML>
          <inkml:trace contextRef="#ctx0" brushRef="#br0" timeOffset="1837.2033">3159 867 568 0,'0'0'260'15,"0"0"-53"-15,0 0-93 16,0 0-24-16,0 0 5 16,0 0-9-16,224 19-37 15,-120-18-5-15,14-1-15 16,14 0-12-16,17 4-5 0,3 4-12 15,7 1-19 1,65 6-59-16,-40-2-115 0,-30-3-552 16</inkml:trace>
          <inkml:trace contextRef="#ctx0" brushRef="#br0" timeOffset="1634.1015">3102 574 993 0,'0'0'166'0,"0"0"-66"15,0 0-17-15,0 0-40 16,0 0-12-16,0 0 8 16,281-17 8-16,-159 17-4 15,15 0-11-15,0 0 2 16,4 12-15-16,-7-7-6 15,-12 3-12-15,-10-6-1 16,-22 3-3-16,-21 3-38 16,-26-6-23-16,-26 1-29 15,-31 11-88-15,-39-5-144 16,-16 0 69-16</inkml:trace>
        </inkml:traceGroup>
        <inkml:traceGroup>
          <inkml:annotationXML>
            <emma:emma xmlns:emma="http://www.w3.org/2003/04/emma" version="1.0">
              <emma:interpretation id="{94D6BFC4-98F7-4D92-83CD-31122CB65C81}" emma:medium="tactile" emma:mode="ink">
                <msink:context xmlns:msink="http://schemas.microsoft.com/ink/2010/main" type="inkWord" rotatedBoundingBox="9515,16597 13448,16761 13407,17757 9474,17593"/>
              </emma:interpretation>
              <emma:one-of disjunction-type="recognition" id="oneOf2">
                <emma:interpretation id="interp2" emma:lang="" emma:confidence="1">
                  <emma:literal/>
                </emma:interpretation>
              </emma:one-of>
            </emma:emma>
          </inkml:annotationXML>
          <inkml:trace contextRef="#ctx0" brushRef="#br0" timeOffset="2321.4536">5953 447 978 0,'0'0'149'0,"0"0"-32"16,-68 172-25-16,39-85-24 16,11-2-28-16,18-9-19 15,0-16 5-15,22-11 7 16,34-17 4-16,21-14-1 16,20-18-8-16,10 0-9 15,5-24-12-15,-6-21-7 16,-16-13 1-16,-15-6-1 15,-21-6 0-15,-17-2 2 16,-16 8-4-16,-12 5 4 16,-8 18 2-16,-1 11 11 15,0 17 27-15,0 13-42 0,0 4-6 16,0 39-3 0,0 13 9-16,0 16 0 0,0 8 0 15,0-3 0-15,0-8 2 16,0-10-2-16,4-10-49 15,49-15-49-15,-9-15-43 16,4-15-428-16</inkml:trace>
          <inkml:trace contextRef="#ctx0" brushRef="#br0" timeOffset="2873.4296">7298 484 1051 0,'0'0'159'0,"0"0"-69"0,0 0-25 15,-184 103-14-15,144-57-32 16,18 1-5-16,19 10-1 16,3 1 3-16,11 1-1 15,21 5-5-15,5-2 5 16,-9-1 11-16,-6-5 4 15,-12-7-24-15,-10-6 1 16,-13-7 2-16,-37-6-2 16,-19-11-7-16,-5-6-14 15,11-6-34-15,8-7 1 16,23 0-2-16,13-16-9 16,19-11-32-16,0-3 26 15,34 2 41-15,19-4 7 16,19 0 16-16,15 2 0 15,14-6 13-15,11 4-5 16,-4-4 13-16,-4 0 16 0,-17-2 5 16,-15 3 0-16,-22-1-5 15,-21 4 2-15,-14 2 13 16,-15 1-7-16,0 11-20 16,-15 0 0-16,-24 10 1 15,-9 8-26-15,-6 0 0 16,1 26 0-16,2 8-1 15,11 9 0-15,12-2 1 16,16 4 7-16,12 1 0 16,0-3-7-16,25-5-11 15,30-6-28-15,21-7-18 16,76-14-21-16,-17-3-93 0,-4-8-396 16</inkml:trace>
          <inkml:trace contextRef="#ctx0" brushRef="#br0" timeOffset="3435.8076">8689 533 1030 0,'0'0'175'0,"0"0"-72"15,0 0-56-15,0 0-32 16,0 0 7-16,0 0 36 16,12 177 3-16,-12-77-12 15,0 11-12-15,-5 7-11 16,-24-9-10-16,1-11 0 15,6-20 3-15,4-24-9 16,8-18-5-16,6-19-4 16,4-11 16-16,0-6 6 15,0 0 34-15,7-28-17 16,28-21-29-16,20-17-11 0,24-7-6 16,11-2-10-16,11 4-5 15,-3 14 7-15,-12 24 14 16,-13 24-6-16,-16 9-1 15,-13 22-3-15,-18 25 3 16,-9 5-5-16,-17 3 12 16,0-4 0-16,-37 1 6 15,-23-9 8-15,-19-4 10 16,-16-7-17-16,-14-6 9 16,2-9-7-16,5-7-8 15,12-10-1-15,18 0-32 16,19 0-15-16,19 0-37 15,34-40-40-15,15 4-134 16,32-9-923-16</inkml:trace>
          <inkml:trace contextRef="#ctx0" brushRef="#br0" timeOffset="3670.1287">9746 1099 958 0,'0'0'152'16,"0"0"-56"-16,0 0 24 16,7 225-45-16,-7-163-28 15,-4-7-25-15,-7-10-1 16,4-10-9-16,0-6 1 16,-4-12-13-16,4-11-46 0,3-6-59 15,4-10-189-15,0-17-520 16</inkml:trace>
        </inkml:traceGroup>
        <inkml:traceGroup>
          <inkml:annotationXML>
            <emma:emma xmlns:emma="http://www.w3.org/2003/04/emma" version="1.0">
              <emma:interpretation id="{FB72568E-162C-47D9-A302-77A4461A3A06}" emma:medium="tactile" emma:mode="ink">
                <msink:context xmlns:msink="http://schemas.microsoft.com/ink/2010/main" type="inkWord" rotatedBoundingBox="13582,16778 13812,16788 13804,16981 13574,16972"/>
              </emma:interpretation>
              <emma:one-of disjunction-type="recognition" id="oneOf3">
                <emma:interpretation id="interp3" emma:lang="" emma:confidence="0.5">
                  <emma:literal>.</emma:literal>
                </emma:interpretation>
                <emma:interpretation id="interp4" emma:lang="" emma:confidence="0">
                  <emma:literal>,</emma:literal>
                </emma:interpretation>
                <emma:interpretation id="interp5" emma:lang="" emma:confidence="0">
                  <emma:literal>^</emma:literal>
                </emma:interpretation>
                <emma:interpretation id="interp6" emma:lang="" emma:confidence="0">
                  <emma:literal>?</emma:literal>
                </emma:interpretation>
                <emma:interpretation id="interp7" emma:lang="" emma:confidence="0">
                  <emma:literal>7</emma:literal>
                </emma:interpretation>
              </emma:one-of>
            </emma:emma>
          </inkml:annotationXML>
          <inkml:trace contextRef="#ctx0" brushRef="#br0" timeOffset="5213.6826">10142 799 857 0,'0'0'158'0,"0"0"-47"15,0 0-43-15,0 0-29 0,0 0-13 16,0 0 12-1,0 0 1-15,-40-58-1 0,38 40 1 16,-3-1 3-16,5 2-3 16,-3 0-11-16,0 2-9 15,-2 2 0-15,1 0 7 16,1 3 2-16,3 1-8 16,-3 5-10-16,-2 0-8 15,-5 4-2-15,-7 0-34 16,-15 0-33-16,-5 10-33 15,4 11-103-15,11 1-393 0</inkml:trace>
        </inkml:traceGroup>
        <inkml:traceGroup>
          <inkml:annotationXML>
            <emma:emma xmlns:emma="http://www.w3.org/2003/04/emma" version="1.0">
              <emma:interpretation id="{C928B37B-5F0C-4A5B-9375-0B42FBA53237}" emma:medium="tactile" emma:mode="ink">
                <msink:context xmlns:msink="http://schemas.microsoft.com/ink/2010/main" type="inkWord" rotatedBoundingBox="13837,16597 15152,16652 15098,17939 13783,17884"/>
              </emma:interpretation>
              <emma:one-of disjunction-type="recognition" id="oneOf4">
                <emma:interpretation id="interp8" emma:lang="" emma:confidence="1">
                  <emma:literal/>
                </emma:interpretation>
              </emma:one-of>
            </emma:emma>
          </inkml:annotationXML>
          <inkml:trace contextRef="#ctx0" brushRef="#br0" timeOffset="3857.5793">10174 814 1033 0,'0'0'187'16,"0"0"-102"-16,0 0-30 15,0 0-18-15,0 0-11 16,0 0-10-16,0 0-7 0,0-4-9 16,0 4-61-1,0 8-80-15,0-3-412 0</inkml:trace>
          <inkml:trace contextRef="#ctx0" brushRef="#br0" timeOffset="4357.5122">10236 831 1077 0,'0'0'171'0,"0"0"-114"0,0 0-34 16,229-9-14-16,-99 9-9 16,48 9-8-16,81 17-32 15,-35-5-141-15,-8 2-362 0</inkml:trace>
          <inkml:trace contextRef="#ctx0" brushRef="#br0" timeOffset="4185.6395">10651 434 967 0,'0'0'160'15,"0"0"-90"-15,0 0 37 16,3 223-6-16,-21-117-9 0,-14 3-12 15,-8 8-13-15,-4-3-16 16,1-7-9-16,-1-6-20 16,13-11-5-16,5-5-15 15,11-14 14-15,12-10-10 16,3-14-5-16,0-15 8 16,12-17-9-16,23-15-19 15,23 0-24-15,14-13-36 16,44-51-39-16,-21 6-31 15,-18-5-215-15</inkml:trace>
        </inkml:traceGroup>
        <inkml:traceGroup>
          <inkml:annotationXML>
            <emma:emma xmlns:emma="http://www.w3.org/2003/04/emma" version="1.0">
              <emma:interpretation id="{F3BAC1AC-6F47-44C0-BD67-F5BDEF1C0E1B}" emma:medium="tactile" emma:mode="ink">
                <msink:context xmlns:msink="http://schemas.microsoft.com/ink/2010/main" type="inkWord" rotatedBoundingBox="15255,16644 17555,16740 17508,17858 15208,17762"/>
              </emma:interpretation>
              <emma:one-of disjunction-type="recognition" id="oneOf5">
                <emma:interpretation id="interp9" emma:lang="" emma:confidence="0.5">
                  <emma:literal>#</emma:literal>
                </emma:interpretation>
                <emma:interpretation id="interp10" emma:lang="" emma:confidence="0.5">
                  <emma:literal>= ,</emma:literal>
                </emma:interpretation>
                <emma:interpretation id="interp11" emma:lang="" emma:confidence="0">
                  <emma:literal>= .</emma:literal>
                </emma:interpretation>
                <emma:interpretation id="interp12" emma:lang="" emma:confidence="0">
                  <emma:literal>= l</emma:literal>
                </emma:interpretation>
                <emma:interpretation id="interp13" emma:lang="" emma:confidence="0">
                  <emma:literal>= |</emma:literal>
                </emma:interpretation>
              </emma:one-of>
            </emma:emma>
          </inkml:annotationXML>
          <inkml:trace contextRef="#ctx0" brushRef="#br0" timeOffset="5588.5898">11559 1282 1154 0,'0'0'188'0,"0"0"-96"0,0 0-27 15,227-8-7-15,-108 2-2 16,46 3-11-16,-2-1-6 16,4 4-1-16,2 0-13 15,-45 0-12-15,-1 0-13 16,-32 0 0-16,-36 7-54 15,-33 7-61-15,-76 15-68 16,-38-3-155-16,-22 0-259 0</inkml:trace>
          <inkml:trace contextRef="#ctx0" brushRef="#br0" timeOffset="5776.0456">11696 1581 392 0,'0'0'389'0,"0"0"-175"0,0 0-72 15,0 0-16-15,0 0-22 16,0 0-17-16,246 15-26 16,-149-15-19-16,18 0-20 15,10-6-9-15,13-11-13 16,-1-3-14-16,28-6-50 16,-34 3-71-16,-31 1-348 0</inkml:trace>
          <inkml:trace contextRef="#ctx0" brushRef="#br0" timeOffset="6072.8569">13761 552 998 0,'0'0'184'0,"0"0"-87"16,0 0-13-16,0 0-15 16,0 0 7-16,84 198 18 15,-76-104-25-15,-6 2 4 16,-2 3-28-16,0-9-20 16,0-9-15-16,0-8 5 0,0-4-15 15,0-9-8 1,0-7-41-16,-2-4-59 0,-21 4-39 15,4-11-96-15,9-16-1028 16</inkml:trace>
        </inkml:traceGroup>
      </inkml:traceGroup>
    </inkml:traceGroup>
  </inkml:traceGroup>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0:10.299"/>
    </inkml:context>
    <inkml:brush xml:id="br0">
      <inkml:brushProperty name="width" value="0.08167" units="cm"/>
      <inkml:brushProperty name="height" value="0.08167" units="cm"/>
      <inkml:brushProperty name="color" value="#ED1C24"/>
      <inkml:brushProperty name="fitToCurve" value="1"/>
    </inkml:brush>
    <inkml:brush xml:id="br1">
      <inkml:brushProperty name="width" value="0.08167" units="cm"/>
      <inkml:brushProperty name="height" value="0.08167" units="cm"/>
      <inkml:brushProperty name="fitToCurve" value="1"/>
    </inkml:brush>
  </inkml:definitions>
  <inkml:traceGroup>
    <inkml:annotationXML>
      <emma:emma xmlns:emma="http://www.w3.org/2003/04/emma" version="1.0">
        <emma:interpretation id="{37598303-2320-44E4-B0BC-5AECB4B7B4F1}" emma:medium="tactile" emma:mode="ink">
          <msink:context xmlns:msink="http://schemas.microsoft.com/ink/2010/main" type="writingRegion" rotatedBoundingBox="1474,1382 25259,2394 24565,18716 780,17704"/>
        </emma:interpretation>
      </emma:emma>
    </inkml:annotationXML>
    <inkml:traceGroup>
      <inkml:annotationXML>
        <emma:emma xmlns:emma="http://www.w3.org/2003/04/emma" version="1.0">
          <emma:interpretation id="{1459199A-ED1A-4D35-B0A2-0261286E4C4D}" emma:medium="tactile" emma:mode="ink">
            <msink:context xmlns:msink="http://schemas.microsoft.com/ink/2010/main" type="paragraph" rotatedBoundingBox="1445,1662 22820,2220 22739,5313 1364,4755" alignmentLevel="1"/>
          </emma:interpretation>
        </emma:emma>
      </inkml:annotationXML>
      <inkml:traceGroup>
        <inkml:annotationXML>
          <emma:emma xmlns:emma="http://www.w3.org/2003/04/emma" version="1.0">
            <emma:interpretation id="{339CA29E-853F-4E7D-AFDF-10F3AC2179B0}" emma:medium="tactile" emma:mode="ink">
              <msink:context xmlns:msink="http://schemas.microsoft.com/ink/2010/main" type="inkBullet" rotatedBoundingBox="1435,2058 2799,2093 2762,3518 1398,3483"/>
            </emma:interpretation>
          </emma:emma>
        </inkml:annotationXML>
        <inkml:trace contextRef="#ctx0" brushRef="#br0">920 149 373 0,'0'0'188'0,"0"0"-63"16,0 0 30-16,0 0-21 16,0 0-22-16,0 0-37 15,0 0-23-15,0-35-6 16,-1 29-5-16,-6 0-12 0,-8-3-2 16,0-3-18-16,-2 3 27 15,-4-4-30-15,-1 0-6 16,-7 3 12-16,3-3-4 15,-6 4-8-15,3 3 6 16,-7-2-6-16,1 8 0 16,-9 0-12-16,1 0 12 15,-4 0 11-15,0 12-5 16,0 7 3-16,0 3-3 16,4 6 5-16,-4 8-9 15,3 4 5-15,1 5-1 16,6 7 8-16,-5 5 2 0,11 1-1 15,4 6-14 1,10 0 0-16,5 9 12 0,6 2-13 16,6 2 9-16,0 4 1 15,0-2-1-15,0 2 1 16,10-8 8-16,8 0-18 16,-1-11 7-16,10-9-5 15,-2-12 8-15,13-5-1 16,-4-8-3-16,6-5 5 15,3-1-9-15,-1-7 4 16,2-2-5-16,-1-4-1 16,2-1 1-16,-1-6-1 15,4-2-1-15,-4 0 0 16,-1 0-1-16,1 0 1 16,-4 0 1-16,2-15 0 0,4-4 0 15,6-8 0 1,-2-4-10-16,4-4 3 0,-1-7 7 0,3-7 0 15,-6-2-18-15,-7-2 17 16,1-2 1-16,-9 2 0 16,2 2 10-16,-9 2-10 15,-1 4 2-15,-4-1-2 16,-4 4 6-16,-9-1 9 16,-4 7 11-16,-6-2 0 15,0-1 8 1,0 3-17-16,-6-6-7 15,-14 2-9-15,-12-2 11 16,2 3 2-16,-2 1-13 0,-2-1-1 16,-2 7 0-16,4 0-1 15,-3 4-21-15,-2 6-41 16,-3 5-16-16,1 3-27 16,4 9-26-16,-7 5-40 15,17 0-177-15,12 0-421 0</inkml:trace>
        <inkml:trace contextRef="#ctx0" brushRef="#br0" timeOffset="-1078.5145">591 382 316 0,'0'0'177'0,"0"0"-66"15,0 0 39-15,0 0-2 0,0 0-36 16,0 0-21-16,0 0-18 15,0-13-18-15,0 13-10 16,0 0-8-16,0 0-6 16,0 0-11-16,0 0-5 15,0 0-9-15,0 0-6 16,0 0-13-16,0 19 13 16,0 17 5-16,0 11 35 15,0 9-3-15,0 4 0 0,0-2-15 16,-3-3 1-1,3-4 4-15,0-6-6 16,0-1-6-16,0-6 2 16,0-2-1-16,0-6-7 15,0-6 0-15,0-3-8 16,0-6 8-16,0-5-2 16,0-3-6-16,0-7 7 15,0 4-7-15,0-4 1 16,0 0-2-16,0 2-51 15,0 5-31-15,0-1-27 16,0-6-45-16,0 0-193 16,6-9-591-16</inkml:trace>
      </inkml:traceGroup>
      <inkml:traceGroup>
        <inkml:annotationXML>
          <emma:emma xmlns:emma="http://www.w3.org/2003/04/emma" version="1.0">
            <emma:interpretation id="{AEEB1545-2143-4B54-923D-D2B33F56D235}" emma:medium="tactile" emma:mode="ink">
              <msink:context xmlns:msink="http://schemas.microsoft.com/ink/2010/main" type="line" rotatedBoundingBox="3309,1711 22820,2220 22774,3994 3263,3484"/>
            </emma:interpretation>
          </emma:emma>
        </inkml:annotationXML>
        <inkml:traceGroup>
          <inkml:annotationXML>
            <emma:emma xmlns:emma="http://www.w3.org/2003/04/emma" version="1.0">
              <emma:interpretation id="{AD95013A-AF35-47C1-88D0-D88F6872D44B}" emma:medium="tactile" emma:mode="ink">
                <msink:context xmlns:msink="http://schemas.microsoft.com/ink/2010/main" type="inkWord" rotatedBoundingBox="3291,2401 6131,2475 6109,3320 3269,3246"/>
              </emma:interpretation>
              <emma:one-of disjunction-type="recognition" id="oneOf0">
                <emma:interpretation id="interp0" emma:lang="" emma:confidence="1">
                  <emma:literal/>
                </emma:interpretation>
              </emma:one-of>
            </emma:emma>
          </inkml:annotationXML>
          <inkml:trace contextRef="#ctx0" brushRef="#br0" timeOffset="2436.8756">3021 356 804 0,'0'0'179'16,"0"0"-132"-16,0 0-31 16,0 0 7-16,0 0 62 15,0 0-10-15,0 0-11 16,0 210-9-16,0-140 0 16,0-6-4-16,0 4-15 15,-7-3-17-15,2-7 10 0,0-1-4 16,0-14-9-16,2-7-7 15,-1-6-2-15,4-15-5 16,-5-4 5-16,5-5 2 16,0-6-1-16,0 0 5 15,0 0-1-15,0 0 4 16,0 0 6-16,0 0 9 16,-3 0 11-16,3-9 0 15,0-14-21-15,0-9-21 16,0-11 0-16,0 1-10 15,0-7-9-15,15 4-30 16,5 2 27-16,-8 8 8 16,3 12 1-16,-8 10 12 0,1 9-12 15,-1 4-7 1,3 0-8-16,8 4 12 0,6 18 10 16,7 7 6-16,-4 2 0 15,6 1 1-15,-1-6 0 16,8 4 0-16,1-7 0 15,2-8 0-15,2-2 0 16,7-3 8-16,-2-10-2 16,0 0-5-16,4 0-2 15,-6-19 0-15,-4-8 0 16,-9-1 0-16,-10-6-7 16,-7-2 5-16,-13-2-8 15,-5-6 1-15,0 9-10 16,-8 6-5-16,-17 11-8 0,-8 8 10 15,-1 10 6-15,-4 0 3 16,-1 32-10-16,2 6 15 16,9 7 7-16,3-2 0 15,10 0-7-15,11-7 7 16,4-6 1-16,0-4 0 16,4-5 2-16,24-4 5 15,1-4 0-15,11-3 0 16,2-10-5-16,3 0-1 15,2 0 14-15,-4 0 4 16,1 0-18-16,-6-8-1 16,-5 2 19-16,-7 6-18 15,-5 0 2-15,-7 0-3 0,4 23-9 16,-6 9 8 0,-2 0 1-16,2 5 0 0,-9-1 0 15,0-6 0-15,1-8 1 16,-1-8 1-16,-3-5 5 15,5-1-6-15,-5-8 8 16,3 0 4-16,1 0 5 16,6 0-2-16,8-12 11 15,17-16-27-15,9-8-5 16,7-3 5-16,0 2 4 16,-8 10 5-16,-9 14 1 15,-11 13-10-15,-1 0-6 16,-1 0-2-16,5 13 0 15,2 8 8-15,2-2 1 16,5 1-1-16,5-3-32 0,17 2-89 16,-5-6-90-16,-5-6-569 15</inkml:trace>
          <inkml:trace contextRef="#ctx0" brushRef="#br0" timeOffset="1296.5215">1885 452 548 0,'0'0'240'0,"0"0"-38"16,0 0-59-16,0 0-51 15,0 0-32-15,0 0-18 16,0 0-20-16,0-6-15 15,0 6-7-15,0 13-26 16,0 25 7-16,0 20 19 16,-8 9 9-16,8 3 16 15,0-2-11-15,0-5-4 16,0-10-9-16,5-8 8 16,12-11 0-16,4-4 4 0,-2-11-4 15,3-6-2-15,-4-3 6 16,-6-6-3-16,4-4 9 15,-1 0 9-15,2 0 2 16,5-23 6-16,3-9-21 16,2-4-2-16,0-5-13 15,-7 1 1-15,-4 8 1 16,-1 5-1-16,-8 10 0 16,-4 11 0-16,-3 2-1 15,5 4-10-15,-5 0-12 16,0 0-7-16,4 0 3 15,2 17 25-15,1 2-1 16,5 3 2-16,1-3 0 0,2-1 1 16,0-4 6-1,4-5-6-15,-3 2 0 0,3-9 5 16,-1-2 3-16,4 0-3 16,0 0 5-16,3-2 7 15,3-22-7-15,-1-4 8 16,5-3-6-16,-5-5 8 15,-1-2-21-15,-6-5 15 16,-5 5-6-16,-3-4 1 16,-5 3 4-16,-7-1-3 15,0 4 12-15,0 0-6 16,0 7-3-16,0 3-4 16,-4 3-9-16,-2 8 0 15,-3 6-1-15,3 0-2 16,2 5-14-16,4 4-49 0,0 0-36 15,0 0-46-15,0 9-93 16,0 10-280-16</inkml:trace>
        </inkml:traceGroup>
        <inkml:traceGroup>
          <inkml:annotationXML>
            <emma:emma xmlns:emma="http://www.w3.org/2003/04/emma" version="1.0">
              <emma:interpretation id="{68751561-0570-43DB-836A-38A518EE7C57}" emma:medium="tactile" emma:mode="ink">
                <msink:context xmlns:msink="http://schemas.microsoft.com/ink/2010/main" type="inkWord" rotatedBoundingBox="6843,2230 9762,2306 9727,3653 6807,3577"/>
              </emma:interpretation>
              <emma:one-of disjunction-type="recognition" id="oneOf1">
                <emma:interpretation id="interp1" emma:lang="" emma:confidence="1">
                  <emma:literal/>
                </emma:interpretation>
              </emma:one-of>
            </emma:emma>
          </inkml:annotationXML>
          <inkml:trace contextRef="#ctx0" brushRef="#br0" timeOffset="3466.3745">5417 889 991 0,'0'0'190'0,"0"0"-114"15,0 0-32-15,0 0-4 0,0 0-2 16,231-22-12-16,-129 8-14 16,2-6-12-16,40-17-104 15,-24 5-96-15,-23 0-496 0</inkml:trace>
          <inkml:trace contextRef="#ctx0" brushRef="#br0" timeOffset="3263.3003">5486 469 462 0,'0'0'269'0,"0"0"-165"16,0 0-2-16,0 0 47 15,0 0-29-15,0 0-31 16,187 13-27-16,-125-13-8 16,-4-7-1-16,-6-9-31 15,-3-1 0-15,-14 0-15 16,-13-1 5-16,-7-1-2 16,-15-4-4-16,0-3-5 15,0-6-1-15,-22 0-19 16,-13-3 6-16,-5 10-12 0,0 3 8 15,-2 5 6-15,8 7 4 16,1 7 1-16,8 3-7 16,3 0 0-16,0 22-6 15,6 18 6-15,1 19 3 16,6 9 10-16,9 15 0 16,0 12 25-16,0 11 4 15,9-5-2-15,6 12-3 16,-2-10 0-16,2-3 1 15,-8-10-13-15,1-13-2 16,-8-17-1-16,0-7 1 16,0-10-4-16,0-10-6 15,0-10 2-15,0-4 5 16,0-6-7-16,0 0-3 16,0-3-42-16,0-5-66 0,0-1-38 15,0 0-158-15,0-4-286 16</inkml:trace>
          <inkml:trace contextRef="#ctx0" brushRef="#br0" timeOffset="3685.1331">6406 882 198 0,'0'0'524'16,"0"0"-363"-16,0 0 17 0,-19 190-80 16,16-140-35-16,3-10-23 15,0-8-11-15,0-12-13 16,0-5-6-16,0-1 0 15,0-5-10-15,3-5-93 16,9-4-138-16,1 0-527 0</inkml:trace>
          <inkml:trace contextRef="#ctx0" brushRef="#br0" timeOffset="3872.538">6558 606 1024 0,'0'0'228'16,"0"0"-114"-16,0 0 2 0,0 0-24 15,0 0-40-15,0 0-36 16,0 0-16-16,13-40-39 16,2 40-89-16,-1 0-130 15,1 0-466-15</inkml:trace>
          <inkml:trace contextRef="#ctx0" brushRef="#br0" timeOffset="4200.5795">6630 1337 669 0,'0'0'143'0,"0"0"7"0,0 0-24 15,0 0-20-15,0 0-51 16,-19 182-19-16,19-173 7 16,0-3-21-16,0-6 9 15,0 0 48-15,0 0 29 16,0 0 1-16,0-13-11 16,0-17-67-16,4-10-17 15,21-13-6-15,1-12-8 16,13-3 0-16,1-5 0 15,-2-3-2-15,3 9-10 16,2 9-14-16,1 15-51 0,27-3-60 16,-5 12-72-16,-9 10-189 15</inkml:trace>
          <inkml:trace contextRef="#ctx0" brushRef="#br0" timeOffset="4575.4886">7329 803 225 0,'0'0'491'0,"0"0"-379"16,0 0 17-16,0 0-48 0,0 0-7 15,0 0-41-15,0 0-17 16,-81 173-7-16,90-145 4 15,16 2 5-15,7 6 4 16,-2 1 1-16,-10-1-5 16,-2-4-10-16,-6-4-7 15,-9-7 14-15,-3-6-2 16,0-6-2-16,0-1-2 16,0-6-2-16,0 1 1 15,-6 3 2-15,-16 2-10 16,-3 1-6-16,-5 1-51 15,1-1-35-15,7-1-46 16,7-3-94-16,5-5-32 0,7 0-139 16</inkml:trace>
          <inkml:trace contextRef="#ctx0" brushRef="#br0" timeOffset="5116.7157">7891 823 929 0,'0'0'185'0,"0"0"-80"16,0 0-24-16,0 0-31 0,0 0-37 15,0 0-13 1,0 0-19-16,259-52-26 0,-157 45-188 16,-12-3-415-16</inkml:trace>
          <inkml:trace contextRef="#ctx0" brushRef="#br0" timeOffset="4913.6513">7937 547 818 0,'0'0'221'0,"0"0"-146"16,0 0-33-16,0 0-17 15,0 0 25-15,0 0 34 0,0 172-8 16,0-95-11-16,0 5 3 15,-3 3-18-15,0-8-17 16,3-8-17 0,0-11 2-16,0-9-2 15,6-7-3-15,9-12-3 16,7-2-3 0,-3-5 1-16,1-6 0 15,1-4-8-15,-2-3-42 0,4-6-13 16,1-4-21-16,16 0-55 15,-2-7-9-15,-4-13-245 0</inkml:trace>
        </inkml:traceGroup>
        <inkml:traceGroup>
          <inkml:annotationXML>
            <emma:emma xmlns:emma="http://www.w3.org/2003/04/emma" version="1.0">
              <emma:interpretation id="{D18DF808-7DE4-4F7F-B224-87D5432530F6}" emma:medium="tactile" emma:mode="ink">
                <msink:context xmlns:msink="http://schemas.microsoft.com/ink/2010/main" type="inkWord" rotatedBoundingBox="10422,2339 14143,2436 14111,3685 10389,3588"/>
              </emma:interpretation>
              <emma:one-of disjunction-type="recognition" id="oneOf2">
                <emma:interpretation id="interp2" emma:lang="" emma:confidence="1">
                  <emma:literal/>
                </emma:interpretation>
              </emma:one-of>
            </emma:emma>
          </inkml:annotationXML>
          <inkml:trace contextRef="#ctx0" brushRef="#br0" timeOffset="5882.1964">9004 1126 535 0,'0'0'160'16,"0"0"-52"-16,0 0 69 16,0 0-20-16,0 0-41 15,0 0-33-15,0 0-8 16,171-60-36-16,-118 28 9 15,1-11-19-15,-4 2-11 16,-6-5-2-16,-13-3-6 0,-4 3 0 16,-7-3-3-16,-12-2-6 15,-8 2-1-15,0 2-1 16,0 4-9-16,-18 11 10 16,-7 8 0-16,-3 15-2 15,-4 9-14-15,-8 13-7 16,-11 42 1-16,-7 27 12 15,-2 21 10-15,-2 15 16 16,15-3 3-16,10-7-8 16,24-13 0-16,13-22-10 15,0-11 8-15,13-12-8 16,27-8-1-16,11-8-29 16,17-12-65-16,48-12-40 0,-14-10-83 15,-9 0-347-15</inkml:trace>
          <inkml:trace contextRef="#ctx0" brushRef="#br0" timeOffset="6241.447">9712 1365 511 0,'0'0'242'16,"0"0"-22"-16,0 0-99 15,0 0-47-15,0 0-32 16,0 0-10-16,0 0 1 15,-72 159 9-15,97-155 6 16,3 0-12-16,9-4-11 0,-5 0 0 16,-5 0-8-1,-1-13-2-15,-11-6-14 0,-8-7-1 16,-7-3-13-16,0-5-9 16,0-1-10-16,-25 2 11 15,-3 6 12-15,-1 8 0 16,7 6 8-16,4 7-9 15,11 6 9-15,4 0 0 16,3 0-6-16,0 0-3 16,0 0-5-16,0 0 2 15,28 0 13-15,16 0-9 16,11 0-56-16,19 0-66 16,31 0-121-16,-15 0 11 15,-14 0-302-15</inkml:trace>
          <inkml:trace contextRef="#ctx0" brushRef="#br0" timeOffset="6649.569">10611 1197 393 0,'0'0'242'0,"0"0"-21"15,0 0-65 1,0 0-56-16,-215 172-45 15,198-145-33-15,9-8-8 16,8-2-6-16,0-4 6 0,0-1 8 16,21-5-5-16,-2-7 2 0,2 0-2 15,-6 0 4-15,-1 0 8 16,-2-7-9-16,-7-16-8 16,3-2-12-16,-5-10-8 15,-3-2-35-15,0 3 25 16,0 6 17-1,0 11-12-15,0 4 5 0,0 11 8 16,0 2-12-16,0 0-5 16,0 0-6-16,5 18 16 15,2 5 7-15,8 7 12 16,2-7 5-16,18 0-5 0,8-7-6 16,14-9-6-16,18-7-48 15,7 0-49-15,27 0-156 16,-24 0-1-16,-16-7-328 0</inkml:trace>
          <inkml:trace contextRef="#ctx0" brushRef="#br0" timeOffset="7815.7786">11315 1195 492 0,'0'0'178'16,"0"0"-116"-16,0 0 21 15,0 0 72-15,0 0-38 16,0 0-43-16,-197 139-32 15,175-114-9-15,7-4-18 16,9-6-7-16,6-1 2 16,0-7-8-16,0-5 4 15,0-2 7-15,3 0 10 16,7 0 0-16,5 0 3 16,0 0 2-16,7-6-15 15,3-7 1-15,0-6 1 16,3-4-14-16,4-13-1 15,2-9-11-15,-3-13-1 0,6-14 11 16,-5-6-11 0,5-14-20-16,-6 0 9 0,8 0 3 15,-9-2 20-15,-2 10-37 16,-2 7 37-16,-10 10 45 16,1 22-24-16,-14 16 6 15,1 16 4-15,-4 11-1 16,0 2-30-16,0 6-20 15,0 35 2-15,-7 23 18 16,-11 26 0-16,-4 9 1 16,3 5 0-16,6 4 7 15,8-8-8-15,5-16 0 16,0-11 0-16,0-19 0 16,12-18 0-16,16-8-6 0,1-7 6 15,4-10 6-15,2-3-6 16,-1-8 11-16,1 0-11 15,-2 0-1-15,-1-23-25 16,1-3 20-16,-11-6-1 16,-7-6 1-16,-10 3-12 15,-5 1 8-15,0 11 0 16,-16 13 0-16,-15 10-15 16,0 5-11-16,6 23 16 15,3 15 11-15,7-2 9 16,15 1-1-16,0-6 1 15,5-6 0-15,27-8 0 16,11-7 23-16,12-2-10 0,9 2-1 16,8-8-12-16,6-7 8 15,3 0-7-15,-10 0-1 16,-2-18 1-16,-5-8-1 16,-13-2 0-16,-4-2 0 15,-10 3 11-15,-9 5-11 16,-9 3 16-16,-16 9 17 15,-3 10-33-15,0 0-2 16,-18 4-7-16,-26 28-1 16,-6 6 8-16,0 5 2 15,6-2 0-15,16 0 0 16,10-9 0-16,11-2 1 16,7-6-1-16,0-3 0 15,0-6 0-15,7-2 1 16,11-9-1-16,-1-4 17 0,8 0 9 15,2 0-14-15,-2-21-1 16,3-7-10-16,-1-7 5 16,8-7-6-16,-7-12-1 15,4-8 1-15,-3-13-10 16,1-13 9-16,-5-15-7 16,-7-2 8-16,-1 1 1 15,-5 0 14-15,-6 6-4 16,-4 15 0-16,-2 11-1 15,0 23 16-15,0 17-7 16,0 13 19-16,0 12 14 16,0 7-38-16,0 0-14 0,0 3-23 15,0 35 1-15,0 24 22 16,0 24 2-16,5 17 20 16,-5 6 1-16,0 3-6 15,0-10 2-15,0-14 2 16,0-10-11-16,0-12-1 15,0-15-8-15,0-6 6 16,0-5-7-16,0 0-74 16,-7 5-78-16,-3-9-61 15,-5-8-735-15</inkml:trace>
        </inkml:traceGroup>
        <inkml:traceGroup>
          <inkml:annotationXML>
            <emma:emma xmlns:emma="http://www.w3.org/2003/04/emma" version="1.0">
              <emma:interpretation id="{B8E37DBB-6F0D-4C6B-AB3A-289F7967BFA1}" emma:medium="tactile" emma:mode="ink">
                <msink:context xmlns:msink="http://schemas.microsoft.com/ink/2010/main" type="inkWord" rotatedBoundingBox="14793,2783 16467,2827 16452,3402 14778,3358"/>
              </emma:interpretation>
              <emma:one-of disjunction-type="recognition" id="oneOf3">
                <emma:interpretation id="interp3" emma:lang="" emma:confidence="1">
                  <emma:literal/>
                </emma:interpretation>
              </emma:one-of>
            </emma:emma>
          </inkml:annotationXML>
          <inkml:trace contextRef="#ctx0" brushRef="#br0" timeOffset="8852.8077">13658 818 662 0,'0'0'208'0,"0"0"-72"15,0 0-14-15,0 0-27 16,-187 152-17-16,143-93-17 16,11-5-33-16,16 0-12 15,14-13-9-15,3-5-1 16,0-10 1-16,3-11-4 15,14 2-2-15,-2-7 15 16,2-7 0-16,-7-3 15 16,0 0-1-16,2 0-9 15,-2-9-4-15,-4-25-15 16,4-7-2-16,-10-14-32 16,0-4 1-16,0 1-21 0,0-1 10 15,0 8-3 1,0 8 29-16,0 9 16 0,0 8-7 15,0 8 6-15,0 1-8 16,30 6-1-16,21-6 8 16,10 0 2-16,11 4 0 15,5 11 19-15,2 2 22 16,-7 2-11-16,-7 32 8 16,-12 11-24-16,-9 5-8 15,-9 4 4-15,-13-3 15 16,-7-6-6-16,-8 0-6 15,-7-9 3-15,0 1-7 16,0-3 2-16,0-10 1 16,0-1-2-16,-4-10-8 0,4 0-1 15,0 0-1-15,0 2 1 16,0-5 0-16,7 3-1 16,20-9 0-16,8-1 6 15,12 1-4-15,6-4 4 16,21 0 0-16,4 0 2 15,13-4-8-15,2-16-2 16,1 1-17-16,-7-6-17 16,-15 5-16-16,-14 1-6 15,-19 6-45-15,-17 9-5 16,-12 4-185-16,-10 0-222 0</inkml:trace>
        </inkml:traceGroup>
        <inkml:traceGroup>
          <inkml:annotationXML>
            <emma:emma xmlns:emma="http://www.w3.org/2003/04/emma" version="1.0">
              <emma:interpretation id="{5E2BA464-88A3-4A5F-B6B6-682A2506BD3E}" emma:medium="tactile" emma:mode="ink">
                <msink:context xmlns:msink="http://schemas.microsoft.com/ink/2010/main" type="inkWord" rotatedBoundingBox="17257,2075 22820,2220 22775,3928 17213,3783"/>
              </emma:interpretation>
              <emma:one-of disjunction-type="recognition" id="oneOf4">
                <emma:interpretation id="interp4" emma:lang="" emma:confidence="1">
                  <emma:literal/>
                </emma:interpretation>
              </emma:one-of>
            </emma:emma>
          </inkml:annotationXML>
          <inkml:trace contextRef="#ctx0" brushRef="#br0" timeOffset="14499.4643">16362 1074 515 0,'0'0'149'0,"0"0"-5"0,0 0 27 16,0 0-67-16,0 0-26 15,0 0-26-15,0 0-1 16,196 7-12-16,-183-33-2 16,-1-4 0-16,-9-2-21 15,-3 0-2-15,0 4-12 16,-3 1-2-16,-22 10-6 15,-5 8-3-15,1 9 8 16,-2 0-7-16,1 7 0 16,4 18 6-16,10-1-6 15,4-3 2-15,9 2 0 16,3-1 6-16,0 1 0 16,15-1 0-16,13-1 6 15,4-6 24-15,5-3-5 16,-6-10-6-16,-5-2 1 0,-5 0-4 15,-2 0 4-15,-3 0 5 16,-1-14 11-16,11-5 2 16,4-13-22-16,0-13-10 15,5-9-6-15,5-12-1 16,-2-3-15-16,6-2-7 16,-1-8-28-16,1-4 20 15,-2-8-22-15,1 0 12 16,-3 5 19-16,-11 10 22 15,-7 13 8-15,-7 18 12 16,-12 17-19-16,-3 6 7 16,0 5-1-16,0 7 0 15,0 8-7-15,0 2-9 0,0 0-3 16,-13 6-5-16,-11 24 10 16,-1 10 6-16,-3 8-5 15,-1 15 5-15,1 16 1 16,3 8 0-16,-2 17 1 15,10 6 4-15,2 12 4 16,-2 12 8-16,6 2 1 16,-8 4-8-16,1-14-1 15,0-8 14-15,-8-21-7 16,5-18-6-16,2-13 3 16,4-16 6-16,4-18-10 15,2-13 1-15,2-8-9 16,-1-11 11-16,-2 0 10 15,-8 0 0-15,-7 0-9 16,-4-17-2-16,2-5-11 0,-8-5-4 16,12-2-8-16,3-1 2 15,6-2 9-15,14 0-5 16,0 0-1-16,0 0-8 16,26-2-32-16,12 2 10 15,14 4 22-15,16 1 9 16,8 1-2-16,6-5 0 15,13 3 8-15,0-4 0 16,-3-4 0-16,2 4 0 16,-12-3-2-16,-15-5 4 15,-9 2 4-15,-18-2-6 16,-13 4 7-16,-17 1 8 0,-10 3 1 16,0 5-16-16,-10 5-4 15,-25 9-5-15,-14 13-6 16,3 0 2-16,-8 13 5 15,7 30 2-15,9 0 0 16,3 10 5-16,15 0-6 16,11-2 6-16,9-5 0 15,0-1 1-15,15-13-1 16,20 0-1-16,9-12 2 16,15-6-7-16,37-13-50 15,-9-1-68-15,-11 0-470 0</inkml:trace>
          <inkml:trace contextRef="#ctx0" brushRef="#br0" timeOffset="14889.995">17688 1189 608 0,'0'0'157'0,"0"0"37"16,0 0-58-16,0 0-44 16,-3 177-15-16,3-149-28 15,0-4-2-15,0-7-5 16,0-8-19-16,0-1-4 0,0-6-7 16,0-2 6-1,0 4 9-15,0-4 13 0,0 0 7 16,0 0 4-16,0-6 7 15,0-17-24-15,0-11-20 16,8-8-13-16,19-16 9 16,3-8-3-16,14-7-6 15,3-2-1-15,3 0-8 16,-3 7-5-16,-1 10-30 16,-2 9-20-16,-4 20-13 15,0 12-42-15,-5 17-67 16,-6 0-191-16,-14 7-211 0</inkml:trace>
          <inkml:trace contextRef="#ctx0" brushRef="#br0" timeOffset="13421.6009">15842 745 447 0,'0'0'117'0,"0"0"2"0,0 0 28 16,0 0-29-16,0 0-25 15,0 0-24-15,0 0-24 16,-6-18-9-16,6 18-13 15,0 0-22-15,0 0 25 16,0 0 22-16,0 0-29 16,0-4-10-16,0 2-8 15,0 2 5-15,0 0 1 16,0 0-6-16,0 0 8 0,0 0-8 16,0 0 1-16,0 0-1 15,0 0 0-15,0 0-1 16,0 0 6-16,0-4 4 15,0 4 0-15,0 0 2 16,0 0-5-16,0 0-5 16,0 0 8-16,0 0-4 15,0 0 4-15,0 0 0 16,-4 0 0-16,4 0 2 16,0 0-2-16,0 0-3 15,0 0-6-15,0 0-1 16,0 0 0-16,0 0-15 15,0 27-10-15,0 14 17 0,0 18 6 16,0 9 1 0,0 3 0-16,0 1 1 0,0-3 0 15,0-11 0-15,0-11 0 16,0-11 2-16,0-6 4 16,-5-11-5-16,3-2 1 15,-1-4-1-15,3-8 5 16,0-1 0-16,0 0 3 15,-3-4 33-15,3 0 29 16,0 0 9-16,0 0-14 16,0-17-22-16,0-6-23 15,0-9-7-15,6-11-6 16,23-10-8-16,11-18-7 16,0-9 1-16,7-1-7 15,-4 0 4-15,-2 13-1 16,-10 5-9-16,1 9 3 15,0 12-32-15,-2 7-12 0,2 16-68 16,8 11-37-16,-12 8-198 16,-4 0-213-16</inkml:trace>
          <inkml:trace contextRef="#ctx0" brushRef="#br0" timeOffset="15952.2705">18133 1227 392 0,'0'0'135'0,"0"0"8"16,0 0 1-16,0 0-9 15,0 0-34-15,0 0-13 16,0 0-13-16,166-9-18 16,-146-10-24-16,-5-4-8 15,-3-7 10-15,-6-2-12 16,-2-1-23-16,-4-3 0 16,0 6-1-16,-4 8-2 0,-21 12-26 15,-7 10 28-15,-8 0-10 16,4 23 4-16,4 9-3 15,5 11 10-15,7 0-2 16,8-4 1-16,12-1 1 16,0-10 1-16,0-2 0 15,5-3 0-15,12-2 8 16,5-8-2-16,3-4 5 16,2 1 1-16,4-7 3 15,1-1 4-15,0 2-6 16,0-4-5-16,-9 0 1 15,-1 0 0-15,-4 0 9 16,1 0 0-16,-9 0-6 0,-2 0 5 16,2 0-8-1,-7 0-10-15,4 4-1 0,-4-4 0 16,6 3-9-16,-6-1 8 16,0 6 1-16,1-3 0 15,-3-1 0-15,4 1-6 16,-5-3-12-16,5 2-7 15,-1-1 10-15,2-3 8 16,5 0 8-16,5 0 8 16,4 0 0-16,14 0 1 15,4-18 0-15,12 0-4 16,6-5-4-16,-3 1-1 16,-3-1 0-16,-10 6 1 15,-8-2 0-15,-12 6 14 16,-6 4-7-16,-8 3 14 0,-2 6-15 15,-1 0-7-15,9 2-14 16,-2 20 3-16,0 7 11 16,5 5 1-16,-3-2 6 15,-6-1 4-15,3 1 0 16,-4-10-10-16,-4-7 6 16,-1-2-1-16,4-3-6 15,-4-3 2-15,3-3-1 16,-3-4 8-16,3 2-2 15,-3-2-5-15,0 0 6 16,4 0 1-16,-4 0-6 16,0 0 4-16,0 0 2 0,5 0-3 15,5 0 17-15,8-13-16 16,4-10-1-16,3-5-5 16,3-2 6-16,7-3-7 15,2-3 0-15,3 4 0 16,-8-4 1-16,-2 8 0 15,-13 6-1-15,-2 8 1 16,-5 5 9-16,-2 2-7 16,-1 7-3-16,-4-2 0 15,6 2 0-15,-2 0-9 16,1 0-1-16,2 9-6 16,3 17 7-16,2 6 1 15,0 2 7-15,-1 2 1 0,1 0 1 16,-5-6 0-1,-2-7 1-15,2-4-1 0,-6-6-1 16,4-3-16-16,-5-3-32 16,4-1-43-16,18 1-31 15,-3-1-56-15,1-6-456 0</inkml:trace>
          <inkml:trace contextRef="#ctx0" brushRef="#br0" timeOffset="17107.0894">20155 1087 575 0,'0'0'250'0,"0"0"-60"15,0 0-58-15,0 0-28 16,0 0-23-16,0 0-23 15,0 0-26-15,-7-13-23 16,-26 13 4-16,-14 27 4 0,-3 1 4 16,-4 8-8-16,4 3 9 15,7-1-9-15,6-4-2 16,8-2-5-16,11-9-5 16,8-1 0-16,3 2-1 15,7-6 0-15,0 3-1 16,14-2-1-16,14 0 2 0,12 1 7 15,12-5-6-15,8-3 8 0,12-7-8 16,2-5-1-16,-1 0 0 16,-4 0 0-16,0-17 7 15,-8-5-7-15,-10-3-1 16,-8-5 1-16,-11-2 0 16,-14 5 9-16,-9 1 8 15,-9 3 5-15,0 8-22 16,-5 4-7-16,-24 9-9 15,-11 2 1-15,-7 0 14 16,-6 15-8-16,-1 11 8 16,11 4 0-16,6 0 0 15,15-8-7-15,12 1 7 16,7-3-14-16,3-4 14 0,0 4-14 16,20-5 14-1,20 2 1-15,10-2 7 0,15-2-7 47,16-3 1-47,12-1 9 0,4-5-9 0,-3-4 0 0,-12 0 6 0,-9 0-1 16,-22 0 2-16,-13-8-2 15,-16-1 13-15,-7 3 10 16,-12 3-7-16,-3-1-13 16,0 4-9-16,0 0-16 15,0 0-20-15,-22 11 21 16,-3 4 14-16,4 8-6 15,1-3-8-15,8-1-7 16,9 0 5-16,3 3-14 16,0-9 15-16,0-2 0 0,0-3-1 15,0-3 5-15,0-1 12 16,6-4 0-16,3 0 7 16,6 0 6-16,8 0 8 15,0-4-4-15,4-11-5 16,-2-11 12-16,5-5-11 15,-5-7 2-15,1-5-6 16,-1-8 2-16,-4-3-3 16,1-5-7-16,-3-9 6 15,-3-4-7-15,3-5 1 16,-1-5 9-16,-8 1-2 16,2 0-8-16,-6 10 20 0,-2 8 22 15,-1 8-27 1,-3 12-9-16,0 9 8 15,0 12 10-15,0 5-11 0,0 15-13 16,0 2-9-16,0 0-13 16,0 24-17-16,-10 31 18 15,-12 20 21-15,1 24 0 16,1 6 1-16,5 2-1 16,6-6 0-16,9-11 0 15,0-14 0-15,0-13 1 16,4-12 9-16,11-8-9 15,0-9 1-15,-2-8-2 16,-1-3 0-16,-2-5 1 0,3-1-1 16,-8-4-52-1,5 1-12-15,-1-4-22 0,1-6-14 16,11-4-29-16,-2 0-159 16,-1 0-565-16</inkml:trace>
        </inkml:traceGroup>
      </inkml:traceGroup>
      <inkml:traceGroup>
        <inkml:annotationXML>
          <emma:emma xmlns:emma="http://www.w3.org/2003/04/emma" version="1.0">
            <emma:interpretation id="{5FD48F58-9AA0-4371-9849-D47B2E69258F}" emma:medium="tactile" emma:mode="ink">
              <msink:context xmlns:msink="http://schemas.microsoft.com/ink/2010/main" type="line" rotatedBoundingBox="6220,3838 11054,4394 10965,5162 6131,4606"/>
            </emma:interpretation>
          </emma:emma>
        </inkml:annotationXML>
        <inkml:traceGroup>
          <inkml:annotationXML>
            <emma:emma xmlns:emma="http://www.w3.org/2003/04/emma" version="1.0">
              <emma:interpretation id="{6B4661F4-1861-4FD0-B2F9-6BCFAA20DD9F}" emma:medium="tactile" emma:mode="ink">
                <msink:context xmlns:msink="http://schemas.microsoft.com/ink/2010/main" type="inkWord" rotatedBoundingBox="6220,3838 11054,4394 10965,5162 6131,4606"/>
              </emma:interpretation>
              <emma:one-of disjunction-type="recognition" id="oneOf5">
                <emma:interpretation id="interp5" emma:lang="" emma:confidence="1">
                  <emma:literal/>
                </emma:interpretation>
              </emma:one-of>
            </emma:emma>
          </inkml:annotationXML>
          <inkml:trace contextRef="#ctx0" brushRef="#br0" timeOffset="20253.2177">7036 2093 530 0,'0'0'111'16,"0"0"21"-16,0 0 80 15,0 0-73-15,-38 216-48 16,29-150-35-16,2 5 1 16,4 2-8-16,-2-8-1 15,2-4-6-15,3-12-11 16,0-8-15-16,0-15-6 16,0-6-4-16,0-12-6 0,0-7 9 15,0-1 7 1,0 0 7-16,0 0 9 0,0 0 5 15,0-1-5-15,11-23-32 16,21-6-3-16,12-6-31 16,4 0 18-16,6 8-3 15,-12 9 0-15,-2 12 11 16,-12 7-1-16,2 0-4 16,-13 0 0-16,1 21 5 15,-6-1 7-15,-5 1-7 16,-6-6 8-16,-1-6 6 15,0 3 7-15,0-3 4 16,0-3 1-16,-20 1 6 16,-11 3-2-16,-13-1-7 15,-3-1-2-15,-6-3-13 0,-2 1-19 16,1-6-13-16,4 4-25 16,6-4-10-16,16 0-30 15,15 0-32-15,13 0-150 16,0-6-411-16</inkml:trace>
          <inkml:trace contextRef="#ctx0" brushRef="#br0" timeOffset="20534.3963">7660 2486 795 0,'0'0'164'16,"0"0"-71"-16,0 0 36 0,0 0-22 16,0 0-26-16,0 164-16 15,-4-134-23-15,1-3-15 16,-2-5-4-16,3-7-12 16,-3-2-3-16,5-3 2 15,0-2-10-15,-3-2-9 16,3-2-75-16,0-4-45 15,-2 0-68-15,-3 0-211 0</inkml:trace>
          <inkml:trace contextRef="#ctx0" brushRef="#br0" timeOffset="20721.8559">7787 2328 970 0,'0'0'259'0,"0"0"-110"0,0 0-44 16,0 0-25-16,0 0-24 16,0 0-19-16,0 0-31 15,0-8-6-15,0 8-58 16,0-6-72-16,0 1-103 16,0-3-528-16</inkml:trace>
          <inkml:trace contextRef="#ctx0" brushRef="#br0" timeOffset="21081.1468">8076 2139 557 0,'0'0'129'15,"0"0"33"-15,0 0 9 16,0 0-43-16,0 192-9 16,-8-135-36-16,-7-3-18 15,5 4-17-15,1-7-13 16,3-4-9-16,2-8-13 16,4 1-3-16,0-8-9 15,0 1 0-15,0-8 6 0,0 2-5 16,0-6-2-16,0-6 7 15,4-2-7-15,7-4-1 16,-1-5-37-16,9 0-3 16,9-4-7-16,34-8-42 15,-5-18-111-15,-2-2-616 0</inkml:trace>
          <inkml:trace contextRef="#ctx0" brushRef="#br0" timeOffset="21299.8676">8111 2331 971 0,'0'0'199'0,"0"0"-113"16,0 0-20-16,0 0-11 15,0 0-31-15,0 0-18 16,0 0-5-16,97-13-1 15,-35 9-31-15,38 1-46 16,-18 1-82-16,-6-2-402 0</inkml:trace>
          <inkml:trace contextRef="#ctx0" brushRef="#br0" timeOffset="18878.538">4812 1833 439 0,'0'0'166'15,"0"0"-33"-15,0 0-59 16,0 0-35-16,0 0 2 15,0 0 72-15,0 0-17 16,-25 157-41-16,21-99-8 16,4 1-12-16,0-9-13 15,0-1-3-15,22-3-6 0,7-10 4 16,4-10-4-16,2-3-11 16,2-8 16-16,-2-7 3 15,-1-7-10-15,-6-1 2 16,-3 0 0-16,3-1-5 15,1-22 2-15,1-3 3 16,-2-6-13-16,-6 0 1 16,0-5 0-16,-9-2-1 15,2-1-5-15,-8 4-7 16,1 2 1-16,-8 8 10 16,4 3 0-16,-4 10 0 15,0 10 1-15,0 3-1 16,0 0-9-16,0 0-16 15,0 24 13-15,0 14 10 16,0 11 3-16,0 1 16 16,3 3 4-16,4-7-8 15,8-6-2-15,0-12-9 16,2-2 0-16,6-7 6 16,12-6-7-16,40-11-56 0,-3 2-75 15,-5-4-443-15</inkml:trace>
          <inkml:trace contextRef="#ctx0" brushRef="#br0" timeOffset="19347.1877">6126 2044 649 0,'0'0'221'0,"0"0"-117"16,0 0 4-16,0 0-21 16,0 0-12-16,-210 110-25 15,186-93-23-15,9-8-12 16,7-5-7-16,8-1-6 15,0-3 4-15,0 0-6 16,0 6-1-16,0 2-6 16,8 1 7-16,9 7 1 15,8 7 0-15,7 3-1 16,-2 4 1-16,2 2-1 0,-9 4 1 16,0-4-1-1,-8 0 0-15,-6-6 0 0,-9-3 1 16,0-4 8-16,0-2 0 15,-12-4 1-15,-18 1 6 16,-5-5-3-16,-5-3-2 16,0-3-2-16,-4-3-9 15,6 0-25-15,4 0-31 16,2-9-30-16,7-8-116 16,10-2-321-16</inkml:trace>
          <inkml:trace contextRef="#ctx0" brushRef="#br0" timeOffset="19690.8465">6083 2450 340 0,'0'0'222'0,"0"0"-60"16,0 0 23-16,182-19-77 16,-128 2-15-16,-8-2-15 15,-12-1-25-15,-12 1-2 16,-9 0-7-16,-10 2-4 15,-3 2-8-15,0-2-30 16,-10 2-2-16,-18 4-9 16,-9 9 0-16,-3 2-5 15,-2 0 12-15,2 9-5 16,3 14 7-16,12 3 2 16,7-3-2-16,8 1 1 15,6 3-1-15,4-1 1 0,0-2 8 16,4 3-7-16,24 4-1 15,9-9 0-15,13 1 1 16,7-6-2-16,11-6 0 16,41-3-70-16,-19-5-131 15,-14-3-395-15</inkml:trace>
          <inkml:trace contextRef="#ctx0" brushRef="#br0" timeOffset="21659.1992">8901 2442 428 0,'-124'161'205'0,"124"-161"-22"16,0 0-60-16,15 0-45 15,18 0-38-15,6 0-31 16,33 0-9-16,-9-13-171 15,-4 0-208-15</inkml:trace>
          <inkml:trace contextRef="#ctx0" brushRef="#br0" timeOffset="21487.3004">8901 2442 464 0,'0'0'113'0,"0"0"22"0,0 0 29 16,0 0-60-16,0 0-38 15,0 0-21-15,0 0-36 16,175 14-9-16,-135-14-126 16,-13 0-105-16,-14 0-366 0</inkml:trace>
          <inkml:trace contextRef="#ctx0" brushRef="#br0" timeOffset="22034.0534">9534 2309 593 0,'0'0'201'0,"0"0"-120"16,0 0 10-16,0 0 24 15,0 0-35-15,0 0-2 16,0 0-8-16,0 131 8 15,0-82-13-15,0 7-17 16,0-2-4-16,0 1-9 16,4-2-5-16,4-4-12 0,-1-11-4 15,-1-6-4 1,3-6-2-16,-6-5-7 0,0-10 8 16,1 1-8-16,-4-3-1 15,0-3-27-15,0-2-40 16,0 1-23-16,-4 1-19 15,-17-2-21-15,-4-4-223 0</inkml:trace>
        </inkml:traceGroup>
      </inkml:traceGroup>
    </inkml:traceGroup>
    <inkml:traceGroup>
      <inkml:annotationXML>
        <emma:emma xmlns:emma="http://www.w3.org/2003/04/emma" version="1.0">
          <emma:interpretation id="{2F815711-EAF4-48B3-B626-A2211CFCCE05}" emma:medium="tactile" emma:mode="ink">
            <msink:context xmlns:msink="http://schemas.microsoft.com/ink/2010/main" type="paragraph" rotatedBoundingBox="1441,4793 24460,5772 24390,7413 1371,6434" alignmentLevel="1"/>
          </emma:interpretation>
        </emma:emma>
      </inkml:annotationXML>
      <inkml:traceGroup>
        <inkml:annotationXML>
          <emma:emma xmlns:emma="http://www.w3.org/2003/04/emma" version="1.0">
            <emma:interpretation id="{07F4C542-8F04-44FA-AEE9-0B7380C9B107}" emma:medium="tactile" emma:mode="ink">
              <msink:context xmlns:msink="http://schemas.microsoft.com/ink/2010/main" type="inkBullet" rotatedBoundingBox="1441,4800 3095,4870 3041,6140 1387,6069"/>
            </emma:interpretation>
            <emma:one-of disjunction-type="recognition" id="oneOf6">
              <emma:interpretation id="interp6" emma:lang="" emma:confidence="0">
                <emma:literal>o</emma:literal>
              </emma:interpretation>
              <emma:interpretation id="interp7" emma:lang="" emma:confidence="0">
                <emma:literal>@</emma:literal>
              </emma:interpretation>
              <emma:interpretation id="interp8" emma:lang="" emma:confidence="0">
                <emma:literal>.</emma:literal>
              </emma:interpretation>
              <emma:interpretation id="interp9" emma:lang="" emma:confidence="0">
                <emma:literal>°</emma:literal>
              </emma:interpretation>
              <emma:interpretation id="interp10" emma:lang="" emma:confidence="0">
                <emma:literal>O</emma:literal>
              </emma:interpretation>
            </emma:one-of>
          </emma:emma>
        </inkml:annotationXML>
        <inkml:trace contextRef="#ctx0" brushRef="#br0" timeOffset="23863.6685">869 2761 451 0,'0'0'231'16,"0"0"-110"-16,0 0 48 0,-238-9-48 16,170 9-41-16,1 15-29 15,3 20-11-15,2 6 1 16,-3 14-8-16,5 7 0 15,-2 11 5-15,5 9 0 16,10 3-15-16,7 5-10 16,15 5-1-16,13 1-1 15,12-4-5-15,0-4 3 16,34-9 10-16,18-10 3 16,8-11-9-16,15-8-2 15,7-8-5-15,8-8 4 16,9-16 1-16,1-8-1 15,9-10-9-15,-5 0 5 0,1-6 1 16,-1-20-7 0,-11-6-9-16,-9-4 8 0,-5-8 1 15,-2-1-9-15,-2-14-7 16,-3-5 2-16,-10-7 7 16,-12-5 7-16,-15-1 1 15,-17 3 1-15,-14 3 19 16,-4-2-5-16,0 9-9 15,-22 0 0-15,-13 2-6 16,-9 9 6-16,-3 4-7 16,-11 7-1-16,-2 7-1 15,-17 10-9-15,-5 4-30 16,-12 12-38-16,-3 5-8 16,-43 4-13-16,28 0-52 0,15 17-253 0</inkml:trace>
        <inkml:trace contextRef="#ctx0" brushRef="#br0" timeOffset="23270.0561">591 3209 504 0,'0'0'132'0,"0"0"-25"16,0 0 25-16,0 0-20 15,0 0-18-15,0 0-23 16,194-28-22-16,-164 32-14 16,-10 14-12-16,-1 5-1 15,-4 1-12 1,-9 6-9-16,-6-1 12 16,0 2-6-16,0-5 12 0,0 2-3 15,-6 4 4 1,-9 2 5-16,-4-4-8 0,6 4-1 15,1-6-9-15,2-1-5 0,7-5 4 16,3-2-6 0,0 1 0-16,0-8 1 15,0 0 2-15,3-4-3 16,7 1 0-16,12-4 0 16,3-3 1-16,8-3-1 15,7 0-15-15,7 0-27 16,25-32-45-16,-15 0-62 15,-5-3-239-15</inkml:trace>
      </inkml:traceGroup>
      <inkml:traceGroup>
        <inkml:annotationXML>
          <emma:emma xmlns:emma="http://www.w3.org/2003/04/emma" version="1.0">
            <emma:interpretation id="{7BF1DE10-490A-447D-9E4B-E5C77DDA33A3}" emma:medium="tactile" emma:mode="ink">
              <msink:context xmlns:msink="http://schemas.microsoft.com/ink/2010/main" type="line" rotatedBoundingBox="4151,4908 24460,5772 24390,7413 4081,6549"/>
            </emma:interpretation>
          </emma:emma>
        </inkml:annotationXML>
        <inkml:traceGroup>
          <inkml:annotationXML>
            <emma:emma xmlns:emma="http://www.w3.org/2003/04/emma" version="1.0">
              <emma:interpretation id="{729E3887-7760-4148-BA7D-CB31B80CE0CA}" emma:medium="tactile" emma:mode="ink">
                <msink:context xmlns:msink="http://schemas.microsoft.com/ink/2010/main" type="inkWord" rotatedBoundingBox="4151,4908 5283,4956 5225,6338 4092,6289"/>
              </emma:interpretation>
              <emma:one-of disjunction-type="recognition" id="oneOf7">
                <emma:interpretation id="interp11" emma:lang="" emma:confidence="1">
                  <emma:literal/>
                </emma:interpretation>
              </emma:one-of>
            </emma:emma>
          </inkml:annotationXML>
          <inkml:trace contextRef="#ctx0" brushRef="#br0" timeOffset="29767.42">3158 3655 740 0,'0'0'224'0,"0"0"-78"0,0 0-38 15,0 0-51-15,0 0-20 16,0 0-9-16,216-21-2 16,-144 21-10-16,8-2-16 15,-3 2-7-15,25 0-63 16,-25 0-131-16,-14 0-409 0</inkml:trace>
          <inkml:trace contextRef="#ctx0" brushRef="#br0" timeOffset="29565.4478">3233 3379 409 0,'0'0'107'16,"0"0"-22"-16,0 0 54 15,0 0-15-15,0 0-36 16,231-22 10-16,-181-9-25 16,0-5-34-16,-6 0-12 15,-7 4-8-15,-12 0 20 16,-12 0-7-16,-1 0 4 16,-9 2-20-16,-3-2-7 15,0-1-9-15,0 3 0 16,-3 2-7-16,-19-2-8 0,4 7 9 15,-2 1-2 1,-4 8 7-16,7 3-5 0,2 7-1 16,0 4-18-16,5 0 8 15,-5 0 17-15,-3 19 1 16,-1 9 0-16,-9 16-1 16,8 10 1-16,2 9 19 15,-1 14-1-15,7 6 9 16,7 11 9-16,0 9-5 15,5 0-13-15,0 2 19 16,0-7-15-16,0-12-7 16,0-8-3-16,0-6 3 15,-6-12 0-15,-3-7-10 0,-2-8 3 16,1-6 2 0,3-13 4-16,0-9-9 0,4-4-6 15,0-8 2-15,-2-1-1 16,5 0 6-16,0-4-7 15,-4 0-30-15,1 0-22 16,0 0-21-16,-16-8-46 16,4-10-111-16,2-5-180 0</inkml:trace>
          <inkml:trace contextRef="#ctx0" brushRef="#br0" timeOffset="28737.5186">2723 3362 656 0,'0'0'192'0,"0"0"-49"0,0 0-19 16,0 0-33-16,0 0-37 15,0 0-14-15,0 0-12 16,-1 0-18-16,1 6-10 16,0 24 0-16,0 11 41 15,0 14-2-15,0 11-1 16,0-1-2-16,0-3-6 15,0-8-5-15,0-12-9 16,0-10-7-16,0-8-8 16,0-9 8-16,0-2-2 0,0-7-6 15,0 2-1-15,0-5-28 16,0-3-62-16,0 0-48 16,1 0-159-16,13-13-695 0</inkml:trace>
          <inkml:trace contextRef="#ctx0" brushRef="#br0" timeOffset="28971.8367">2914 3068 836 0,'0'0'228'15,"0"0"-128"-15,0 0 9 0,0 0-34 16,0 0-18-16,0 0-17 16,0 0-21-16,15-50-19 15,-15 50-10-15,0 0-48 16,0 0-45-16,0 0-144 16,0 6-330-16</inkml:trace>
        </inkml:traceGroup>
        <inkml:traceGroup>
          <inkml:annotationXML>
            <emma:emma xmlns:emma="http://www.w3.org/2003/04/emma" version="1.0">
              <emma:interpretation id="{3E47D30A-F51D-4E84-B8AE-86E346E23DFE}" emma:medium="tactile" emma:mode="ink">
                <msink:context xmlns:msink="http://schemas.microsoft.com/ink/2010/main" type="inkWord" rotatedBoundingBox="5958,5505 7643,5577 7617,6189 5932,6118"/>
              </emma:interpretation>
              <emma:one-of disjunction-type="recognition" id="oneOf8">
                <emma:interpretation id="interp12" emma:lang="" emma:confidence="1">
                  <emma:literal/>
                </emma:interpretation>
              </emma:one-of>
            </emma:emma>
          </inkml:annotationXML>
          <inkml:trace contextRef="#ctx0" brushRef="#br0" timeOffset="31609.1144">5757 3809 651 0,'0'0'284'16,"0"0"-151"-16,0 0-49 15,0 0-4-15,0 0-6 16,0 0-9-16,0 0-10 0,15 0-17 16,10 0-5-16,7 0-2 15,4 0-14-15,0 0-5 16,-1 0-11-16,-5 0-1 15,2 0 9-15,-6 0-9 16,1 0 0-16,-4 0-2 16,-3 0-24-16,-4 0-32 15,0 0-16-15,-14 4-27 16,-2 2-41-16,0-3-238 16,0 3-234-16</inkml:trace>
          <inkml:trace contextRef="#ctx0" brushRef="#br0" timeOffset="31874.677">5775 3998 582 0,'0'0'207'16,"0"0"-55"-16,0 0-19 15,0 0-46-15,0 0-16 16,0 0-12-16,0 0-14 16,117 6-20-16,-90-6-2 15,5 0-7-15,4 0-16 16,-4 0 0-16,5 0-6 16,-2 0-36-16,15 0-52 0,-13 0-126 15,0 0-430-15</inkml:trace>
          <inkml:trace contextRef="#ctx0" brushRef="#br0" timeOffset="31156.1016">4631 3434 409 0,'0'0'172'0,"0"0"-48"16,0 0 67-16,0 0-60 0,0 0-63 15,0 0-37-15,0 0-5 16,-47 56 10-16,36 1 42 15,-9 5-29-15,8 6-12 16,9-4-16-16,3-5-3 16,0-8-7-16,8-8-3 15,20-3-1-15,8-12-6 16,7-1 0-16,0-8 11 16,4-6 1-16,-3-4-4 15,-7-5-8-15,-6-4 12 16,1 0 4-16,-2 0-4 15,-1-23 13-15,2-3-13 16,5-6-11-16,-10-4 5 0,-1-4-6 16,-3 2 0-16,-7-9 5 15,-5 4-5-15,-3-2 5 16,-2-2-6-16,-2 9 2 16,-3 5-2-16,0 9 10 15,0 12-3-15,0 9 1 16,0 3-8-16,0 0-13 15,0 0-16-15,0 32 5 16,0 10 23-16,0 11 1 16,0 5 0-16,0-3 9 0,0-1 6 15,4-9-8 1,11-4 2-16,1-6-9 0,3-4 7 16,4-7-6-16,1-5 1 15,4-2-2-15,5-4-10 16,3-4-35-16,7-5-21 15,16-4-28-15,-9 0-107 16,-7 0-655-16</inkml:trace>
        </inkml:traceGroup>
        <inkml:traceGroup>
          <inkml:annotationXML>
            <emma:emma xmlns:emma="http://www.w3.org/2003/04/emma" version="1.0">
              <emma:interpretation id="{E3E645FC-25CC-42C9-9826-6D97901311D1}" emma:medium="tactile" emma:mode="ink">
                <msink:context xmlns:msink="http://schemas.microsoft.com/ink/2010/main" type="inkWord" rotatedBoundingBox="8263,5893 8784,5915 8768,6298 8246,6276"/>
              </emma:interpretation>
              <emma:one-of disjunction-type="recognition" id="oneOf9">
                <emma:interpretation id="interp13" emma:lang="" emma:confidence="1">
                  <emma:literal/>
                </emma:interpretation>
              </emma:one-of>
            </emma:emma>
          </inkml:annotationXML>
          <inkml:trace contextRef="#ctx0" brushRef="#br0" timeOffset="32843.2271">7185 3858 560 0,'0'0'182'16,"0"0"7"-16,0 0-52 0,0 0-38 16,0 0-24-16,0 0-32 15,0 0-9-15,-9-26-8 16,-7 26-13-16,-9 0-6 15,-9 0-7-15,-9 19 7 16,-4 7 8-16,0 11-1 16,4-2-1-16,11 1-2 15,7-4-4-15,10 0-7 16,11-2 1-16,4-5 0 16,0-1 0-16,25-1 5 15,12-5-3-15,7 2-3 16,6-7 0-16,-3-5 0 15,3-6 9-15,-3-2 6 0,-4 0-14 16,-8 0 17-16,-1 0-16 16,-6-15 18-16,-6-2 4 15,0-3-23-15,-7-6 17 16,-4-4-17-16,-2-2-1 16,-4 0 12-16,-5 3-3 15,0-3 8-15,0 6-11 16,-19 3-6-16,-6 1 0 15,-8 4-6-15,-2 1-6 16,-5 8-8-16,-1 7-24 16,6-2-10-16,7 4-23 15,1 0-36-15,17 0-79 16,3 0-146-16,7 0-383 0</inkml:trace>
        </inkml:traceGroup>
        <inkml:traceGroup>
          <inkml:annotationXML>
            <emma:emma xmlns:emma="http://www.w3.org/2003/04/emma" version="1.0">
              <emma:interpretation id="{89A09529-C97E-44F7-A031-DE02A22805DA}" emma:medium="tactile" emma:mode="ink">
                <msink:context xmlns:msink="http://schemas.microsoft.com/ink/2010/main" type="inkWord" rotatedBoundingBox="9738,6073 10049,6086 10030,6537 9719,6523"/>
              </emma:interpretation>
              <emma:one-of disjunction-type="recognition" id="oneOf10">
                <emma:interpretation id="interp14" emma:lang="" emma:confidence="1">
                  <emma:literal/>
                </emma:interpretation>
              </emma:one-of>
            </emma:emma>
          </inkml:annotationXML>
          <inkml:trace contextRef="#ctx0" brushRef="#br0" timeOffset="36318.1069">8633 4017 606 0,'0'0'186'15,"0"0"-72"-15,0 0-28 0,0 0-17 16,0 0-10-16,0 0-15 16,0 0-18-16,3-6-6 15,-3 6 5-15,0 0-15 16,0 0-10-16,0 14 0 16,0 14 2-16,0 8 24 15,0 5 1-15,0 2 5 16,-13 0-22-16,-12-4 1 15,-12-1-9-15,-3-6 9 16,-7-2-7-16,0-2-4 16,-3 2-68-16,10-11-64 15,15-2-252-15</inkml:trace>
        </inkml:traceGroup>
        <inkml:traceGroup>
          <inkml:annotationXML>
            <emma:emma xmlns:emma="http://www.w3.org/2003/04/emma" version="1.0">
              <emma:interpretation id="{5BDE0C41-F79D-474C-891B-79D730CF1055}" emma:medium="tactile" emma:mode="ink">
                <msink:context xmlns:msink="http://schemas.microsoft.com/ink/2010/main" type="inkWord" rotatedBoundingBox="10736,5646 12868,5737 12817,6921 10685,6830"/>
              </emma:interpretation>
              <emma:one-of disjunction-type="recognition" id="oneOf11">
                <emma:interpretation id="interp15" emma:lang="" emma:confidence="1">
                  <emma:literal/>
                </emma:interpretation>
              </emma:one-of>
            </emma:emma>
          </inkml:annotationXML>
          <inkml:trace contextRef="#ctx0" brushRef="#br0" timeOffset="37161.6674">9362 3959 568 0,'0'0'249'0,"0"0"-81"16,0 0-54-16,0 0-33 16,0 0-17-16,0 0-8 15,0 0-15-15,0-6-21 0,0 6-20 16,0 0-12 0,0 23-1-16,0 22 13 0,0 13 10 15,0 19 11-15,0 9 5 16,0 4-6-16,0-7-7 15,0-3 0-15,0-16-1 16,0-13-12-16,0-12 1 16,0-13 6-16,0-12-6 15,0-9 0-15,0-5 14 16,0 0 27-16,0 0 21 16,0 0 9-16,0 0-12 15,0-22-39-15,0-6-13 16,0-8-7-16,0-9 0 15,0-6 1-15,0-10-2 16,7-3-1-16,5-4-9 0,-2-5-1 16,5-4-8-16,-2 2-4 15,2 2 23-15,5 5 0 16,-5-1-1-16,4 7 0 16,2 4 1-16,4 7-9 15,0 6-9-15,-1 9-1 16,-1 9 9-16,1 10-7 15,-8 15 16-15,-1 2-11 16,-1 0-4-16,4 10 15 16,-3 23-8-16,-5 2 9 15,-3 1 1-15,-2 0-1 16,-5-8 0-16,0 0 1 16,-5-5 0-16,-23 1 5 0,-13-1 1 15,-5-4-7 1,-8 0-7-16,1 2-32 0,-3-6-51 15,0 2-45-15,9-4-147 16,15-3-356-16</inkml:trace>
          <inkml:trace contextRef="#ctx0" brushRef="#br0" timeOffset="37708.3805">10140 3832 651 0,'0'0'125'16,"0"0"34"-16,0 0-3 15,0 0-75-15,-173 183-34 16,148-141-17-16,7-5-8 16,15-3-9-16,3-10-6 15,0 4 3-15,0-11-3 16,18-2-6-16,-1-4 7 0,-2-5 4 16,-3-3-11-1,-2-3 16-15,0 0 2 0,5 0 1 16,0-20-7-16,1-5-3 15,4-6-3-15,-8-5-7 16,3 5-10-16,-6-5 9 16,-1 11 1-16,-6 1 0 15,1 13 8-15,-3-1 10 16,0 12-4-16,5 0-14 16,-5 0-9-16,5 0-10 15,0 0 5-15,2 12 12 16,4 6 1-16,3 5 1 15,1-4 0-15,7 3 6 16,3-5-4-16,8-2-1 16,6-2-1-16,36-5-67 0,-7-6-67 15,-6-2-395-15</inkml:trace>
          <inkml:trace contextRef="#ctx0" brushRef="#br0" timeOffset="38567.5531">10822 3979 355 0,'0'0'319'0,"0"0"-176"16,0 0-51-16,0 0 31 0,0 0-26 15,0 0-39-15,0 0-20 16,-209 136-15-16,181-112-9 15,11 3-13-15,2 0 9 16,10-4-9-16,5-5 0 16,0-1 0-16,0-4 0 15,0-7 9-15,20-2-10 16,0-4 1-16,8 0 2 16,1 0 9-16,-6-13-4 15,4-10-8-15,-10-3 9 16,3-2-9-16,-9-4 1 15,-4 4-1-15,-4-2 10 16,2 11 3-16,-5 2-2 0,0 8 4 16,0 9-8-1,0 0-7-15,2 0-14 0,1 8-5 16,4 24 12-16,5 9 5 16,0 13 2-16,-2 8 11 15,-4 2-4-15,-2 7 6 16,-4 2-12-16,0 0 9 15,0-7 2-15,-20-10-1 16,-4-11 5-16,1-5 0 16,-7-13-7-16,1-8 6 15,-8-6 1-15,2-4-3 16,-5-5-3-16,0-4-4 16,5 0 2-16,3 0-6 15,2-19-2-15,2-1 2 16,6-3-2-16,4 0 0 15,4 0 0-15,6 4 1 16,4-1-1-16,4 5 0 0,0-2-9 16,29 0-17-16,19 0-2 15,16 0 17-15,18-2 10 16,10-4 0-16,8 1-17 16,5-5 7-16,-1-4 9 15,-10 3 1-15,-11-6 1 16,-11-1 1-16,-15 3 0 15,-10-2 0-15,-17 0 6 16,-8 2 3-16,-15 6 0 16,-7 0 2-16,0 4-1 15,0 5-9-15,-26 7-2 16,-2 6-6-16,-9 4-2 16,-6 0 0-16,-1 23 2 0,1 18 6 15,8 0 8-15,6 4 2 16,8 0-8-16,12-3-1 15,9-7 8-15,0-1-9 16,19-6 1-16,24 0-2 16,62-2-52-16,-11-7-67 15,3-10-484-15</inkml:trace>
        </inkml:traceGroup>
        <inkml:traceGroup>
          <inkml:annotationXML>
            <emma:emma xmlns:emma="http://www.w3.org/2003/04/emma" version="1.0">
              <emma:interpretation id="{E35C7C2D-A281-47B1-A2B0-A3CA366E89F7}" emma:medium="tactile" emma:mode="ink">
                <msink:context xmlns:msink="http://schemas.microsoft.com/ink/2010/main" type="inkWord" rotatedBoundingBox="13523,5634 18211,5833 18167,6874 13479,6674"/>
              </emma:interpretation>
              <emma:one-of disjunction-type="recognition" id="oneOf12">
                <emma:interpretation id="interp16" emma:lang="" emma:confidence="1">
                  <emma:literal/>
                </emma:interpretation>
              </emma:one-of>
            </emma:emma>
          </inkml:annotationXML>
          <inkml:trace contextRef="#ctx0" brushRef="#br0" timeOffset="39942.2649">13024 4128 129 0,'0'0'412'0,"0"0"-142"16,0 0-8-16,0 214-121 16,0-147-48-16,7-4-29 15,6-8-16-15,-1-12-15 16,3-13-2-16,0-7-8 15,-5-10-4-15,-3-9-10 16,-2 0 2-16,-2-4 18 16,4 0 12-16,3 0-15 15,2-17-11-15,3-10-5 0,2-7-9 16,-2-5 5-16,1-10-5 16,4-3 7-16,-3-6-1 15,5-4 0-15,3-2-6 16,5 6 9-16,-5 2-10 15,0 7-4-15,0 10 1 16,0 3-58-16,7 8-48 16,12-2-48-16,-8 7-175 15,-4 4-237-15</inkml:trace>
          <inkml:trace contextRef="#ctx0" brushRef="#br0" timeOffset="40176.5642">13683 4139 542 0,'0'0'212'0,"0"0"-6"15,0 176-44-15,0-110-75 16,0-11-29-16,7-15-20 16,-2-12-15-16,2-9 0 15,1-6-14-15,-1-5-2 16,6-8-7-16,6 0-17 15,14 0-70-15,-5-13-201 16,-4-10-630-16</inkml:trace>
          <inkml:trace contextRef="#ctx0" brushRef="#br0" timeOffset="40364.0055">14013 3910 947 0,'0'0'192'16,"0"0"-76"-16,0 0-39 16,0 0-38-16,0 0-20 15,0 0-13-15,0 0-6 16,3-10-17-16,-3 10-57 16,3 0-100-16,1 0-225 0</inkml:trace>
          <inkml:trace contextRef="#ctx0" brushRef="#br0" timeOffset="40723.3644">14372 4117 671 0,'0'0'188'0,"0"0"-47"15,0 0-34-15,0 0-23 0,0 0-10 16,0 0-6-16,-202 63-17 16,170-31-22-16,10 2-13 15,9 1-9-15,8 3-5 16,5-2 8-16,0-1-4 15,22 1 2-15,15-8-2 16,9 0-6-16,10-9 0 16,14-12-10-16,7-7 3 15,1 0-36-15,19-7-28 16,-23-18-73-16,-11-2-232 0</inkml:trace>
          <inkml:trace contextRef="#ctx0" brushRef="#br0" timeOffset="41082.5879">14983 3854 580 0,'0'0'306'0,"0"0"-146"15,0 0-72-15,0 0-43 16,0 0-19-16,0 0 28 15,0 0 20-15,-47 154-10 16,25-87-9-16,7 5-6 16,3 0-10-16,9-4-8 15,3-4-8-15,0-2-2 16,0-10-11-16,0-5 0 16,0-10-3-16,8-5-5 0,-1-9-2 15,3-6 8-15,-2-4-8 16,6-7 0-16,1-2 0 15,7-4-12-15,13 0-21 16,8 0-28-16,12-17-45 16,24-30-74-16,-14 1-193 15,-15-1-440-15</inkml:trace>
          <inkml:trace contextRef="#ctx0" brushRef="#br0" timeOffset="41270.0509">14948 4115 821 0,'0'0'252'0,"0"0"-124"15,0 0-39-15,0 0-27 16,0 0-26-16,0 0-15 16,0 0-21-16,128-26-7 15,-66 18-25-15,28-1-88 16,-23 3-115-16,-18-2-418 0</inkml:trace>
          <inkml:trace contextRef="#ctx0" brushRef="#br0" timeOffset="39582.9693">12106 4278 548 0,'0'0'178'0,"0"0"5"0,0 0-35 16,0 0-69-16,0 0-6 16,206 0-13-16,-171-10-26 15,-6-3-10-15,-4-8-2 16,-4 3 1-16,-6-1-7 16,-5-2 6-16,-10-3-9 15,0 2-1-15,0-1-7 16,-31 1-5-16,-6 3-8 15,-10 2-3-15,4 11 3 16,-1 6 8-16,6 0-2 0,4 0-4 16,2 25 4-16,7 9 2 15,7 7-1-15,10 9-6 16,8 3 7-16,0 1 1 16,23-7 6-16,19-4-1 15,10-5 4-15,5-12-8 16,3-2 6-16,7-11 11 15,1-9-17-15,-4-4-2 16,4 0-11-16,1-4-12 16,-9-15-37-16,17-25-32 15,-15 12-164-15,-15-4-157 0</inkml:trace>
          <inkml:trace contextRef="#ctx0" brushRef="#br0" timeOffset="41613.7622">15578 4293 18 0,'0'0'668'16,"0"0"-486"-16,0 0-31 0,0 0-60 15,0 0-22-15,0 0-9 16,201-10-5-16,-173-9-38 16,1 1 18-16,-11-3-8 15,-6 2-5-15,-12 0 39 16,0-2-46-16,-4-2-10 16,-33 8-5-16,-6 2-20 15,-11 5 8-15,-4 8 12 16,1 0-1-16,7 13 1 15,6 18 0-15,14-2-2 16,19 3 1-16,6 3-8 16,5-1 9-16,5-5 1 15,28-1 8-15,19-6 0 16,16-1 4-16,18-10-13 0,12-3-45 16,38-8-78-16,-22 0-122 15,-26 0-312-15</inkml:trace>
          <inkml:trace contextRef="#ctx0" brushRef="#br0" timeOffset="42207.3192">16501 4223 514 0,'0'0'182'0,"0"0"10"15,0 0 13-15,0 0-81 0,-226 105-38 16,188-65-41-1,8-4-21-15,13-1-9 0,17 2-8 16,0-5 6-16,0 0-3 16,17-2-9-16,10-11 0 15,-2-4 15-15,0-6 0 16,-7-9 3-16,-5 0 0 16,2 0 13-16,-1 0-12 15,4-9-8-15,4-15-6 16,-4-7 0-16,1-6 4 15,-6-10 4-15,2-5 4 16,-8-6-11-16,1-4 8 0,-1-2-8 16,-7-5-1-1,3 1 4-15,-3 4-9 0,0 6 5 16,0 2 3-16,4 6-8 16,-4 8-1-16,0 10 16 15,0 10 3-15,0 9-12 16,0 3-1-16,0 10-6 15,0 0-10-15,0 0-12 16,0 19-4-16,0 20 5 16,0 20 21-16,-10 9 0 15,0 6 13-15,10 3-7 16,0-2-4-16,0-6 8 16,0-3-9-16,13-12 0 15,5-7 7-15,-1-3-7 16,1-8 10-16,-2-7-10 15,-3-3-1-15,2-9 0 16,-5-4-16-16,5-4-23 0,0-3-19 16,3-2 7-16,8-4-6 15,14 0-26-15,2 0-73 16,-6-4-367-16</inkml:trace>
        </inkml:traceGroup>
        <inkml:traceGroup>
          <inkml:annotationXML>
            <emma:emma xmlns:emma="http://www.w3.org/2003/04/emma" version="1.0">
              <emma:interpretation id="{5C96E200-AF5A-4A0D-9B02-8DF7101AA8B9}" emma:medium="tactile" emma:mode="ink">
                <msink:context xmlns:msink="http://schemas.microsoft.com/ink/2010/main" type="inkWord" rotatedBoundingBox="18716,5999 21358,6111 21324,6927 18682,6815"/>
              </emma:interpretation>
              <emma:one-of disjunction-type="recognition" id="oneOf13">
                <emma:interpretation id="interp17" emma:lang="" emma:confidence="1">
                  <emma:literal/>
                </emma:interpretation>
              </emma:one-of>
            </emma:emma>
          </inkml:annotationXML>
          <inkml:trace contextRef="#ctx0" brushRef="#br0" timeOffset="46628.4876">17844 4166 588 0,'0'0'169'0,"0"0"39"15,0 0-36-15,8 191-75 16,-8-129-16-16,0-3-30 16,0-6-6-16,0-8 5 15,0-11-12-15,-8-8-15 16,5-9-8-16,-2-4-5 16,5-7-3-16,-2-6-5 15,2 0 9-15,0 0 0 16,0 0 5-16,0 0 4 15,0 0 12-15,0-2 6 16,0-19-28-16,0-5-10 16,2-12-9-16,24-3-4 0,14-16 5 15,14-2-14-15,8-5-12 16,1 4 7-16,-1 3 9 16,-12 16 18-16,-16 11 0 15,-12 14 7-15,-12 8-7 16,-9 8-9-16,9 0-8 0,0 0 9 15,5 24 3-15,2 6 5 16,2 2 0 0,6 4 9-16,0 3 2 15,8-5-2-15,4 0-7 16,6-2 11-16,6-6-6 16,3-2-5-16,1-11 7 15,4-4 4-15,2-9 0 0,-2 0-5 16,-2 0-7-16,-8-20 9 15,-12-4-1-15,-2-4-7 16,-11-4 4-16,-15-7-6 16,-7-7-19-16,0 1-14 15,-12 4 11-15,-20 4 10 16,-10 11-2-16,-3 16 1 16,-2 10 0-16,0 0-2 15,4 10 4-15,11 23 3 16,7-1 7-16,13 3-9 0,9 1 9 15,3 0-6 1,0-4 7-16,20-2 0 0,15-5 6 16,0-3 2-16,5-5-2 15,-4-8-5-15,0 0 15 16,1-9-3-16,-8 0 0 16,-1 0-4-16,0 0 3 15,-6-12-4-15,3-7 1 16,-6 2 3-16,2-2-11 15,-6 6 5-15,-4 0 18 16,-5 7-16-16,-1 2-8 16,-1 4 0-16,-4 0-19 15,3 0-3-15,0 14 14 0,4 4 7 16,1 9 1 0,6-5 1-16,1 2-1 0,1-4-1 15,8-6-9-15,1-5 1 16,0-5 9-16,3-4 0 15,1 0 0-15,1 0 6 16,0-13 2-16,-3-14-7 16,1-4 7-16,-6-1 2 15,0 0-10-15,-4 0 2 16,-3 2 6-16,-5 11 1 16,-3 4 3-16,-2 8 4 15,-5 3-16-15,3 4-8 16,-3 0-13-16,4 0-1 15,2 13 15-15,6 10 7 0,0-1 0 16,4 5-1-16,6-8-10 16,-2-3 0-16,4-2 9 15,1-5-8-15,3-7 9 16,-3-2 1-16,4 0 1 16,-4 0 7-16,-5-2 1 15,3-21 3-15,2 1-1 16,-6-8 4-16,4-2 5 15,-8-4-7-15,-3 0-5 16,0 4 16-16,-9 3-9 16,-3-1-2-16,0 4-11 15,0 3-1-15,0 4-1 16,-15 2-19-16,-2 4-16 0,2 4-24 16,0 7-31-16,3 2-24 15,7 0-102-15,5 0-459 16</inkml:trace>
          <inkml:trace contextRef="#ctx0" brushRef="#br0" timeOffset="45298.8533">17476 4357 398 0,'0'0'251'0,"0"0"-97"0,0 0-38 15,0 0-18-15,0 0-36 16,0 0-33-16,0 0-6 16,0-2-7-16,0 2-10 15,0 5 9-15,0 22 12 16,0 8 17-16,0 6 6 16,-18 4-8-16,-1 0-16 15,2-3-11-15,-4-7-14 16,1-6 8-16,3-7-9 15,-3-1-12-15,-10-6-41 0,8-2-75 16,5-3-385-16</inkml:trace>
        </inkml:traceGroup>
        <inkml:traceGroup>
          <inkml:annotationXML>
            <emma:emma xmlns:emma="http://www.w3.org/2003/04/emma" version="1.0">
              <emma:interpretation id="{246EBD4C-F086-4AA7-A37D-DAB8EF2E9102}" emma:medium="tactile" emma:mode="ink">
                <msink:context xmlns:msink="http://schemas.microsoft.com/ink/2010/main" type="inkWord" rotatedBoundingBox="21961,5880 24451,5986 24404,7082 21915,6976"/>
              </emma:interpretation>
              <emma:one-of disjunction-type="recognition" id="oneOf14">
                <emma:interpretation id="interp18" emma:lang="" emma:confidence="1">
                  <emma:literal/>
                </emma:interpretation>
              </emma:one-of>
            </emma:emma>
          </inkml:annotationXML>
          <inkml:trace contextRef="#ctx0" brushRef="#br0" timeOffset="47754.2862">20545 4040 552 0,'0'0'174'0,"0"0"76"15,0 0-92-15,0 0-73 16,0 0-25-16,0 0-5 15,0 0-26-15,10-19-29 16,-7 43 8-16,0 20 17 16,2 18 19-16,-5 10 14 15,4 9-23-15,-4 2-1 16,3-5-12-16,4-9-6 16,-2-10-7-16,3-16 0 0,-6-7-2 15,1-14-4 1,-3-9-3-16,0-3 1 0,3-10 5 15,-3 0 4-15,0 0-1 16,0 0 6-16,0 0 7 16,0 0 14-16,0-13-11 15,0-12-24-15,0-9 1 16,-6-3-1-16,-1-5 5 16,4-7-6-16,3-5 0 15,0-5-1-15,0-7-5 16,0 2-1-16,3 0-15 15,14-3 11-15,5 5 11 16,3 6-12-16,5 1 6 16,2 8 4-16,-4 8-4 15,2 9-3-15,-2 11-1 0,-2 6-13 16,-1 10 13 0,-4 3-3-16,1 3 2 0,3 26 11 15,-3 10-1-15,-4 1 2 16,-8 2-1-16,-3-6 1 15,-7-8 0-15,0-2 0 16,0-3 8-16,-25-1-9 16,-7-1 7-16,-8-6-6 15,-7 4 12-15,4-1-12 16,4-5-1-16,-1-4-14 16,8 1-40-16,-1-3-41 15,1-1-5-15,7 1-62 0,10-5-340 0</inkml:trace>
          <inkml:trace contextRef="#ctx0" brushRef="#br0" timeOffset="48348.9379">21608 4089 620 0,'0'0'229'0,"0"0"-154"16,0 0 32-16,0 0-24 15,0 0 14-15,0 0-16 16,-217 153-29-16,178-117-20 15,18-8-16-15,9-2-8 16,9-11-6-16,3 2 7 16,0-7-2-16,3-1-7 15,19 0 0-15,3-1 10 16,5-4-9-16,-5-4 11 16,3 0-5-16,-4 0 8 15,-4 0-9-15,2-17-5 0,-6-2 0 16,3-4-1-1,-4-1-1-15,-2-1 0 0,-1 3-10 16,-5-1 6-16,-4 10 5 16,2 0 8-16,-5 11 0 15,0-2 3-15,0 1 1 16,0 3-6-16,0 0-5 16,0 0 9-16,0 0-9 15,0 0 7-15,0 0-8 16,7 0-13-16,-2 9-1 0,8 13 14 15,0 9 0-15,2-3 2 16,2 0-2 0,1-5 0-16,4 1 0 0,3-9-18 15,5 2-18-15,7-11-22 16,22 1-24-16,-4-7-123 16,-8 0-195-16</inkml:trace>
          <inkml:trace contextRef="#ctx0" brushRef="#br0" timeOffset="49333.1023">22306 4193 532 0,'0'0'245'0,"0"0"-55"15,0 0-75-15,0 0-41 16,0 0-26-16,0 0-28 16,0 0-20-16,-61-9 23 15,15 31 0-15,-5 10 30 16,1 8-11-16,3 1-18 16,14-5-18-16,16-1 3 15,9-3-9-15,8-5 1 16,0 0-1-16,18-8 1 0,19-6 0 15,6-7 12 1,-1-6-12-16,2 0-1 0,-4 0 0 16,-10-10 1-16,-2-12-1 15,-9-6 9-15,-7 2-9 16,-1-2-6-16,-2-4 6 16,-9 2 0-16,3 5 1 15,-3 3 8-15,0 9-8 16,0 5 10-16,0 6-11 15,3 2 0-15,-3 0-23 16,0 13 4-16,5 19 17 16,0 10 2-16,0 9 8 15,2 8 6-15,-4 7 5 16,-3 3-2-16,0 1-2 16,0-1-1-16,0-11-12 15,-15-7 15-15,-1-10-9 16,-4-7 0-16,3-12 4 0,-2-6-11 15,3-9 14-15,-6-5-6 16,0-2 4-16,-8 0-6 16,2 0 6-16,-1 0-11 15,1-9-1-15,3-10 5 16,0-4-5-16,10 1-2 16,3-1-7-16,5-3 8 15,7 3 0-15,0 4-1 16,2-3-9-16,30 3-5 15,6-6 2-15,17 0-6 16,6-1 18-16,10-6-6 16,1-2 1-16,5 0 5 0,-8-2 1 15,-4 4 1-15,-8-4 5 16,-10 2-5-16,-10 5-1 16,-12 3 1-16,-9 0 11 15,-6 1-4-15,-1 5 1 16,-9 1 3-16,0 0-12 15,0 2 0-15,-25 4-9 16,-7 3-7-16,-8 9 15 16,0 1-7-16,4 0 7 15,3 0-7-15,13 5 6 16,3 14-8-16,12 4 0 16,5 3 8-16,0 0-5 15,4 3-5-15,29 1 12 0,10-6 0 16,9 2 0-1,12-2-2-15,6-7-15 0,-1-4-18 16,-7-4-4-16,-9-3-15 16,-16 2-40-16,-20-8-110 15,-9 3-68-15,-8-3-484 16</inkml:trace>
        </inkml:traceGroup>
      </inkml:traceGroup>
    </inkml:traceGroup>
    <inkml:traceGroup>
      <inkml:annotationXML>
        <emma:emma xmlns:emma="http://www.w3.org/2003/04/emma" version="1.0">
          <emma:interpretation id="{21E1A164-A9AE-4DB9-B99A-050296657C4D}" emma:medium="tactile" emma:mode="ink">
            <msink:context xmlns:msink="http://schemas.microsoft.com/ink/2010/main" type="paragraph" rotatedBoundingBox="5324,6596 23353,7667 23208,10107 5179,9036" alignmentLevel="3"/>
          </emma:interpretation>
        </emma:emma>
      </inkml:annotationXML>
      <inkml:traceGroup>
        <inkml:annotationXML>
          <emma:emma xmlns:emma="http://www.w3.org/2003/04/emma" version="1.0">
            <emma:interpretation id="{E21210F1-C8DC-4BB0-AB80-2A85610612C3}" emma:medium="tactile" emma:mode="ink">
              <msink:context xmlns:msink="http://schemas.microsoft.com/ink/2010/main" type="line" rotatedBoundingBox="5324,6596 23353,7667 23278,8939 5249,7868"/>
            </emma:interpretation>
          </emma:emma>
        </inkml:annotationXML>
        <inkml:traceGroup>
          <inkml:annotationXML>
            <emma:emma xmlns:emma="http://www.w3.org/2003/04/emma" version="1.0">
              <emma:interpretation id="{FDD35921-BDEA-432B-949A-F1C6056C4F7D}" emma:medium="tactile" emma:mode="ink">
                <msink:context xmlns:msink="http://schemas.microsoft.com/ink/2010/main" type="inkWord" rotatedBoundingBox="5321,6661 7770,6806 7716,7708 5267,7562"/>
              </emma:interpretation>
              <emma:one-of disjunction-type="recognition" id="oneOf15">
                <emma:interpretation id="interp19" emma:lang="" emma:confidence="1">
                  <emma:literal/>
                </emma:interpretation>
              </emma:one-of>
            </emma:emma>
          </inkml:annotationXML>
          <inkml:trace contextRef="#ctx0" brushRef="#br0" timeOffset="51813.8411">5145 4964 679 0,'0'0'232'0,"0"0"-96"16,0 0-61-16,0 0-30 15,0 0 13-15,0 0 10 16,0 0-19-16,-131 76-15 16,109-60-17-16,7-3-5 15,4-4-4-15,9 0-7 0,2 3 0 16,0 1 0-1,0-2 0-15,0 6-1 0,0 2 0 16,10 0 1-16,5 1-1 16,-2 3 2-16,-1 0-1 15,3-1 0-15,-8-3 0 16,0 5 7-16,-4-4-6 16,-3-1 5-16,0 0-6 15,-3-2 11-15,-19 2-4 16,-10-6 3-16,-3-4-4 15,-5-1-6-15,3-5-1 16,5-3-6-16,-1 0-36 16,4-11-41-16,9-13-83 15,5-3-442-15</inkml:trace>
          <inkml:trace contextRef="#ctx0" brushRef="#br0" timeOffset="52173.2403">5191 5204 620 0,'0'0'196'15,"0"0"-36"-15,0 0-46 16,0 0-50-16,184-28-18 16,-148 11-11-16,-10-6 10 15,-9 5-3-15,-14-1-9 16,-3-4-15-16,0 6-12 15,0 4-6-15,-25 7-9 0,-7 6 2 16,-8 0-6 0,4 10 13-16,-3 18 0 0,6 8 11 15,8 0 4-15,11-1 1 16,9 1-6-16,5-8-1 16,0-5-1-16,34-1 7 15,12-7 1-15,13-6 1 16,15-9-17-16,2 0-16 15,0 0-27-15,-11-6-24 16,-1-21-37-16,-28 8-181 16,-7-1-352-16</inkml:trace>
          <inkml:trace contextRef="#ctx0" brushRef="#br0" timeOffset="52516.8019">5840 5178 557 0,'0'0'213'15,"0"0"37"-15,0 0-95 16,4 176-49-16,-4-118-27 16,0-5-18-16,0-8-17 15,0-8-9-15,0-10-6 16,0-9-5-16,0-9-6 15,0-5-1-15,-4-4 21 16,-1 0 20-16,4 0 8 0,-8-4-28 16,6-18-25-16,3-11-1 15,0-11-12-15,0-5-1 16,23-7-6-16,24-10-7 16,2 1-7-16,13-3-8 15,3 5-22-15,2 10-15 16,20 0-41-16,-19 16-47 15,-9 15-254-15</inkml:trace>
          <inkml:trace contextRef="#ctx0" brushRef="#br0" timeOffset="50798.4876">3894 4923 735 0,'0'0'190'16,"0"0"-107"-16,0 0-11 0,0 0-24 16,0 0-14-1,0 0 18-15,0 0 3 0,0 68 8 16,0-32-1-16,0 2-8 15,0 11-11-15,0 0-2 16,0 5 0-16,0-1-8 16,0-5-5-16,0-1-12 15,0-9-10-15,0-8 0 16,0-10-6-16,0-3 7 16,0-7-7-1,0-3-11-15,0-7-68 0,20 0-42 16,10-13-44-16,-2-17-482 0</inkml:trace>
          <inkml:trace contextRef="#ctx0" brushRef="#br0" timeOffset="51407.744">4178 5266 584 0,'0'0'104'0,"0"0"25"0,0 0 47 15,0 0-59-15,0 167-50 16,0-156-15-16,0-3-6 15,0-8 9-15,0 0 24 16,3 0 3-16,1-4-16 16,11-19-50-16,-2-5-15 15,7-8 5-15,4-7-4 16,1-3 0-16,5-5-1 16,-2-2 4-16,1 3-5 0,-1 1 0 15,-3 7-1 1,0 11 1-16,-5 9 0 0,0 12 1 15,-5 10 4-15,7 0-5 16,0 0-8-16,5 23 7 16,-4 8 1-16,2 5 10 15,-3-4 1-15,-4 0 1 16,-6-6-11-16,5-5 1 16,-7-1 4-16,-2-5-6 15,-1 2-7-15,3-7-47 16,-3 3-24-16,13-7-32 15,-4 1-38-15,3-7-232 0</inkml:trace>
          <inkml:trace contextRef="#ctx0" brushRef="#br0" timeOffset="50985.971">4265 4640 929 0,'0'0'193'0,"0"0"-87"16,0 0-16-16,0 0-19 15,0 0-36-15,0 0-19 16,0 0-16-16,17-32-6 16,-17 32-53-16,0 0-67 15,0 0-410-15</inkml:trace>
        </inkml:traceGroup>
        <inkml:traceGroup>
          <inkml:annotationXML>
            <emma:emma xmlns:emma="http://www.w3.org/2003/04/emma" version="1.0">
              <emma:interpretation id="{D2669473-506E-4CF8-93B2-93391440D430}" emma:medium="tactile" emma:mode="ink">
                <msink:context xmlns:msink="http://schemas.microsoft.com/ink/2010/main" type="inkWord" rotatedBoundingBox="8151,6883 10929,7048 10861,8201 8083,8036"/>
              </emma:interpretation>
              <emma:one-of disjunction-type="recognition" id="oneOf16">
                <emma:interpretation id="interp20" emma:lang="" emma:confidence="1">
                  <emma:literal/>
                </emma:interpretation>
              </emma:one-of>
            </emma:emma>
          </inkml:annotationXML>
          <inkml:trace contextRef="#ctx0" brushRef="#br0" timeOffset="53334.1082">6740 4889 725 0,'0'0'228'0,"0"0"-130"16,0 0-17-16,0 0-5 15,0 0 3-15,0 0 10 16,0 0-14-16,32 210-8 0,-32-146 0 16,0 3-19-16,-14-3-10 15,8-1-13-15,6-8-12 16,0-6-3-16,0-8 3 16,6-5-12-16,16-6 9 15,3-3 3-15,5-4-5 16,-1-8 3-16,3 2-5 15,-4-8 0-15,5-3-4 0,3-6-2 16,0 0-21-16,8 0-15 16,3-2-27-16,-2-20-22 15,18-24-38-15,-13 6-53 16,-6 0-384-16</inkml:trace>
          <inkml:trace contextRef="#ctx0" brushRef="#br0" timeOffset="53568.4341">6830 5144 689 0,'0'0'300'0,"0"0"-148"15,0 0-62-15,0 0-28 16,0 0-42-16,0 0-18 15,0 0 4-15,199-36-5 16,-142 29-1-16,17 5-46 16,-21 2-80-16,-6 0-267 0</inkml:trace>
          <inkml:trace contextRef="#ctx0" brushRef="#br0" timeOffset="53974.5852">7447 5401 479 0,'0'0'127'0,"0"0"4"0,0 0-14 16,0 0-10-16,224 19-26 16,-163-19-27-16,1-8-8 15,-6-11-11-15,-9-7-8 16,-7-2 4-16,-15-2-5 15,-6-3-9-15,-16 1 3 16,-3 0-4-16,0-2-10 16,-13 9 3-16,-17 8-8 15,-9 8-1-15,-4 9 0 16,-4 0-1-16,0 8-1 16,7 16 2-16,10 8 28 0,3 4-9 15,12-4-2-15,10 3 1 16,5 0-4-16,0-3-2 15,20 0 1-15,15-5 1 16,12-7-2-16,7-3-12 16,7-4-24-16,8-13-31 15,3 0-45-15,18 0-90 16,-15-9-177-16,-13-12-356 0</inkml:trace>
          <inkml:trace contextRef="#ctx0" brushRef="#br0" timeOffset="54443.2248">8469 5329 449 0,'0'0'208'0,"0"0"-101"16,0 0 78-16,0 0-15 15,0 0-38-15,-211 190-41 16,165-135-37-16,17-5-31 16,14-11-14-16,15-3-2 15,0-12-5-15,15-1 12 16,20-10 17-16,14-9-7 15,1-4-6-15,2 0-8 16,-7-10-7-16,-7-16-2 16,-7-10 1-16,-6-1 5 15,-7-10 0-15,-8-1-7 16,-3-9-1-16,1-5-12 0,-8-2 3 16,0 0 9-1,0-4 1-15,0 2 0 0,0 6 8 16,0 1 0-16,-8 9 9 15,4 11-2-15,-2 14-14 16,6 9 15-16,0 6 13 16,0 6-3-16,0 4-5 15,0 0-21-15,0 0-9 16,0 30-1-16,0 16 10 16,0 13 19-16,0 12 1 15,0 3 5-15,3 1-6 16,4-3-9-16,4-4-4 15,-1-11-5-15,2-1-1 16,2-11-70-16,16 1-56 16,-2-18-64-16,4-11-367 0</inkml:trace>
          <inkml:trace contextRef="#ctx0" brushRef="#br0" timeOffset="54803.518">9253 5663 329 0,'0'0'687'0,"0"0"-561"15,0 0-49-15,0 0 1 0,0 0-1 16,0 0-22-16,0 0-16 15,51-17-7-15,-23 12 6 16,2 1 6-16,-8 4-18 16,1 0-16-16,1 19 7 15,-8 16 11-15,-1 7-2 16,-8 7-1-16,-7 0-6 16,0-3-7-16,-3-7-5 15,-29-3-6-15,-10-8 1 16,-6-1-2-16,-6-3-43 15,-23 6-56-15,17-4-67 16,10-7-188-16</inkml:trace>
        </inkml:traceGroup>
        <inkml:traceGroup>
          <inkml:annotationXML>
            <emma:emma xmlns:emma="http://www.w3.org/2003/04/emma" version="1.0">
              <emma:interpretation id="{05AB3121-803B-49ED-936A-81CC11A3ED8F}" emma:medium="tactile" emma:mode="ink">
                <msink:context xmlns:msink="http://schemas.microsoft.com/ink/2010/main" type="inkWord" rotatedBoundingBox="11731,7161 14976,7354 14920,8301 11675,8108"/>
              </emma:interpretation>
              <emma:one-of disjunction-type="recognition" id="oneOf17">
                <emma:interpretation id="interp21" emma:lang="" emma:confidence="1">
                  <emma:literal/>
                </emma:interpretation>
              </emma:one-of>
            </emma:emma>
          </inkml:annotationXML>
          <inkml:trace contextRef="#ctx0" brushRef="#br0" timeOffset="65074.7603">11265 5899 584 0,'0'0'149'0,"0"0"-68"0,0 0 42 15,0 0-21-15,203-59-35 16,-178 36-8-16,-4-3-14 15,-11 0 7-15,-6-2-8 16,-4-1-14-16,0 3-17 16,-25 0-13-16,-14 7-6 15,-9 9 5-15,-2 10-1 16,3 0 2-16,8 6-2 16,6 24-5-16,11 6 6 15,12 7 0-15,10 6 1 16,0 0 1-16,13 1 7 15,24-5 0-15,10-5 4 16,3-8 5-16,4-8 12 16,-2-7-3-16,-2-8-10 0,-7-1 3 15,-4-8-4-15,-1 0-9 16,-3 0 1-16,4-17 0 16,1-9-6-16,7-6 9 15,-1-6-9-15,1-5 8 16,-3-9-8-16,-1-1-1 15,1-5 8-15,-4 2-7 16,-5-7 0-16,-3-3 0 16,-2 5 2-16,-5-1 3 15,-8 4-5-15,-6 9 14 16,-2 7 2-16,-3 6 4 16,-6 13 3-16,4 7-5 0,-4 6-13 15,0 6 9-15,0 4-14 16,0 0-1-16,0 0-16 15,0 21-10-15,-10 24 16 16,-5 14 9-16,-10 19 1 16,3 3 18-16,7 5-5 15,3-2-7-15,12-11 2 16,0-5-2-16,5-10-4 16,17-8-1-16,10-10 8 15,4-12-8-15,1-9 0 16,12-10 1-16,1-5-2 15,5-4-2-15,-5 0-44 16,-6-15-33-16,-4-29-21 16,-20 9-50-16,-8-1-337 0</inkml:trace>
          <inkml:trace contextRef="#ctx0" brushRef="#br0" timeOffset="65277.8018">12001 5438 755 0,'0'0'289'16,"0"0"-184"-16,0 0-19 15,0 0-40-15,0 0-16 16,0 0-11-16,0 0-6 16,231-22-12-16,-163 12-1 0,29-3-49 15,-15 4-64 1,-13-1-251-16</inkml:trace>
          <inkml:trace contextRef="#ctx0" brushRef="#br0" timeOffset="65762.1187">12924 5663 646 0,'0'0'173'16,"0"0"21"-16,0 0-71 0,0 164-55 15,0-118-13-15,18-10-7 16,3-6 2-16,9-8 0 16,1-5-1-16,1-7-14 15,8-8-13-15,-3-2-11 16,2 0 1-16,-3-2 1 15,-4-19-4-15,-7-7-2 16,0-8 5-16,-6-3-11 16,-1-4 0-16,-6 0 11 15,-9-2-5-15,0 7-4 16,1 2 6-16,-4 14-2 16,0 5 0-16,0 7 8 15,0 10-12-15,0 0-3 0,0 0-25 16,0 31 16-1,0 4 9-15,0 7 10 0,0 3-4 16,7 0 9-16,4-4-9 16,4-4 1-16,2-1-1 15,1-10-6-15,1 1 0 16,-2-12-1-16,-2-2-56 16,1-4-32-16,1-5-27 15,-4-2-71-15,-1-2-432 0</inkml:trace>
          <inkml:trace contextRef="#ctx0" brushRef="#br0" timeOffset="64324.4026">10770 5438 377 0,'0'0'137'16,"0"0"-71"-16,0 0-10 0,0 0-5 16,0 0-14-16,0 0-9 15,0 0-14-15,0 0-1 16,0 0-3-16,0 0-2 16,0 0 0-16,0 0 3 15,0 0-11-15,0 0-1 16,-10 0 1-16,-7 0 6 15,-6 0 11-15,-2 0 12 16,-2 0 16-16,4 0-16 16,-2 2 10-16,3 2-21 15,0 0-5-15,4 0 0 16,8-3 8-16,-2 3-3 16,5 0 1-16,-1 0-10 15,6-2-8-15,-1 1 4 16,-4 3-4-16,-1 5-1 0,1 4 7 15,-4 2-6-15,4 2 0 16,0 4 9-16,0-2-9 16,7-2-1-16,0-2 2 15,0-6-1-15,0 6 15 16,0-4-16-16,24 6 1 16,1 2 57-16,12 0-24 15,3 1-8-15,-2 8-7 16,2-3-3-16,-6-3-3 15,-9 6-12-15,-3-3-1 16,-11-4 0-16,-6 0 1 16,-5-5 7-16,0 3-7 15,0-6 5-15,-10 2-5 16,-26-2 28-16,-13-2-4 16,-3-3-11-16,-6-3-5 0,4-7-3 15,1 0-5-15,6 0 0 16,7-7-1-16,3-12-1 15,9-7-17-15,9 1-9 16,16-5-21-16,3-21-58 16,22 3-215-1,14 3-395-15</inkml:trace>
        </inkml:traceGroup>
        <inkml:traceGroup>
          <inkml:annotationXML>
            <emma:emma xmlns:emma="http://www.w3.org/2003/04/emma" version="1.0">
              <emma:interpretation id="{0E808709-593E-419F-AD97-EA7B3D65E1BF}" emma:medium="tactile" emma:mode="ink">
                <msink:context xmlns:msink="http://schemas.microsoft.com/ink/2010/main" type="inkWord" rotatedBoundingBox="15345,7445 16890,7537 16834,8493 15288,8401"/>
              </emma:interpretation>
              <emma:one-of disjunction-type="recognition" id="oneOf18">
                <emma:interpretation id="interp22" emma:lang="" emma:confidence="1">
                  <emma:literal/>
                </emma:interpretation>
              </emma:one-of>
            </emma:emma>
          </inkml:annotationXML>
          <inkml:trace contextRef="#ctx0" brushRef="#br0" timeOffset="66574.37">14772 5420 776 0,'0'0'240'0,"0"0"-150"0,0 0-41 16,0 0 18-16,0 0 20 16,0 0-18-16,0 0 2 15,-27 175-7-15,22-116-7 16,2-1-2-16,3 2-4 16,0 4-6-16,0-1-5 15,8-1-8-15,9-5-10 16,1-8-15-16,-4-6 3 15,1-6-8-15,-9-13-2 16,3-7-27-16,-9-4-65 16,0-9-52-16,0-2-36 15,0-2-308-15</inkml:trace>
          <inkml:trace contextRef="#ctx0" brushRef="#br0" timeOffset="66956.3759">15217 6044 829 0,'0'0'185'16,"0"0"-70"-16,0 0 2 15,0 0-32-15,0 0-38 0,0 0-5 16,0 0 6-16,144-6-5 16,-118 6-9-16,1 6-17 15,-7 20-5-15,-15 6-11 16,-5 9 11-16,0-2-3 15,0-3 1-15,-32 0 1 16,-14-8 0-16,-13-3-11 16,-10-5-19-16,-34 7-80 15,13-5-70-15,18-7-475 0</inkml:trace>
          <inkml:trace contextRef="#ctx0" brushRef="#br0" timeOffset="66012.0056">13911 5831 804 0,'0'0'211'0,"0"0"-91"15,0 0-31-15,0 0-21 16,0 0-22-16,0 0-13 16,195-17-18-16,-151 11-5 15,3-1-10-15,-12 5-21 16,-10-2-34-16,-10 4-38 16,-15 0-157-16,0 0-70 15,-18 0 11-15</inkml:trace>
          <inkml:trace contextRef="#ctx0" brushRef="#br0" timeOffset="66183.8821">13988 5944 342 0,'0'0'131'0,"0"0"-14"15,0 0 19-15,0 0-32 16,0 0 0-16,0 0 23 16,0 0-34-16,25 31-40 15,0-28-24-15,5-3-10 16,8 0-19-16,1 0-9 15,4 0-41-15,12 0-92 16,-13-17-95-16,-2 0-398 0</inkml:trace>
        </inkml:traceGroup>
        <inkml:traceGroup>
          <inkml:annotationXML>
            <emma:emma xmlns:emma="http://www.w3.org/2003/04/emma" version="1.0">
              <emma:interpretation id="{70135B68-DF60-43E9-B2AB-272B66491A93}" emma:medium="tactile" emma:mode="ink">
                <msink:context xmlns:msink="http://schemas.microsoft.com/ink/2010/main" type="inkWord" rotatedBoundingBox="17674,7491 20253,7644 20191,8688 17612,8535"/>
              </emma:interpretation>
              <emma:one-of disjunction-type="recognition" id="oneOf19">
                <emma:interpretation id="interp23" emma:lang="" emma:confidence="1">
                  <emma:literal/>
                </emma:interpretation>
              </emma:one-of>
            </emma:emma>
          </inkml:annotationXML>
          <inkml:trace contextRef="#ctx0" brushRef="#br0" timeOffset="68065.4884">16374 5676 527 0,'0'0'138'0,"0"0"-37"15,0 0 83-15,0 0-56 16,0 0-31-16,0 0-40 16,0 0 5-16,75-106-8 15,-56 97-11-15,6 7-17 16,6-6-10-16,13 8-3 15,3 0-5-15,6 4 3 16,-1 29 11-16,-2 8 3 16,-11 12-5-16,-9 5-4 15,-13 1-6-15,-9-9-8 0,-8-3 8 16,0-12-3 0,0-5-6-16,-33-11 9 0,-9-2-2 15,-17-6 6 1,-9-3 4-16,-4-6-10 0,3 2-8 15,6-4-45-15,14 0-25 16,9 0-17-16,28 0-26 16,7-10-58-16,5 1-203 0</inkml:trace>
          <inkml:trace contextRef="#ctx0" brushRef="#br0" timeOffset="68440.4101">17280 5808 561 0,'0'0'217'0,"0"0"-55"16,0 0 1-16,0 0-86 15,2 204-19-15,30-162-11 16,15-9 17-16,8-4-23 15,8-12-15-15,3-12 10 16,-5-5-14-16,-4 0-10 16,-10-2-2-16,-10-22-3 15,-15-4 5-15,-16-2-2 16,-6-2 10-16,0-2-11 16,-21-2-9-16,-18 0 0 15,-8 6 0-15,-8 8-1 16,2 11-6-16,2 7 6 0,8 4-12 15,6 0 4-15,9 0-35 16,8 4-17-16,20 10-24 16,0-4-49-16,0-3-412 15</inkml:trace>
          <inkml:trace contextRef="#ctx0" brushRef="#br0" timeOffset="68737.2398">17966 5944 738 0,'0'0'220'0,"0"0"-90"0,0 0 13 15,22 172-69-15,-4-123-19 16,1-9-8-16,-1-12 8 15,-3-7-4-15,-5-6-18 16,-3-8-5-16,-4-1-18 16,0-6-9-16,-3 0-1 15,0 0-7-15,0 0-34 16,0 0-25-16,0 0-56 16,0-6-269-16</inkml:trace>
          <inkml:trace contextRef="#ctx0" brushRef="#br0" timeOffset="68924.8971">18292 5542 758 0,'0'0'192'0,"0"0"-56"16,0 0-59-16,0 0-64 15,0 0-13-15,0 0-104 16,0 0-132-16,25-4-169 0</inkml:trace>
          <inkml:trace contextRef="#ctx0" brushRef="#br0" timeOffset="67706.1996">16250 5765 575 0,'0'0'198'15,"0"0"23"-15,0 0-65 16,0 0-61-16,0 0-25 15,0 0-24-15,0 0-17 16,-3-10-20-16,3 42 5 16,0 17 26-16,0 14 5 15,0 9-2-15,12 9-6 16,13-4-11-16,-4 1-3 0,4-12-5 16,-6-10-4-16,-6-9-12 15,-1-11 5-15,-5-11-7 16,-7-4 0-16,3-12-23 15,-3-5-33-15,0-4 10 16,0 0 12-16,0 0-14 16,0-11-50-16,0-27-2 15,0 5-162-15,0-6-141 0</inkml:trace>
          <inkml:trace contextRef="#ctx0" brushRef="#br0" timeOffset="69316.2244">18374 6110 649 0,'0'0'121'0,"0"0"58"16,0 0-60-16,0 0-47 15,0 0-21-15,0 0-15 16,0 0 0-16,0 127 34 16,0-127 11-16,0-6-40 15,0-18-24-15,12-8-15 16,8-7 0-16,10-4 5 0,2-6-7 15,8 4-8-15,0 0 8 16,-5 13 1-16,-7 6 7 16,-2 14 2-16,-5 12-4 15,1 0-5-15,-4 12-1 16,-3 27 0-16,-1 6 1 16,-6 4 12-16,-1-2-6 15,0-4 2-15,-7-6-8 16,3-9 7-16,-3-7-8 15,5-8-24-15,-3-3-44 16,16-10-54-16,-3 0-181 16,0 0-602-16</inkml:trace>
        </inkml:traceGroup>
        <inkml:traceGroup>
          <inkml:annotationXML>
            <emma:emma xmlns:emma="http://www.w3.org/2003/04/emma" version="1.0">
              <emma:interpretation id="{FC9AF1CA-CA9B-419F-B09F-1DC8C0F54915}" emma:medium="tactile" emma:mode="ink">
                <msink:context xmlns:msink="http://schemas.microsoft.com/ink/2010/main" type="inkWord" rotatedBoundingBox="20545,7500 23353,7667 23290,8738 20482,8572"/>
              </emma:interpretation>
            </emma:emma>
          </inkml:annotationXML>
          <inkml:trace contextRef="#ctx0" brushRef="#br0" timeOffset="69799.4521">19120 5742 1011 0,'0'0'177'0,"0"0"-109"16,0 0-36-16,0 0-12 15,259 23-20-15,-135-6-58 16,-12-12-434-16</inkml:trace>
          <inkml:trace contextRef="#ctx0" brushRef="#br0" timeOffset="69643.2418">19269 5476 553 0,'0'0'513'16,"0"0"-448"-16,0 0 35 16,0 0-2-16,0 0-16 15,-39 225-8-15,26-150-12 16,6-2-1-16,0 9-3 0,7-5-17 15,0-5-19 1,0-5-6-16,0-13-3 0,0-9-12 16,0-15 9-16,0-9-10 15,19-4 0-15,4-11 1 16,7-2-1-16,14-4-2 16,6 0-55-16,9-6-43 15,1-45-44-15,-10-2-67 16,-13 1-608-16</inkml:trace>
          <inkml:trace contextRef="#ctx0" brushRef="#br0" timeOffset="70674.246">19714 6133 72 0,'0'0'504'0,"0"0"-354"0,0 0 38 16,0 0-17-16,0 0-50 16,0 0-24-16,0 0-23 15,220 23-11-15,-168-23-24 16,-8 0-6-16,-11-7-7 16,-1-13-10-16,-9 3-8 0,-1-6-1 15,-9 1-6-15,-11-1 7 16,-2-3-8-16,0 5 0 15,-15 2-1-15,-20 6-9 16,-7 6-2-16,4 7 5 16,-4 0 0-16,2 26-6 15,6 8 11-15,12 13 1 16,7 4-6-16,15 4 1 16,0 2 6-16,24-7 9 15,19-1-9-15,14-7 1 16,8-7-1-16,4-7-2 15,6-11-35-15,32-15-39 16,-15-2-72-16,-17 0-408 0</inkml:trace>
          <inkml:trace contextRef="#ctx0" brushRef="#br0" timeOffset="71096.0794">20685 6256 776 0,'0'0'258'16,"0"0"-73"-16,0 0-74 15,-7 202-32-15,7-157-17 16,0-9-2-16,0-12-5 16,0-7-16-16,7-7-7 15,-4-7-8-15,1-3 9 16,2 0 17-16,3 0-2 0,1-16-36 15,2-13 1-15,1-6-12 16,2-11 1-16,0-7-1 16,2-11 1-16,5-4-2 15,3-13 1-15,11-1 0 16,5 5 0-16,5 2 6 16,11 15-7-16,8 2 1 15,7 10-1-15,14 10-6 16,2 2 6-16,6 8 0 15,3 2 0-15,0 3 0 16,-3 2-1-16,-11 6-7 16,-19 2-5-16,-12 7-35 0,-17 3-32 15,-32 3-53 1,-3 0-70-16,0 15-378 0</inkml:trace>
        </inkml:traceGroup>
      </inkml:traceGroup>
      <inkml:traceGroup>
        <inkml:annotationXML>
          <emma:emma xmlns:emma="http://www.w3.org/2003/04/emma" version="1.0">
            <emma:interpretation id="{FD7840C7-D9A8-4CC5-A482-DECCF2962BC6}" emma:medium="tactile" emma:mode="ink">
              <msink:context xmlns:msink="http://schemas.microsoft.com/ink/2010/main" type="line" rotatedBoundingBox="6880,8064 14335,8708 14254,9646 6799,9003"/>
            </emma:interpretation>
          </emma:emma>
        </inkml:annotationXML>
        <inkml:traceGroup>
          <inkml:annotationXML>
            <emma:emma xmlns:emma="http://www.w3.org/2003/04/emma" version="1.0">
              <emma:interpretation id="{57789B61-B892-42EB-AEA4-FE5BC18B5BE5}" emma:medium="tactile" emma:mode="ink">
                <msink:context xmlns:msink="http://schemas.microsoft.com/ink/2010/main" type="inkWord" rotatedBoundingBox="6860,8296 9745,8545 9690,9179 6805,8929"/>
              </emma:interpretation>
              <emma:one-of disjunction-type="recognition" id="oneOf20">
                <emma:interpretation id="interp24" emma:lang="" emma:confidence="1">
                  <emma:literal/>
                </emma:interpretation>
              </emma:one-of>
            </emma:emma>
          </inkml:annotationXML>
          <inkml:trace contextRef="#ctx0" brushRef="#br0" timeOffset="72548.8386">5442 6354 438 0,'0'0'215'0,"0"0"-87"15,0 0-30-15,0 0-35 16,0 0 59-16,0 0 14 15,0 0-57-15,15 172 3 16,-15-108-21-16,0 0-23 0,0-5-9 16,0-6-6-16,0-14-1 15,0-13-10-15,0-10-2 16,0-7-4-16,0-5-5 16,0-4 18-16,0 0 13 15,0 0 13-15,0 0-4 16,0-12-22-16,0-8-18 15,12-10-1-15,5-6-1 16,8-6 1-16,12-7-15 16,3-4 1-16,3 6 5 15,-1 6 8-15,5 5-5 16,-4 13 6-16,1 12-1 0,3 11-12 16,-4 0 0-1,1 21 12-15,-8 14 1 16,-7 1 1-16,-16-2 8 0,-1 2-9 15,-12-4 6-15,0-6 1 16,0-4-1-16,0-11-5 16,0-4 1-16,0-3 5 15,0-4 3-15,0 0 2 16,0 0 2-16,5 0 2 16,8-7-11-16,1-17-5 15,11-8-1-15,5-4 1 16,2-3-1-16,-1 5-6 15,6 2 7-15,-5 6 0 16,-2 5 0-16,-5 15-6 16,-3 6-7-16,-5 0 2 0,1 0 10 15,0 14-11-15,1 12 11 16,-1-3 1-16,-4 1 1 16,1-5 0-16,-2 1-1 15,2-6-15-15,2-5-34 16,3 0-27-16,0-3-13 15,10-2-2-15,17-4-44 16,-9 0-164-16,-1 0-100 0</inkml:trace>
          <inkml:trace contextRef="#ctx0" brushRef="#br0" timeOffset="73458.5324">6788 6577 418 0,'0'0'279'15,"0"0"-17"-15,0 0-104 0,0 0-102 16,0 0-43-1,0 0 15-15,0 0 41 0,0 65-2 16,0-33-6-16,0 1-23 16,11-1-8-16,14-5-2 15,8-9-2-15,6-1 10 16,1-7-8-16,-2-6-6 16,-1-4-5-16,-12 0-6 15,-7 0 3-15,-11-14 9 16,-7-8-15-16,0-8-8 0,-13-6-8 15,-27-3-9-15,-6 0-12 16,-9-1 4-16,5 8 12 0,8 4 11 16,0 9-5-16,14 6 6 15,6 6 1 1,9 1-1 0,8 6 0-16,5 0 1 0,0 0 0 15,0 0-9-15,0 0-1 16,0-4-2-16,25 4 2 15,17-2 10-15,6-5 1 16,14 3 7-16,-2-2-7 16,6-1 1-16,2 1-1 15,-3 1 0-15,1-3 0 16,-10 4-1-16,-5 4 1 16,-11 0 1-16,-15 0-2 15,-5 21 0-15,-5 11 2 16,-7 8 9-16,-4 1-4 15,1 0 2-15,-5-5-1 16,1-4 0-16,8-8-8 0,-3-4 2 16,1-10-2-16,5-5 0 15,-6-1 0-15,6-4 12 16,2 0-1-16,4 0 0 16,4 0 0-16,3-6-4 15,0-18-5-15,0 0-2 16,0 2 6-16,-3-3-6 15,-1 1 1-15,-5 5 1 16,-6 4-1-16,-2 8 5 16,-5 3-6-16,1 4-8 0,-1 0-12 15,9 0 2-15,4 22 17 16,6 1 1-16,7 1 1 16,6-1 6-16,6-4-5 15,8 1-2-15,3-11 10 16,1-5-9-16,6-4 5 15,-2 0-5-15,-5 0 6 16,-14-13 3-16,-5-7-3 16,-7-3 9-16,-13-3-7 15,-5-2-7-15,-8-6 5 0,0 4-7 16,0-4 0-16,-30 11 9 16,-2 4-2-16,-8 12-7 15,2 7-10-15,1 0 9 16,2 17-5-16,8 9 6 15,10 2-1-15,9 1 1 16,8 4-2-16,0-1-6 16,22 4 7-16,58 20-44 15,-5-13-80-15,2-7-190 0</inkml:trace>
        </inkml:traceGroup>
        <inkml:traceGroup>
          <inkml:annotationXML>
            <emma:emma xmlns:emma="http://www.w3.org/2003/04/emma" version="1.0">
              <emma:interpretation id="{9959DE6C-94AF-4B54-9192-A17D609E173D}" emma:medium="tactile" emma:mode="ink">
                <msink:context xmlns:msink="http://schemas.microsoft.com/ink/2010/main" type="inkWord" rotatedBoundingBox="10504,8377 14335,8708 14254,9646 10423,9316"/>
              </emma:interpretation>
              <emma:one-of disjunction-type="recognition" id="oneOf21">
                <emma:interpretation id="interp25" emma:lang="" emma:confidence="1">
                  <emma:literal/>
                </emma:interpretation>
              </emma:one-of>
            </emma:emma>
          </inkml:annotationXML>
          <inkml:trace contextRef="#ctx0" brushRef="#br0" timeOffset="74270.2759">9454 6724 481 0,'0'0'307'0,"0"0"-98"0,0 0-84 16,0 0-54-16,0 0-18 15,0 0-8-15,0 0-1 16,-70-22 11-16,26 22 3 16,-11 2-6-16,-5 28-1 15,1 11-9-15,6 8-7 16,9 2-19-16,19-6-6 15,22-2-9-15,3-10 0 16,7-10-1-16,40-10 0 16,14-13 11-16,18 0 8 15,8-10-8-15,-2-20-11 0,-11-6-9 16,-17-2 2 0,-17 2 7-16,-15-3-1 15,-13 1-7-15,-12-1-8 0,0-1-13 16,0 3 16-16,-9 13 13 15,-1 3 0-15,4 16 8 16,6 5-8-16,0 0-11 16,0 5-7-16,0 25 18 15,13 9 12-15,9 0-6 16,3 1 4-16,3-4-9 16,6-12-1-16,1-1 0 15,5-14-27-15,32-9-56 16,-10 0-71-16,-12-2-435 0</inkml:trace>
          <inkml:trace contextRef="#ctx0" brushRef="#br0" timeOffset="74997.5273">10148 6586 755 0,'0'0'185'16,"0"0"10"-16,0 0-66 15,0 0-37-15,0 206-9 16,0-138 0-16,3-1-16 16,4 6-9-16,-4-9-10 0,6-6-8 15,-6-7-4-15,4-4-7 16,0-11-11-16,-2-3-2 15,-5-11-7-15,3-7-2 16,-3-3-7-16,0-7 6 16,0-5-5-16,0 0 5 15,0 0 6-15,0 0-2 16,0 0 5-16,3 0-2 16,7-13-10-16,9-15-3 15,9-16-18-15,16-11-8 16,6-11 1-16,8 2 5 15,4 0-1-15,-5 1 1 16,-3 14 8-16,-11 12 5 16,-15 10 6-16,-13 18 0 15,-3 9-8-15,-5 0-7 0,3 4 0 16,2 24 14-16,-2 11 2 16,5 3 0-16,0-1 0 15,1 7 2 1,10-10 8-16,4-6-3 0,8-6-7 15,7-3 9 1,14-10 1-16,8-11-3 0,1-2 4 16,1 0-10-16,-6-10 7 15,-7-12-8-15,-10-6 1 16,-10-1 0-16,-11-6-1 0,-10-1-6 0,-15-1 0 16,0 1-7-1,-17 4 7-15,-23 10-1 0,-12 11-1 16,-2 11 2-16,1 0-5 15,3 22 9-15,6 18 1 16,11-1 1-16,14 0 0 16,16-4 0-16,3-1 1 15,10-5-2-15,27-9-5 16,18-5-5-16,17-9-21 16,50-6-97-16,-12 0-85 15,-18 0-384-15</inkml:trace>
          <inkml:trace contextRef="#ctx0" brushRef="#br0" timeOffset="75934.7654">11896 7009 590 0,'0'0'300'0,"0"0"-67"0,0 0-87 16,0 0-50-16,-203 145-31 15,175-113-26-15,13-2-14 16,11-3-8-16,4-4-1 16,0-4 2-16,12-6-4 15,12-4-1-15,2-5-5 0,3-4-1 16,-4 0-6 0,2 0-1-16,-7-9-1 0,-4-14 0 15,4-8-12-15,-4-1 1 16,-3-7 3-16,2-3-14 15,-8 3 6-15,-4 5 16 16,2 8 1-16,-5 9 16 16,0 3-5-16,0 11-3 15,0 1-8-15,0 2-1 16,0 0-11-16,0 0 7 16,0 5 5-16,3 16 18 15,7-2-4-15,9 0-5 16,6 2-8-16,12-6 6 15,13-2-7-15,8-6-28 16,13-7-23-16,5 0-13 0,3 0 15 16,-4 0 7-1,-3-4-12-15,-5-5 8 0,-8-2-11 16,-11 1 27-16,-13 1 30 16,-5 0 3-16,-16 3 35 15,-6 2 28-15,-8 4 1 16,0 0-11-16,-15 0-35 15,-28 15-2-15,-23 21 37 16,-2 5-6-16,4 3-21 16,9 1-12-16,17-5-7 15,19-8-9-15,18-4-1 16,1-1 6-16,11-8 1 16,29-2 9-16,4-8 0 15,4-5-8-15,1-4-7 16,-7 0 0-16,-9-12 6 0,1-8-1 15,-9-10-5-15,-4-6 1 16,-2-6-1-16,-4-7 6 16,-3-4-7-16,-1-4 0 15,-2-5 1-15,-6-5 0 16,0-2 0-16,-3-1 5 16,5 6 1-16,-5 10 5 15,0 8 5-15,0 14 8 16,0 11-6-16,0 12 6 15,0 9-6-15,0 0-19 16,0 0-8-16,0 13 3 16,-11 23 5-16,-1 10 29 0,2 12-6 15,2 0-1-15,8 1-10 16,0-1-3-16,0-6-8 16,3 0 0-16,12-6 8 15,8-9-9-15,-6 3-9 16,5-10-39-16,-9-6-54 15,2-3-12-15,-5-5-21 16,-10-5-22-16,0-5-183 16,0-6-254-16</inkml:trace>
        </inkml:traceGroup>
      </inkml:traceGroup>
    </inkml:traceGroup>
    <inkml:traceGroup>
      <inkml:annotationXML>
        <emma:emma xmlns:emma="http://www.w3.org/2003/04/emma" version="1.0">
          <emma:interpretation id="{3646D018-B2F7-42DE-B5DE-60FA7749F5BD}" emma:medium="tactile" emma:mode="ink">
            <msink:context xmlns:msink="http://schemas.microsoft.com/ink/2010/main" type="paragraph" rotatedBoundingBox="2045,8910 24940,9896 24862,11704 1967,10718" alignmentLevel="2"/>
          </emma:interpretation>
        </emma:emma>
      </inkml:annotationXML>
      <inkml:traceGroup>
        <inkml:annotationXML>
          <emma:emma xmlns:emma="http://www.w3.org/2003/04/emma" version="1.0">
            <emma:interpretation id="{2433D6C6-32BB-409A-8258-F29BDFF41D8D}" emma:medium="tactile" emma:mode="ink">
              <msink:context xmlns:msink="http://schemas.microsoft.com/ink/2010/main" type="line" rotatedBoundingBox="2045,8910 24940,9896 24862,11704 1967,10718"/>
            </emma:interpretation>
          </emma:emma>
        </inkml:annotationXML>
        <inkml:traceGroup>
          <inkml:annotationXML>
            <emma:emma xmlns:emma="http://www.w3.org/2003/04/emma" version="1.0">
              <emma:interpretation id="{64E3052F-A8B9-4967-8BED-FE044EE6758B}" emma:medium="tactile" emma:mode="ink">
                <msink:context xmlns:msink="http://schemas.microsoft.com/ink/2010/main" type="inkWord" rotatedBoundingBox="2045,8910 5427,9056 5367,10451 1985,10305"/>
              </emma:interpretation>
              <emma:one-of disjunction-type="recognition" id="oneOf22">
                <emma:interpretation id="interp26" emma:lang="" emma:confidence="1">
                  <emma:literal/>
                </emma:interpretation>
              </emma:one-of>
            </emma:emma>
          </inkml:annotationXML>
          <inkml:trace contextRef="#ctx0" brushRef="#br0" timeOffset="78244.8747">2563 7619 449 0,'0'0'757'0,"0"0"-633"15,0 0-82-15,0 0-8 16,0 0 67-16,0 0-18 15,0 0-17-15,6 190-24 16,6-155-5-16,-5-7-16 0,-1-7-13 16,3-6-1-1,-6-2-7-15,-3-9-37 0,0-4-55 16,0 0-27-16,0-10-16 16,0-12-424-16</inkml:trace>
          <inkml:trace contextRef="#ctx0" brushRef="#br0" timeOffset="78401.0491">2723 7184 950 0,'0'0'187'16,"0"0"-99"-16,0 0-30 15,0 0-58-15,0 0-41 16,0 0-87-16,0 0-218 0</inkml:trace>
          <inkml:trace contextRef="#ctx0" brushRef="#br0" timeOffset="79072.7865">3093 7533 176 0,'0'0'963'16,"0"0"-827"-16,0 0-83 0,0 0 4 16,0 0-3-16,231 0-17 15,-153 0-2-15,9-9-9 16,3-4-15-16,4-6-11 15,-10 2-5-15,-9 4-52 16,0 3-45-16,-21 5-82 16,-14 1-311-16</inkml:trace>
          <inkml:trace contextRef="#ctx0" brushRef="#br0" timeOffset="78854.0756">3496 7383 451 0,'0'0'91'15,"0"0"-58"-15,0 0 17 16,0 0 20-16,0 0 25 16,98-206 44-16,-98 161-41 0,-18-1-24 15,-19 1-24-15,0 9-6 16,-4 9 9-16,1 12-12 16,11 6-18-16,4 9-16 15,7 0-7-15,3 9 1 16,8 28 13-16,7 14 38 15,0 14 9-15,0 13 8 16,22 9 6-16,9 11-19 16,6 5-11-16,-5 2 1 15,-2-5-8-15,-5-6-14 16,-11-7-8-16,-11-4-9 16,-3-8 3-16,0-3 8 15,-7-9 4-15,-5-9-7 16,-8-14-8-16,9-16 0 15,1-7-5-15,8-9-2 0,2-7 6 16,0-1 4-16,-5 0-10 16,-3 0-18-16,-6 0-39 15,-13-5-94-15,-14-35-47 16,1 3-41-16,3-5-620 0</inkml:trace>
          <inkml:trace contextRef="#ctx0" brushRef="#br0" timeOffset="77825.9427">1327 6875 767 0,'0'0'198'0,"0"0"-64"15,0 0-31-15,-243 92-16 16,165-33-10-16,-3 9-2 16,3 11 5-16,8 14-16 15,6-3-23-15,14 3-3 16,10-1-14-16,21-5-8 15,16 0-1-15,3-4-8 16,30-2 2-16,25-4-6 16,22-3-3-16,14-3 13 0,11-8-12 15,-2-14 0 1,4-19 7-16,-2-13-6 0,-5-17 5 16,0 0-4-16,-4-37-3 15,4-18 2-15,-1-12-2 16,-3-10 0-16,-4-7 0 15,-2-11-1-15,-12-1-2 16,-13-8-6-16,-19-4-5 16,-18-3-1-16,-21 9 8 15,-4 0 1-15,-25 15 6 16,-29 14 0-16,-11 13 0 16,-10 14 0-16,-6 17-8 15,3 9-8-15,-6 10-47 16,6 10-21-16,-4 0-31 0,20 4-24 15,15 15-238-15</inkml:trace>
          <inkml:trace contextRef="#ctx0" brushRef="#br0" timeOffset="77246.944">1084 7244 527 0,'0'0'122'16,"0"0"-64"-16,0 0 26 15,0 0 34-15,0 0 17 16,213 0-30-16,-161 0-21 16,-9 18-26-16,-16 5-27 0,-15 7-15 15,-12 2 4-15,-7 0 3 16,-33 0-7-16,-10-4-7 15,-4-5-8-15,2-3 1 16,14-6 4-16,13-9-6 16,10-1-7-16,11-4 1 15,4 0-7-15,0 0-13 16,24 0 4-16,22 0 21 16,13 0 1-16,10 0 1 15,4 15 11-15,-6 12-2 16,-8 5 11-16,-19 4-2 15,-15 4-6-15,-19-5 3 0,-6 3 10 16,-6-4 6 0,-31-2-17-16,-10-6-2 0,-6-2-3 15,-6-9-9-15,7-2-1 16,7-9-18-16,5-4-28 16,-2 0-40-16,12-8-69 15,5-7-392-15</inkml:trace>
        </inkml:traceGroup>
        <inkml:traceGroup>
          <inkml:annotationXML>
            <emma:emma xmlns:emma="http://www.w3.org/2003/04/emma" version="1.0">
              <emma:interpretation id="{A9251BF5-3390-47E3-A58D-C7BA7D12E597}" emma:medium="tactile" emma:mode="ink">
                <msink:context xmlns:msink="http://schemas.microsoft.com/ink/2010/main" type="inkWord" rotatedBoundingBox="5852,9747 9123,9888 9074,11024 5803,10883"/>
              </emma:interpretation>
              <emma:one-of disjunction-type="recognition" id="oneOf23">
                <emma:interpretation id="interp27" emma:lang="" emma:confidence="1">
                  <emma:literal/>
                </emma:interpretation>
              </emma:one-of>
            </emma:emma>
          </inkml:annotationXML>
          <inkml:trace contextRef="#ctx0" brushRef="#br0" timeOffset="82987.5008">5944 8313 378 0,'0'0'178'0,"0"0"-54"0,0 0 42 16,0 0 3-16,0 0-52 15,0 0-39-15,0 0-19 16,97 45-21-16,-54-45-9 15,8 0-16-15,4 0-13 16,5 0-27-16,24-22-66 16,-16-1-176-16,-11 0-301 0</inkml:trace>
          <inkml:trace contextRef="#ctx0" brushRef="#br0" timeOffset="83252.0712">6767 7773 755 0,'0'0'245'15,"0"0"-161"-15,0 0-48 16,0 0 22-16,0 0 41 15,0 0-9-15,0 187 1 16,0-117-1-16,5 1-19 16,0-2-27-16,1-3-18 15,3-12-15-15,-2-5-9 16,-1-15 6-16,-6-3-8 0,0-8-59 16,0-4-58-16,0-6-32 15,0-6-228-15</inkml:trace>
          <inkml:trace contextRef="#ctx0" brushRef="#br0" timeOffset="83580.0842">7553 8391 856 0,'0'0'183'16,"0"0"-77"-16,0 0 13 16,0 0-25-16,0 0-16 15,0 0 4-15,127 188-7 16,-127-146-21-16,0 4-23 15,-39-3-5-15,-14-2-10 16,-19-5-6-16,-7-2-10 16,-33 13-48-16,25-11-85 15,19-12-104-15</inkml:trace>
          <inkml:trace contextRef="#ctx0" brushRef="#br0" timeOffset="82489.8716">4481 7926 405 0,'0'0'194'0,"0"0"-23"16,0 0 1-16,0 0-34 16,0 0-54-16,0 0 2 15,0 0-28-15,0-77-5 16,0 72 8-16,0 1-19 15,0 4-20-15,0 0-22 0,0 9-6 16,-7 36 6-16,-11 17 13 16,-1 12 9-16,9 8-9 15,10-3-3-15,0-10-8 16,17-10-1-16,21-10 0 16,21-17 4-16,6-11-4 15,12-21 5-15,8 0 4 16,2-21 2-16,-3-17-4 15,-10-11-2-15,-19 0 2 16,-12 0-6-16,-9 4 4 16,-9-4-5-16,-12 1-1 15,-5 1 0-15,-4 9 0 16,-4 3 1-16,0 8 9 16,0 9-9-16,0 8 5 0,0 10-6 15,0 0-19-15,0 17-10 16,3 24 22-16,4 10 7 15,3 11 9-15,5 1 1 16,3-2 2-16,1-3-11 16,6-9 7-16,0-8-8 15,0-5 0-15,3-9 0 16,-3-10-30-16,1-4-30 16,14-13-34-16,-12 0-69 15,2 0-483-15</inkml:trace>
          <inkml:trace contextRef="#ctx0" brushRef="#br0" timeOffset="82759.3495">5860 8115 879 0,'0'0'195'0,"0"0"-128"16,0 0-11-16,0 0-1 16,0 0-17-16,199 0-14 15,-145 0-6-15,8 0-5 16,0 0-12-16,-2 0-1 0,-8-3-49 16,-17 3-47-16,-17 0-180 15,-14 0-114-15</inkml:trace>
        </inkml:traceGroup>
        <inkml:traceGroup>
          <inkml:annotationXML>
            <emma:emma xmlns:emma="http://www.w3.org/2003/04/emma" version="1.0">
              <emma:interpretation id="{57E2F9E1-88E0-4B2E-BB6A-4CA9AC784799}" emma:medium="tactile" emma:mode="ink">
                <msink:context xmlns:msink="http://schemas.microsoft.com/ink/2010/main" type="inkWord" rotatedBoundingBox="10049,9546 15771,9792 15712,11152 9991,10905"/>
              </emma:interpretation>
              <emma:one-of disjunction-type="recognition" id="oneOf24">
                <emma:interpretation id="interp28" emma:lang="" emma:confidence="1">
                  <emma:literal/>
                </emma:interpretation>
              </emma:one-of>
            </emma:emma>
          </inkml:annotationXML>
          <inkml:trace contextRef="#ctx0" brushRef="#br0" timeOffset="86448.8047">11630 8463 901 0,'0'0'232'0,"0"0"-36"16,-50 193-89-16,31-115-37 16,7-8-19-16,6-19-6 15,2-14-16-15,4-14 2 16,0-10-14-16,0-9 2 15,0-4 23-15,0 0 23 16,0-6-26-16,0-28-29 16,7-7-3-16,12-14-7 15,2-8-1-15,8-10-6 16,-1-2 0-16,6 1 7 16,1 3 0-16,1 8 0 15,5 14 0-15,0 13-6 16,6 14-7-16,0 7 7 15,8 3-24-15,5 11-19 16,2-1-3-16,4 2 11 0,-1 0-1 16,0 0 21-16,2 0 0 15,6 7 2-15,-1 1 10 16,0-3 6-16,-3-1 2 16,-9 0 1-16,-6-4 0 15,-8 0 3-15,-12 0 3 16,-9-11 1-16,-10-3 12 15,-12-3 0-15,-3-3 1 16,-10-5-17-16,-33 1-3 16,-16 9-1-16,-11 2-1 15,-4 13-8-15,4 0 9 16,3 18-8-16,14 18 8 16,9 4 0-16,19 5 1 0,24 0 1 15,1 4 5-15,15-3 6 16,31-5-6-16,16-5 2 15,14-6-6-15,7-13 4 16,7-6-6-16,1-11 16 16,-6 0-7-16,-3 0-2 15,-15-18-6-15,-10-5 0 16,-5-3 0-16,-14-4 6 16,-10 1-6-16,-1 3 7 15,-13 6 6-15,-8 3 18 16,-6 8-10-16,0 9-22 15,-25 0-12-15,-22 4 10 16,-3 32-4-16,-3 6 6 16,9 10-8-16,7-4 8 15,21 4 0-15,11-7-12 0,5-7-3 16,0-1-1-16,26-11-1 16,6-9 4-16,8-11 2 15,-1-6 11-15,3 0 0 16,-7-2 0-16,-3-21 2 15,-4-11-1-15,-3 1 5 16,-3-2-5-16,0-7 7 16,-4-1-8-16,0-8 1 15,-8-3 7-15,2-13-8 16,-9-5 7-16,1-1 2 16,-4-4-3-16,0-5 7 15,0 3-12-15,0 6 7 0,0 5 7 16,0 12-5-16,0 9 5 15,0 15-1-15,0 14-2 16,0 8-2-16,0 10-10 16,0 0-1-16,0 10-17 15,-4 38 9-15,1 24 9 16,-5 19 28-16,4 15 8 16,4 5-11-16,0-3-9 15,0-9-3-15,4-7-11 16,7-17-1-16,4-11 5 15,-5-10-6-15,1-10-42 16,4-8-68-16,25-13-31 16,0-10-74-16,2-13-582 0</inkml:trace>
          <inkml:trace contextRef="#ctx0" brushRef="#br0" timeOffset="86745.6657">14188 8549 880 0,'0'0'219'0,"0"0"-115"15,0 0-19-15,0 0-12 0,0 0-9 16,0 0-3-1,0 0-13-15,124 170 2 0,-121-121-6 16,-3-2-18-16,0-5-5 16,-25-3-14-16,-11-9 6 15,-11-6-11-15,0-5-2 16,-7-2-12-16,-4-2-43 16,-21 7-46-16,11-5-63 15,6 0-413-15</inkml:trace>
          <inkml:trace contextRef="#ctx0" brushRef="#br0" timeOffset="84839.7714">9091 8066 215 0,'0'0'600'0,"0"0"-373"15,0 0-87-15,0 0-83 16,0 0-37-16,0 0-6 16,0 0 11-16,-97-10 5 15,59 10 5-15,-14 23 6 16,-7 19 2-16,-4 15 4 15,-1 8 4-15,9 7-16 16,15 0-18-16,18-2-14 16,19-12 3-16,3-11-5 15,32-7-1-15,33-16 8 16,22-3-1-16,23-17 12 16,24-4-8-16,6-12-10 15,9-25-1-15,-8-12-1 0,-16-2 0 16,-16-5 0-16,-19 1 0 15,-23 3-1-15,-15-4-6 16,-17 5 7-16,-8-7-7 0,-17 3 6 16,-7-2 2-1,-3 2-1-15,0 8 0 0,-7 4 0 16,-11 7 0-16,-4 12 1 16,1 7 1-16,2 7-1 15,6 7-1-15,-2 3-15 16,1 0 1-16,-1 18 6 15,0 26 3-15,2 7 6 16,0 16 12-16,4 10 1 0,6 13 6 16,3 0-5-16,0 0-6 15,7-4-7-15,29-5 7 16,8-13-7-16,9-10 0 16,13-8 1-16,0-14-1 15,3-14 0-15,0-9 1 16,-8-13 5-1,-5 0 5-15,-11 0 1 16,-5-26-7-16,-12-4 1 0,-3-8-6 0,-10-6 0 16,-3-5 0-1,-12 0 4-15,0 2-5 16,0 8-7-16,-22 10-2 16,-8 16 3-16,-1 13-4 0,-1 0 1 15,-2 17-2-15,13 15 3 16,7 8 7-16,9-6-8 15,5-2-20-15,12-2-7 16,23-12-5-16,20-4-1 16,5-9-3-16,39-5-31 15,-14 0-132-15,-16-2-314 0</inkml:trace>
          <inkml:trace contextRef="#ctx0" brushRef="#br0" timeOffset="85339.6567">11041 8339 345 0,'0'0'121'0,"0"0"-46"16,0 0 19-16,0 0-2 16,0 0 24-16,0 0 14 15,0 0-12-15,10-11-57 16,-10 11-46-16,-23 17 14 15,-21 23 37-15,-11 11 12 16,-5 11 5-16,-5 2-23 16,11 0-30-16,14-6-18 0,15-9-11 15,13-12 0-15,12-7 0 16,0-9-1-16,15-8 0 16,22-5 11-16,5-8 3 15,5 0 1-15,4-8-6 16,-7-16-9-16,-9-8 2 15,-6-8-1-15,-8-5 8 16,-2-5-9-16,-8-8-16 16,-7 0-2-16,-4 3 7 15,0 10-2-15,0 9 13 16,0 9 1-16,0 17-1 16,0 10 0-16,0 0-7 15,0 8-11-15,3 25 18 16,10 3 11-16,9 5 12 15,3 2-7-15,12-5-3 0,0-6-11 16,8-6-1 0,10-13-1-16,7-13-22 0,23 0-73 15,-6-20-111-15,-21-9-452 0</inkml:trace>
        </inkml:traceGroup>
        <inkml:traceGroup>
          <inkml:annotationXML>
            <emma:emma xmlns:emma="http://www.w3.org/2003/04/emma" version="1.0">
              <emma:interpretation id="{D2199F53-C05D-4DE2-A2A8-82238DB1EE92}" emma:medium="tactile" emma:mode="ink">
                <msink:context xmlns:msink="http://schemas.microsoft.com/ink/2010/main" type="inkWord" rotatedBoundingBox="16375,9852 20954,10049 20906,11148 16328,10951"/>
              </emma:interpretation>
              <emma:one-of disjunction-type="recognition" id="oneOf25">
                <emma:interpretation id="interp29" emma:lang="" emma:confidence="1">
                  <emma:literal/>
                </emma:interpretation>
              </emma:one-of>
            </emma:emma>
          </inkml:annotationXML>
          <inkml:trace contextRef="#ctx0" brushRef="#br0" timeOffset="93215.5728">15976 8213 159 0,'0'0'714'15,"0"0"-567"-15,0 0-104 16,0 0 27-16,0 0 24 16,0 0-19-16,-151 223-25 15,130-157-24-15,14-9-10 0,7-5-5 16,7-12-9-1,25-7 14-15,14-15 5 0,10-10 3 16,0-8 0-16,6 0-9 16,-5-30-2-16,-3-7-7 15,-14-2 0-15,-13-3 4 16,-14 5 3-16,-13-3 0 16,0-1-3-16,-32 1-9 15,-16 4 0-15,-19 7-1 16,-5 9-1-16,0 14 0 15,2 2-1-15,11 4 2 16,17 0-34-16,17 0-31 16,19 4-28-16,6-2-29 15,28 2-212-15,17-4-390 0</inkml:trace>
          <inkml:trace contextRef="#ctx0" brushRef="#br0" timeOffset="93528.0506">16474 8247 662 0,'0'0'210'0,"0"0"-98"0,0 0 40 15,0 0-69-15,62 206-18 16,-48-170-23-16,-1-4 6 15,-8-10-6-15,2-3-15 16,-4-2-11-16,-3-7-7 16,0-1-8-16,0-3 0 15,0 1 0-15,0-1-1 16,0-2-3-16,0-1-29 16,0-1-13-16,0-2-13 15,-7 0-32-15,4 0-239 16,0-19-513-16</inkml:trace>
          <inkml:trace contextRef="#ctx0" brushRef="#br0" timeOffset="94208.9322">16904 8326 348 0,'0'0'345'0,"0"0"-105"15,0 0-46-15,-33 223-103 16,14-165-33-16,6-9-18 0,1-12-11 15,9-14 0 1,-1-14-8-16,4-1-7 0,0-8 15 16,0 0 16-16,0 0 3 15,11-17-25-15,10-10-17 16,4-9 1-16,5-6-7 16,2-7-2-16,5-2 2 15,-5-3-8-15,0 1 8 16,1 0 0-16,-1 11 1 15,-5 10 9-15,1 6-9 16,-6 11 9-16,-9 11 5 16,2 4-14-16,-2 0-1 15,3 28 7-15,-1 16-1 16,-5 1 13-16,1 5 1 0,-1-5-5 16,-3-8 1-16,1-1-8 15,2-8-6 1,-3-1-1-16,2-7 7 0,-3-1-7 15,-2-6-1-15,-3 1-22 16,-1-9-46-16,0 3-17 16,7-6-16-16,0-2-15 15,-1 0-110-15,9-10-391 0</inkml:trace>
          <inkml:trace contextRef="#ctx0" brushRef="#br0" timeOffset="93747.5599">16861 7979 702 0,'0'0'240'0,"0"0"-112"0,0 0-37 16,0 0-43-16,0 0-19 15,0 0-16-15,0 0-13 16,6-4-10-16,1 4-100 16,5 0-110-16,-6 10-141 15</inkml:trace>
          <inkml:trace contextRef="#ctx0" brushRef="#br0" timeOffset="94568.2181">17668 7894 548 0,'0'0'390'0,"0"0"-245"16,0 0-54-16,0 0-36 15,0 0-17-15,0 0-20 16,0 0 46-16,0 91 25 15,-5-29-14-15,-5 6-9 16,-1 8-10-16,-1-7-12 16,10-1-7-16,2-5-7 15,0-10-2-15,0-8-12 16,0-7 2-16,14-6-5 0,1-6-7 16,5 0 3-1,0-11-8-15,-2 2 0 0,2-7 0 16,7-7-1-16,1-3-27 15,13 0-27-15,5 0-32 16,11-18-29-16,18-31-17 16,-14 5-97-16,-6 1-438 0</inkml:trace>
          <inkml:trace contextRef="#ctx0" brushRef="#br0" timeOffset="94771.2321">17663 8174 884 0,'0'0'199'15,"0"0"-109"-15,0 0-21 0,0 0-32 16,0 0-17-16,0 0-13 16,0 0-4-16,199-40-3 15,-145 31-61-15,1-1-127 16,-15 5-91-16,-8 1-251 0</inkml:trace>
          <inkml:trace contextRef="#ctx0" brushRef="#br0" timeOffset="95083.6701">18234 8322 371 0,'0'0'201'0,"0"0"-3"15,0 0-28-15,0 0-38 16,227 14-53-16,-180-18-25 0,-7-15-25 15,-8-7-5-15,-7-1 2 16,-15-1-8-16,-10-4 2 16,0 0-11-16,-4 2-3 15,-27 4-5-15,-6 12-1 16,-7 14 0-16,-4 0 2 16,-1 21 20-16,6 21 4 15,8 10 2-15,13-1-9 16,19-2-3-16,3 0 0 15,8-3-3-15,31-8 3 16,14-3-16-16,16-12-1 16,6-6-29-16,9-8-50 15,21-9-53-15,-23 0-262 0,-17-3-462 16</inkml:trace>
          <inkml:trace contextRef="#ctx0" brushRef="#br0" timeOffset="92775.4166">15152 7953 390 0,'0'0'232'0,"0"0"-86"0,0 0 31 16,0 0-58-16,0 0-54 15,0 0-16-15,0 0-11 16,100-64-5-16,-72 64 6 16,9 0-5-16,3 0-4 15,4 15 3-15,-6 19 2 0,-4 9 4 16,-13 10-17-16,-7 5-1 15,-14-3-3-15,0 2 6 16,0-18-7-16,-14 1-1 16,-11-14-3-16,-1-7-1 15,-6-6-6-15,-15-3 4 16,-7-3-10-16,-12-3-6 16,-8-2-25-16,5 2-21 15,6-4-27-15,11 0-24 16,22 3-26-16,17-1-226 15,13-2-253-15</inkml:trace>
          <inkml:trace contextRef="#ctx0" brushRef="#br0" timeOffset="92353.709">15133 8132 576 0,'0'0'150'15,"0"0"-8"-15,0 0 2 16,0 0-53-16,0 0-28 16,0 0-23-16,0 0-9 15,-7-11 5-15,4 15-17 16,3 28 11-16,-5 15 18 16,2 13-7-16,3 12 2 0,0 6-1 15,0 6-16 1,0-7-8-16,0-1-2 0,0-11-9 15,0-13-6-15,0-10 2 16,0-14-2-16,0-9 0 16,0-6-1-16,-7-6-28 15,-6-3-27-15,1-4-27 16,-13 0-25-16,0 0-156 16,6-11-146-16</inkml:trace>
          <inkml:trace contextRef="#ctx0" brushRef="#br0" timeOffset="95427.3681">19013 8326 575 0,'0'0'180'16,"0"0"22"-16,0 0-12 16,-59 217-74-16,44-149-32 15,5-3-20-15,4-8-6 16,2-12-15-16,-1-13-4 0,2-17-4 15,3-6-4-15,0-5-6 16,-4-4 11-16,4 0 20 16,0 0 12-16,0-19-15 15,0-17-33-15,16-9-9 16,10-9-3-16,16-9-8 16,2-5 2-16,9-4-1 15,4-1 0-15,5-3-1 16,6 8-9-16,-2 8-25 15,-6 7-39-15,3 14-35 16,-17 11-39-16,-13 17-110 0</inkml:trace>
        </inkml:traceGroup>
        <inkml:traceGroup>
          <inkml:annotationXML>
            <emma:emma xmlns:emma="http://www.w3.org/2003/04/emma" version="1.0">
              <emma:interpretation id="{243BAF28-D9A0-403A-83AC-96F77C742B8D}" emma:medium="tactile" emma:mode="ink">
                <msink:context xmlns:msink="http://schemas.microsoft.com/ink/2010/main" type="inkWord" rotatedBoundingBox="21166,9990 24929,10152 24884,11194 21121,11032"/>
              </emma:interpretation>
              <emma:one-of disjunction-type="recognition" id="oneOf26">
                <emma:interpretation id="interp30" emma:lang="" emma:confidence="0.5">
                  <emma:literal>and</emma:literal>
                </emma:interpretation>
                <emma:interpretation id="interp31" emma:lang="" emma:confidence="0.5">
                  <emma:literal>an of</emma:literal>
                </emma:interpretation>
                <emma:interpretation id="interp32" emma:lang="" emma:confidence="0">
                  <emma:literal>an ad</emma:literal>
                </emma:interpretation>
                <emma:interpretation id="interp33" emma:lang="" emma:confidence="0">
                  <emma:literal>an Ad</emma:literal>
                </emma:interpretation>
                <emma:interpretation id="interp34" emma:lang="" emma:confidence="0">
                  <emma:literal>an odd</emma:literal>
                </emma:interpretation>
              </emma:one-of>
            </emma:emma>
          </inkml:annotationXML>
          <inkml:trace contextRef="#ctx0" brushRef="#br0" timeOffset="98387.1921">21983 8408 230 0,'0'0'294'0,"0"0"-98"0,0 0 35 16,0 0-36-16,-161 177-77 16,123-119-52-16,9-2-25 15,14-7-24-15,12-6-1 16,3-9 0-16,3-8 5 15,24-7 2-15,2-6-4 16,-4-5 1-16,0-8 2 16,0 0-5-16,-7 0-2 15,-3-21-4-15,-5-4-3 16,-3-10-7-16,-4-7 4 16,-3-3-5-16,0-2-1 15,0 9 0-15,-3 2 0 16,-4 9 1-16,1 11 0 15,2 6 0-15,-1 4-1 16,5 6-1-16,0 0-5 16,0 0-3-16,0 0 2 15,0 0 1-15,0 0 2 0,0 10 5 16,9 9 13-16,4 3-5 0,2 1-1 16,0 3-7-16,-2-2 2 15,-1-7-1-15,-5-2 5 16,-1-4-6-16,-2-5 1 15,1 1 0-15,-2-5 12 16,1-2 8-16,-1 0 5 16,2 0 0-16,12 0 5 15,1 0-1-15,5-9-3 16,9-8-16-16,3-2-5 16,4-5 1-16,1-2-6 15,0 3-1-15,-3 5 1 0,-10 1-1 16,-1 7 0-16,-9 5 0 15,-5 5-1-15,-2 0-11 16,0 0 2-16,-5 2 0 16,2 14-2-16,1 7 12 15,-1 0 0-15,-7-6 0 16,3-4 1-16,-3-4-1 16,0-2 1-16,0-7 2 15,0 3 4-15,0-3-6 16,3 0 9-16,-3 0 2 15,4 0-3-15,1 0 0 16,1 0-1-16,8-8-3 16,1-7-4-16,0-6 4 15,7 2-5-15,3 1 2 16,0-3-2-16,-4 10 1 0,1-3 9 16,-8 11-9-16,1-1-1 15,-5 4 0-15,1 0-12 16,-1 0 2-16,5 7-25 15,-6 7-25-15,6 1-11 16,-2 2-31-16,7 1-26 16,-1-4-87-16,-1-5-195 0</inkml:trace>
          <inkml:trace contextRef="#ctx0" brushRef="#br0" timeOffset="99323.4019">23035 8354 494 0,'0'0'201'0,"0"0"-40"0,0 0 40 16,0 0-81-16,0 0-46 15,0 0-33-15,0 0-41 16,0-28 7-16,-35 56 16 15,-14 17 47-15,1 0-14 16,1 4-14-16,7-2-15 0,16-2-17 16,9-4 4-1,7-5-14-15,8-1 0 0,0-9 2 16,13-1-2-16,17-3 9 16,5-1 0-16,6-6-1 15,2-9-7-15,4-3 8 16,-4-3-8-16,1 0 6 15,-6-5-1-15,-8-14 4 16,-5-2-9-16,-3-3 7 16,-8-3-8-16,-8-3 1 15,-6 1 0-15,0 3-1 16,0 7 0-16,-20 8-2 16,-13 11 1-1,-2 0-15-15,-6 3 15 16,5 24-7-16,7-1 8 15,7 3-9-15,16-2 8 0,6-1-1 16,0-3-8-16,0-5 10 0,22 3-1 16,9-6-7-16,9-2 0 15,4-3-11-15,6-7 4 16,2-3 14-16,-4 0-5 16,-1 0-2-16,-10 0 8 15,-5-3 1-15,-14-7 9 16,-6 3-9-16,-12 3 17 15,0 4-14-15,-8 0-4 16,-31 4 0-16,-8 22 0 16,-8 4 1-16,10-2-1 15,8 2 0-15,15-4 0 16,14-4-1-16,8-5-11 16,0-3 10-16,5-5-5 0,23-9 7 15,6 0 6-15,1 0 4 16,0-6-3-16,2-14-7 15,-9-3 2-15,1-3 4 16,-7-7 4-16,-2-5-5 16,-9-5-4-16,4-4 4 15,-3-10 8-15,-2-1-3 16,0-1-9-16,-5 1 14 16,-1 3-3-16,-1 8 1 15,-3 0-2-15,0 10 10 16,0 13-2-16,0 3-3 15,0 12-5-15,0 5 0 0,0 4-11 16,0 0-1-16,0 0-12 16,0 17-9-16,0 19 22 15,0 17 11-15,0 11-4 16,0 8 2-16,0 1 1 16,0-1-7-16,0-4 4 15,-3-13-7-15,-1-10 1 16,1-6-1-16,1-7-15 15,-5-4-45-15,7-6-32 16,0-5-21-16,0-2-29 16,0-4-190-16,0-5-159 0</inkml:trace>
          <inkml:trace contextRef="#ctx0" brushRef="#br0" timeOffset="96427.1179">20055 8300 690 0,'0'0'244'16,"0"0"-85"-16,0 0-60 0,0 0-40 15,0 0-8-15,0 0 13 16,0 0-1-16,-206 149-9 16,151-81-25-16,20 0-10 15,10 0-12-15,16-9-1 16,9-3 1-16,9-14-5 15,27-7 7-15,13-12-8 16,4-10 12-16,3-7-3 16,-6-6-10-16,-8 0-8 15,-1-13 2-15,-7-16-6 16,-2-6-1-16,-6-10-10 16,-9-8-9-16,0-3 1 0,-9 4 10 15,-8 1 15-15,0 9 6 16,0 10 0-16,0 10 9 15,0 11 7-15,0 9 1 16,0 2-17-16,0 0-6 16,0 28 6-16,0 8 27 15,10 1 2-15,15 7-8 16,4-3-1-16,4-1-5 16,7-4-1-16,-1-4-5 15,1-2-8-15,0-7-1 16,-8-4 0-16,-4-8-59 15,-4 0-27-15,-8-9-27 16,9-2-81-16,-3 0-208 0,0 0-232 16</inkml:trace>
          <inkml:trace contextRef="#ctx0" brushRef="#br0" timeOffset="97005.0946">21006 8624 560 0,'0'0'310'15,"0"0"-133"-15,0 0-96 16,0 0-35-16,0 0-11 16,0 0 18-16,-217 92 25 0,163-47-14 15,11 4-29-15,14-8-15 16,14-1-9-16,15-5-10 15,0-9 9-15,19-2 0 16,18-5 8-16,6-13-2 16,-1-3 1-16,5-3-2 15,-4 0-8-15,-3-17 2 16,-3-7-3-16,-4-13-5 16,-9-2-1-16,1-10 0 15,-3-11-12-15,-4-8-11 16,-5-8 16-16,3-1-5 15,-1-4 11-15,-5 4 2 16,-9-3 0-16,4 8 0 16,-5 6 5-16,0 10 3 0,0 6-1 15,0 12 6-15,0 8 9 16,0 13-9-16,0 6 5 16,0 7-7-16,0 4-5 15,0 0-7-15,0 0-6 16,0 32-8-16,0 23 14 15,0 25 23-15,0 6 9 16,0 12-4-16,0-3-8 16,0-8-4-16,9-6-7 15,4-14-2-15,2-7-6 16,2-11-1-16,3-14 0 16,-3-10-56-16,4-8-39 15,11-4-39-15,-8-11-44 0,-8-2-376 16</inkml:trace>
          <inkml:trace contextRef="#ctx0" brushRef="#br0" timeOffset="97411.2727">21414 8417 595 0,'0'0'150'15,"0"0"53"-15,0 0-3 16,0 204-77-16,0-136-38 16,-5-6-16-16,2-9-13 0,3-12-12 15,0-9-5-15,0-13 2 16,0-6-8-16,0-7 4 16,0-2-14-16,0-4 16 15,10 0 8-15,5 0-9 16,7-13-17-16,3-12-4 15,3-5-9-15,6-11 5 16,-1-8-12-16,6-6 5 16,-8-4-5-16,1 1 6 15,0-1-6-15,-9 5 0 16,-1 9 1-16,-7 5-2 16,-8 13-1-16,-1 4-41 15,-2 10-36-15,1 4-24 16,2 5-42-16,-1 4-32 0,6 0-357 0</inkml:trace>
        </inkml:traceGroup>
      </inkml:traceGroup>
    </inkml:traceGroup>
    <inkml:traceGroup>
      <inkml:annotationXML>
        <emma:emma xmlns:emma="http://www.w3.org/2003/04/emma" version="1.0">
          <emma:interpretation id="{EBD29127-1DD6-4A72-9772-FE82C0823FAC}" emma:medium="tactile" emma:mode="ink">
            <msink:context xmlns:msink="http://schemas.microsoft.com/ink/2010/main" type="paragraph" rotatedBoundingBox="7687,11247 23580,11491 23565,12490 7671,12246" alignmentLevel="4"/>
          </emma:interpretation>
        </emma:emma>
      </inkml:annotationXML>
      <inkml:traceGroup>
        <inkml:annotationXML>
          <emma:emma xmlns:emma="http://www.w3.org/2003/04/emma" version="1.0">
            <emma:interpretation id="{D9281EA3-EE98-4275-90FA-89AFF64564BB}" emma:medium="tactile" emma:mode="ink">
              <msink:context xmlns:msink="http://schemas.microsoft.com/ink/2010/main" type="inkBullet" rotatedBoundingBox="7680,11721 9883,11754 9877,12147 7673,12113"/>
            </emma:interpretation>
            <emma:one-of disjunction-type="recognition" id="oneOf27">
              <emma:interpretation id="interp35" emma:lang="" emma:confidence="0">
                <emma:literal>-</emma:literal>
              </emma:interpretation>
            </emma:one-of>
          </emma:emma>
        </inkml:annotationXML>
        <inkml:trace contextRef="#ctx0" brushRef="#br0" timeOffset="104884.5995">6273 9663 487 0,'0'0'153'0,"0"0"-39"16,0 0 21-16,0 0-14 16,0 0-33-16,0 0-18 15,0 0-11-15,0-17-26 0,0 17-14 16,0 4-12-16,0 24 18 16,0 11 20-16,0 10-9 15,0 3-5-15,2-3-15 16,16 0 0-16,11-11-15 15,11-3 13-15,4-8-13 16,6-10 21-16,5-8-6 16,-5-9-15-16,4 0 14 15,-4-4-9-15,0-22-5 16,-7-2-1-16,-2-8 0 16,-10 0 0-16,-4-2 1 15,-7-5-1-15,-5 6 0 16,-3-4 0-16,-2 9-1 15,-8 6 1-15,-2 9 0 0,5 11 0 16,-5 2 0-16,0 4-12 16,0 0-8-16,0 14 12 15,3 16 7-15,9 7 1 16,3 8 0-16,5-8 1 16,15 3-1-16,3-5 0 15,4-10 6-15,10-2-4 16,2-12-1-16,-4-6 6 15,-4-5-6-15,-2 0 0 16,-4 0 12-16,-1-18-13 16,-3-9 0-16,-4 3 2 15,5-6-1-15,-7 0-1 16,2 5 2-16,-7 3-1 0,-3 4 12 16,-6 8-12-16,3 10 13 15,1 0-14-15,-3 0-1 16,4 28 1-16,-2 4 1 15,-3 7 9-15,-1-1-9 16,-5-6 5-16,-1-2 0 16,-2-11-5-16,-7-10 0 15,1-3 1-15,-1-6 7 16,5 0 5-16,4 0 20 16,4-6-2-16,9-17-26 15,11-9-5-15,6-5-1 16,7-6 0-16,-5 3 0 15,-1 7-1-15,-7 7 0 0,-9 11 0 16,-3 7 0 0,1 8-14-16,0 0 14 0,0 0 0 15,-1 23-1-15,1 3 1 16,0 1 0-16,-4-4 1 16,2-4-21-16,2-8-50 15,36-11-23-15,-7 0-53 16,2-13-486-16</inkml:trace>
      </inkml:traceGroup>
      <inkml:traceGroup>
        <inkml:annotationXML>
          <emma:emma xmlns:emma="http://www.w3.org/2003/04/emma" version="1.0">
            <emma:interpretation id="{E8548109-4FC3-4087-AD2F-B7F0E95E55BE}" emma:medium="tactile" emma:mode="ink">
              <msink:context xmlns:msink="http://schemas.microsoft.com/ink/2010/main" type="line" rotatedBoundingBox="10015,11283 23580,11491 23565,12490 10000,12282"/>
            </emma:interpretation>
          </emma:emma>
        </inkml:annotationXML>
        <inkml:traceGroup>
          <inkml:annotationXML>
            <emma:emma xmlns:emma="http://www.w3.org/2003/04/emma" version="1.0">
              <emma:interpretation id="{EA27A476-2C43-4923-803C-EEF786C62A92}" emma:medium="tactile" emma:mode="ink">
                <msink:context xmlns:msink="http://schemas.microsoft.com/ink/2010/main" type="inkWord" rotatedBoundingBox="10015,11325 11406,11346 11394,12131 10003,12110"/>
              </emma:interpretation>
              <emma:one-of disjunction-type="recognition" id="oneOf28">
                <emma:interpretation id="interp36" emma:lang="" emma:confidence="1">
                  <emma:literal/>
                </emma:interpretation>
              </emma:one-of>
            </emma:emma>
          </inkml:annotationXML>
          <inkml:trace contextRef="#ctx0" brushRef="#br0" timeOffset="105665.8111">9275 9461 393 0,'0'0'175'0,"0"0"51"16,0 0 50-16,40 198-127 15,-33-136-55-15,-4-11-25 0,1-1-30 16,-1-11-15-16,5-12-5 16,-4-5-3-16,-1-12-7 15,-1-5-3-15,-2-1-6 16,0-4-1-16,0 0-39 15,0-6-47-15,0-16-197 16,0-8-489-16</inkml:trace>
          <inkml:trace contextRef="#ctx0" brushRef="#br0" timeOffset="105853.211">9462 9276 785 0,'0'0'215'0,"0"0"-92"16,0 0-42-16,0 0-52 16,0 0-29-16,0 0-31 15,0 0-181-15,22-9-18 16,-12 18-17-16</inkml:trace>
          <inkml:trace contextRef="#ctx0" brushRef="#br0" timeOffset="106259.4187">9805 9704 540 0,'0'0'215'0,"0"0"-41"16,0 0-40-16,0 0-65 0,0 0-14 16,0 0-10-16,0 0 0 15,147-81 0-15,-128 46 0 16,-4 1-13-16,-8-2-10 15,-4-1-3-15,-3 2 1 16,0 4 0-16,-3 9-10 16,-23 3-4-16,-2 10-5 15,-2 9-1-15,0 0-1 16,-4 0-10-16,-2 24 11 16,4 16 5-16,-2 12 27 15,9 8 0-15,7 0-10 16,8-6-7-16,10-1-14 15,0-12 5-15,0 0-4 0,15-13 0 16,5 2 7-16,7-7-1 16,-7-4-7-16,7 1 4 15,-6-7-5-15,-1 2 0 16,-5-5-35-16,0 3-18 16,-4-7-5-16,10 1-32 15,1-1-18-15,0-6-219 0</inkml:trace>
          <inkml:trace contextRef="#ctx0" brushRef="#br0" timeOffset="105478.2905">8605 9457 537 0,'0'0'551'0,"0"0"-444"16,0 0-50-16,0 0-18 0,0 0 11 15,0 0-29-15,0 0 3 16,147-11-5-16,-67-12-6 16,7-3-13-16,-5-1-41 15,-10 8-41-15,-17 3-57 16,-20 10-195-16,-13 2-212 0</inkml:trace>
          <inkml:trace contextRef="#ctx0" brushRef="#br0" timeOffset="105244.0385">8733 9252 570 0,'0'0'263'0,"0"0"-133"16,0 0-36-16,0 0 29 15,0 0-13-15,0 0-13 16,0 0-32-16,0 209 8 16,-15-141-6-16,-1 4-6 15,2-1-3-15,2 1-17 16,9-4-7-16,3-6-12 0,0-11-11 15,0-6-2 1,7-13 4-16,20-11-11 0,8-10-1 16,8-7 13-16,14-4-11 15,8 0-3-15,7-28-47 16,7-8-40-16,-17-3-28 16,-7-16-16-16,-23 6-39 15,-14 8-387-15</inkml:trace>
        </inkml:traceGroup>
        <inkml:traceGroup>
          <inkml:annotationXML>
            <emma:emma xmlns:emma="http://www.w3.org/2003/04/emma" version="1.0">
              <emma:interpretation id="{A219F76B-0AFF-41B1-95CA-3061738F152E}" emma:medium="tactile" emma:mode="ink">
                <msink:context xmlns:msink="http://schemas.microsoft.com/ink/2010/main" type="inkWord" rotatedBoundingBox="11875,11398 15571,11454 15557,12367 11861,12310"/>
              </emma:interpretation>
              <emma:one-of disjunction-type="recognition" id="oneOf29">
                <emma:interpretation id="interp37" emma:lang="" emma:confidence="1">
                  <emma:literal/>
                </emma:interpretation>
              </emma:one-of>
            </emma:emma>
          </inkml:annotationXML>
          <inkml:trace contextRef="#ctx0" brushRef="#br0" timeOffset="107056.1849">10909 9614 563 0,'0'0'172'0,"0"0"3"16,0 0-21-16,0 0-71 15,0 0-15-15,0 0-16 16,0 0 0-16,-182-6 13 16,111 44 2-16,3 3-19 15,9 3-13-15,19-5-10 16,13-6-17-16,26-7-7 16,1-11 0-16,8-5 0 15,34-6 15-15,17-4 8 16,12-6-14-16,0-24-4 15,-4-7-6-15,-14 1 1 0,-13-1 6 16,-11-3-7 0,-13 3-1-16,1 1-1 0,-10 6 1 15,-4 7 1-15,-3 6 32 16,5 15 4-16,-5 2-29 16,7 0-7-16,-2 2-14 15,15 23 14-15,8 7 1 16,4 0 0-16,15 2-1 15,5-1-19-15,6 3-35 16,13 6-68-16,-10-11-119 16,-14-9-976-16</inkml:trace>
          <inkml:trace contextRef="#ctx0" brushRef="#br0" timeOffset="107899.6007">11506 9586 542 0,'0'0'190'0,"0"0"25"15,0 0-30-15,0 0-64 0,0 0-48 16,0 0-35-16,0 0-18 15,15 2-12-15,-5 37 47 16,5 12 3-16,0 17-17 16,-1 4 7-16,1 7-12 15,0-9-17-15,-2-3-4 16,2-9-1-16,-5-17-5 16,2-11-8-16,-9-11 0 15,1-11 0-15,-4-8 8 16,0 0 15-16,0 0 32 15,0-14-42-15,0-16-8 16,0-9-5-16,-12-9 0 0,5-5-1 16,2-13 0-16,0-3-11 15,5-7-10-15,0-5 1 16,7 2 1-16,21 0 8 16,6 10 3-16,6 11 2 15,0 16 5-15,3 16 0 16,4 13-9-16,-2 11 9 15,2 2 0-15,-7 9-1 16,-8 23 1-16,-14 10-6 16,-14 3 7-16,-4 5 10 15,-19-1-1-15,-27-8-7 16,-15-3 7-16,-10-3-8 16,-8-8-1-16,9-7-10 15,8-5-40-15,12-5-43 16,18 1-23-16,13-5-39 0,13-3-375 15</inkml:trace>
          <inkml:trace contextRef="#ctx0" brushRef="#br0" timeOffset="108443.0261">12444 9578 546 0,'0'0'249'16,"0"0"-109"-16,0 0-77 15,0 0 47-15,0 0 19 16,0 0-43-16,0 0-31 16,-174 207-22-16,161-163-7 15,13-6-13-15,0-12-12 16,22-3 12-16,16-14 16 15,16-5-11-15,-3-4-2 16,-2 0 0-16,-7-13-8 0,-14-10-7 16,-8-5 7-16,-15-8-7 15,-1 1 1-15,-4-10-2 16,0 8 0-16,0-3 1 16,0 12 0-16,0 5 1 15,0 10 9-15,0 13-11 16,0 0-2-16,0 0-17 15,0 15 18-15,15 14 1 16,10 4 0-16,0-1 1 16,12-3 1-16,1-5-1 15,16-4-1-15,4-11-40 16,11-9-48-16,-1 0-64 16,-3 0-87-16,11-5 28 15,-21-17 0-15,-13 7-103 0</inkml:trace>
          <inkml:trace contextRef="#ctx0" brushRef="#br0" timeOffset="108988.7801">13277 9699 129 0,'0'0'520'16,"0"0"-282"-16,0 0-112 16,0 0-65-16,0 0 56 15,0 0-16-15,-184 149-33 16,144-104-31-16,15-7-16 16,18-8-15-16,7-11-6 15,10-10 10-15,30-9 7 16,10 0 1-16,6-2-5 15,-6-24-3-15,-7-4-9 16,-14 0 8-16,-16-6-2 16,-5 0-5-16,-8 2 8 0,0 5-9 15,0 3 5-15,0 9-5 16,0 11-1-16,0 6 0 16,0 0-29-16,10 23 28 15,2 18 1-15,-2 17 17 16,-3 4 6-16,-7 2-2 15,0 4-1-15,-14-4 2 16,-19-5-10-16,1-14-1 16,2-9-5-16,-5-14-3 15,3-9 7-15,-1-9 3 16,-2-4-1-16,-2 0-6 16,5-13 0-16,7-10-5 15,0-3-1-15,7 2-10 0,3-6-2 16,6-1 3-1,9 7-7-15,0-2-1 0,42-5-8 16,23 6-5-16,24-5 19 16,23-2 0-16,12 0 1 15,1-4-5-15,-3 1 14 16,-13-5 0-16,-17 3 1 16,-15 0 0-16,-19 1 1 15,-14 0 1-15,-23 1 5 16,-14 3 3-16,-7 3 10 15,0 3-20-15,-22 9 11 16,-9 8-3-16,-3 9 0 16,4 0-7-16,-2 0 1 15,12 26-1-15,9 10 0 16,11 1-1-16,5 12-1 0,90 25-23 16,-5-11-85-16,16-7-380 15</inkml:trace>
        </inkml:traceGroup>
        <inkml:traceGroup>
          <inkml:annotationXML>
            <emma:emma xmlns:emma="http://www.w3.org/2003/04/emma" version="1.0">
              <emma:interpretation id="{13721A14-29C7-4436-91F9-22B29DF57521}" emma:medium="tactile" emma:mode="ink">
                <msink:context xmlns:msink="http://schemas.microsoft.com/ink/2010/main" type="inkWord" rotatedBoundingBox="16261,11379 19582,11430 19569,12299 16248,12248"/>
              </emma:interpretation>
              <emma:one-of disjunction-type="recognition" id="oneOf30">
                <emma:interpretation id="interp38" emma:lang="" emma:confidence="1">
                  <emma:literal/>
                </emma:interpretation>
              </emma:one-of>
            </emma:emma>
          </inkml:annotationXML>
          <inkml:trace contextRef="#ctx0" brushRef="#br0" timeOffset="109936.5534">14849 9659 666 0,'0'0'237'16,"0"0"-94"-16,0 0-9 15,0 0-24-15,0 0-40 16,0 0-17-16,0 0-21 0,0 185-1 16,18-158-2-16,14-8 0 15,17-6-1-15,9-10-2 16,7-3-17-16,0 0 1 16,-4 0-9-16,-9-22 0 15,-12 3 11-15,-15-5-11 16,-7 1 1-16,-11 4 9 15,-4 1-11-15,-3 9 0 16,0 3 1-16,0 6-1 16,0 0-8-16,7 0-11 15,1 13 13-15,6 17 6 16,11 0-1-16,13 2 0 0,6-6 0 16,4-7-1-1,11-10 1-15,1-5 1 0,2-4 1 16,-2 0 1-16,-5-17 4 15,-11-5 2-15,-13-7 2 0,-11-1 7 16,-15-2 1-16,-5-1 1 16,0-6-12-16,-25 3-6 15,-10 0 1-15,-8 8-2 16,-1 2 0-16,4 11-42 16,8 5-28-16,12 10-25 15,20 0-54-15,0 0-352 16,0 2-193-16</inkml:trace>
          <inkml:trace contextRef="#ctx0" brushRef="#br0" timeOffset="110201.0486">16334 9685 766 0,'0'0'257'15,"0"0"-74"-15,0 0-22 0,15 189-57 16,-7-125-41-16,1-3-5 16,6-5-10-16,3-10-19 15,-1-10-1-15,5-10-14 16,-7-7-1-16,-4-6-13 15,-1-9 0-15,-6-4-57 16,-4 0-23-16,3-9-55 16,-3-12-258-16</inkml:trace>
          <inkml:trace contextRef="#ctx0" brushRef="#br0" timeOffset="110466.6402">16443 9464 810 0,'0'0'238'0,"0"0"-106"15,0 0-40-15,0 0-47 16,0 0-24-16,0 0-21 16,0 0-19-16,0-18-58 15,0 18-253-15</inkml:trace>
          <inkml:trace contextRef="#ctx0" brushRef="#br0" timeOffset="110732.1676">16443 9464 476 0,'244'-39'199'16,"-233"46"-45"-16,-2 3 18 16,4 12-44-16,-6 10-26 15,-4 18 4-15,-3 12 1 16,0 8-8-16,0 1-17 16,0 2-30-16,0-5-17 15,0-14-3-15,0-5-11 0,12-13-8 16,16-6 13-16,4-10-2 15,12-11-7-15,2-5 1 16,16-4-18-16,7 0-8 16,3-10-56-16,-4-17-24 15,-9 1-9-15,-21-4-2 16,-28-8-27-16,-10 2-184 16,0 4-286-16</inkml:trace>
          <inkml:trace contextRef="#ctx0" brushRef="#br0" timeOffset="110950.8806">16712 9646 821 0,'0'0'236'0,"0"0"-131"0,0 0-24 16,0 0-21-1,0 0-15-15,0 0-16 0,0 0-6 16,199 9-9-16,-131-9-14 15,4-5-26-15,-3-14-61 16,-4-7-61-16,-21 7-203 16,-16-4-364-16</inkml:trace>
          <inkml:trace contextRef="#ctx0" brushRef="#br0" timeOffset="111436.1373">17307 9342 459 0,'0'0'130'0,"0"0"21"0,0 0 76 15,0 0-71-15,50 168-20 16,-35-96-31-16,-8 9 5 16,-5 2-33-16,3 2-14 15,-5-6-5-15,0-13-9 16,0-8-21-16,5-13-3 15,-2-13-5-15,-1-14-5 16,3-6-5-16,-2-10-8 16,0-2 15-16,2 0 11 15,2 0 3-15,7-6-15 16,7-20-10-16,11-3-6 16,-2-5-1-16,7-2 0 0,-4 0-8 15,9 8 8-15,-7 5-8 16,-1 10 8-16,-2 11-7 15,1 2 2-15,-5 0 4 16,2 2 2-16,6 17 0 16,-8 2 1-16,4-3 8 15,-2-1-8-15,2-5-1 16,-4-1 2-16,1-2-2 16,-4-3-22-16,-4-2-48 15,-1 0-22-15,-5-3-20 16,6-1-26-16,-8 0-77 15,2 0-391-15</inkml:trace>
        </inkml:traceGroup>
        <inkml:traceGroup>
          <inkml:annotationXML>
            <emma:emma xmlns:emma="http://www.w3.org/2003/04/emma" version="1.0">
              <emma:interpretation id="{29E5A8AD-BC06-4C95-B22B-28988D735E45}" emma:medium="tactile" emma:mode="ink">
                <msink:context xmlns:msink="http://schemas.microsoft.com/ink/2010/main" type="inkWord" rotatedBoundingBox="19985,11624 23577,11679 23567,12380 19974,12324"/>
              </emma:interpretation>
              <emma:one-of disjunction-type="recognition" id="oneOf31">
                <emma:interpretation id="interp39" emma:lang="" emma:confidence="1">
                  <emma:literal/>
                </emma:interpretation>
              </emma:one-of>
            </emma:emma>
          </inkml:annotationXML>
          <inkml:trace contextRef="#ctx0" brushRef="#br0" timeOffset="118163.3421">21500 9829 608 0,'0'0'243'0,"0"0"-66"16,0 0-38-16,0 0-19 15,0 0-36-15,0 0-8 16,0 0-18-16,0-26-19 16,0 26-7-16,0 0-6 15,0 0-19-15,0 13-6 16,0 23 16-16,0 9 15 15,0 12 6-15,-4 1-5 16,4 1-4-16,0-6-11 16,0-8-2-16,0-9-3 15,0-4-3-15,0-10-1 16,0-5-8-16,4-7 0 16,-1-5 6-16,-3-1-1 0,3-4-6 15,-3 0-25 1,0 0-45-16,0 0-32 0,0 0-41 15,0 0-48-15,0-19-574 16</inkml:trace>
          <inkml:trace contextRef="#ctx0" brushRef="#br0" timeOffset="118420.8958">21777 9608 863 0,'0'0'205'0,"0"0"-81"16,0 0-35-16,0 0-24 15,0 0-16-15,0 0-10 16,0 0-13-16,7-9-26 15,-7 9-24-15,0 0-68 16,5 0-139-16,-2 0-410 0</inkml:trace>
          <inkml:trace contextRef="#ctx0" brushRef="#br0" timeOffset="114197.0419">18576 9721 491 0,'0'0'161'16,"0"0"-31"-16,0 0-6 16,0 0-31-16,0 0-8 15,0 0-24-15,0 0-13 16,10-34-3-16,-10 34 8 0,0 0-8 16,0 0-14-16,0 0-29 15,0 34-2-15,0 11 13 16,0 11 9-16,0 2-12 15,4-3-3-15,14-6 0 16,7-8-5-16,9-7 4 16,4-11 5-16,9-13 10 15,6-10 5-15,-1 0-13 16,2-10-3-16,-7-17 3 16,-4-5 0-16,-4-2-4 15,-16-1-2-15,-5-3-7 16,-4 2 6-16,-3 0-6 0,-4 1 3 15,-3 5 13-15,-4 4 9 16,3 7-1-16,-3 8 1 16,0 5 3-16,0 6-21 15,3 0-7-15,-3 0-13 16,5 4-1-16,2 19 14 16,-2 5 6-16,8 7-5 15,1-1 8-15,1 5-2 16,1 1-7-16,3-6 1 15,-1-1-1-15,-3-4-41 16,-5-7-43-16,2-5-12 16,10-3-29-16,-9-8-144 15,2-6-238-15</inkml:trace>
          <inkml:trace contextRef="#ctx0" brushRef="#br0" timeOffset="114478.2226">19678 9839 696 0,'0'0'225'16,"0"0"-99"-16,0 0-14 15,0 0-41-15,0 0-14 16,0 0-11-16,0 0-7 0,221 9-10 15,-177-5-8 1,6-2-11-16,-3 5-10 0,-4-3-1 16,-14 2-25-16,-14-3-51 15,-15 7-115-15,-15-4-180 16,-19-6 16-16</inkml:trace>
          <inkml:trace contextRef="#ctx0" brushRef="#br0" timeOffset="114739.5895">19737 9989 434 0,'0'0'132'0,"0"0"-5"16,0 0 52-16,0 0-23 15,0 0-43-15,0 0-37 16,0 0-18-16,82 45-20 0,-45-45-11 16,6 0-15-1,7 0-12-15,9 0-7 0,28-5-74 16,-17-8-213-16,-8-4-362 15</inkml:trace>
          <inkml:trace contextRef="#ctx0" brushRef="#br0" timeOffset="115054.7001">20566 9799 468 0,'0'0'209'0,"0"0"-117"0,0 0 97 16,0 0-38-16,0 0-69 0,0 0-27 16,0 0-7-16,-58 185-9 15,61-157-7-15,36-2 13 16,6-5-7-16,12-9-6 15,1-4-10-15,4-8-9 16,-8 0 0-16,-11 0 4 16,-11-14 14-16,-14-5 2 15,-9-4 8-15,-9-1-6 16,0-5-12-16,0-3-14 16,-24 0-9-16,-14 2-1 15,-6 6 1-15,-6 1-1 0,-2 10-5 16,2 4-35-1,0 9-14-15,6 0-30 0,-2 0-34 16,17 22-81-16,7-3-315 16</inkml:trace>
          <inkml:trace contextRef="#ctx0" brushRef="#br0" timeOffset="118983.2701">22170 9668 217 0,'0'0'266'15,"0"0"-137"-15,0 0 79 16,0 0-13-16,0 0-69 16,0 0-47-16,-191 111-21 15,158-91-13-15,11-3-9 16,11-2-14-16,2-5-10 16,9 3-2-16,0 0-4 0,0 0 2 15,0 0 1-15,0 0-6 16,4 1 3-16,2-3-5 15,4 2 0-15,-1-3 7 16,-3 1-7-16,1-6 0 16,5 5-1-16,1-1 5 15,2 1-4-15,4 3-1 16,-1 0 2-16,-1 0 5 16,-2 4-7-16,-4 3 2 15,-6 2-1-15,-5 1 9 16,0-2-4-16,0-6 4 15,0-2 12-15,-5 0 4 16,-10-5-6-16,-6-3-5 0,-4-1-2 16,-9-4-7-1,-1 0-5-15,-2 0-1 0,4 0-16 16,3 0-32-16,-4 0-29 16,9 0-44-16,7 0-251 0</inkml:trace>
        </inkml:traceGroup>
      </inkml:traceGroup>
    </inkml:traceGroup>
    <inkml:traceGroup>
      <inkml:annotationXML>
        <emma:emma xmlns:emma="http://www.w3.org/2003/04/emma" version="1.0">
          <emma:interpretation id="{F4364F17-1ADB-4834-BCF3-4B35A84FBD43}" emma:medium="tactile" emma:mode="ink">
            <msink:context xmlns:msink="http://schemas.microsoft.com/ink/2010/main" type="paragraph" rotatedBoundingBox="2695,11744 2622,17730 913,17710 986,11723" alignmentLevel="2"/>
          </emma:interpretation>
        </emma:emma>
      </inkml:annotationXML>
      <inkml:traceGroup>
        <inkml:annotationXML>
          <emma:emma xmlns:emma="http://www.w3.org/2003/04/emma" version="1.0">
            <emma:interpretation id="{78AA5AED-EF3F-423C-B701-548C6C532C84}" emma:medium="tactile" emma:mode="ink">
              <msink:context xmlns:msink="http://schemas.microsoft.com/ink/2010/main" type="line" rotatedBoundingBox="2695,11744 2622,17730 912,17710 986,11723"/>
            </emma:interpretation>
          </emma:emma>
        </inkml:annotationXML>
        <inkml:traceGroup>
          <inkml:annotationXML>
            <emma:emma xmlns:emma="http://www.w3.org/2003/04/emma" version="1.0">
              <emma:interpretation id="{2C2790BB-EF60-48F5-B240-CC7FDC7D9CC7}" emma:medium="tactile" emma:mode="ink">
                <msink:context xmlns:msink="http://schemas.microsoft.com/ink/2010/main" type="inkWord" rotatedBoundingBox="2098,14306 2092,14781 1510,14773 1516,14299"/>
              </emma:interpretation>
            </emma:emma>
          </inkml:annotationXML>
          <inkml:trace contextRef="#ctx0" brushRef="#br1" timeOffset="193959.7964">148 12307 153 0,'0'0'127'0,"0"0"-42"16,0 0-3-16,0 0 2 16,0 0 3-16,0 0-2 15,0 0-4-15,0 0-8 16,0 0-8-16,0 0-8 15,0 0-4-15,0 0 6 16,0 0-12-16,0 0 3 16,0 0-5-16,0 0-6 15,0 0-14-15,0-11-6 0,7 1 1 16,8-3-7-16,1 4-6 16,6-1 1-16,0 1-7 15,0 1 6-15,4 3 0 16,-2 1-6-16,6 4 1 15,-5 0 6-15,0 0-6 16,-7 4-1-16,-1 18-1 16,-2 10 1-16,-10 5-1 15,0-1 10-15,-5 0-8 16,0-1 8-16,0-7 6 16,-6 3 6-16,-16-5-5 15,-3-4 2-15,-4 1-9 16,-4-8 6-16,-4 7-1 15,2-9-4-15,3-2-9 16,0 0-1-16,6-5 6 0,7 2-6 16,2-6 1-16,6-2 4 15,4 0-5-15,4 0 0 16,3 0 1-16,-4 0 5 16,4 0-7-16,0 0 1 15,0 0-1-15,0 3 1 16,0-3-1-16,0 0 1 15,7 0 13-15,18 0-8 16,4 0-5-16,11 0 0 16,0 0 0-16,5 0 5 15,4 0-5-15,-3 0 0 16,5 0 0-16,-6 0 0 0,-4 0 0 16,-5 0 0-1,-6 0 11-15,-9 0-12 16,-4 0 0-16,-2 0 1 15,-3 0-2-15,-5 0 1 16,-1 0-35-16,6 0-24 16,-9 6-34-16,1 15-36 0,-3-8-219 15,-1 2-476-15</inkml:trace>
        </inkml:traceGroup>
        <inkml:traceGroup>
          <inkml:annotationXML>
            <emma:emma xmlns:emma="http://www.w3.org/2003/04/emma" version="1.0">
              <emma:interpretation id="{F458259C-AC36-4EF0-A4F9-D27D7D1543C5}" emma:medium="tactile" emma:mode="ink">
                <msink:context xmlns:msink="http://schemas.microsoft.com/ink/2010/main" type="inkWord" rotatedBoundingBox="2695,11744 2622,17730 913,17710 986,11723"/>
              </emma:interpretation>
            </emma:emma>
          </inkml:annotationXML>
          <inkml:trace contextRef="#ctx0" brushRef="#br1" timeOffset="159638.1033">-248 9779 133 0,'0'0'125'0,"0"0"-74"0,0 0 11 15,0 0-40-15,0 0-12 16,0 0 11-16,0 0 27 15,-22-13-11-15,17 10-16 16,1-3-11-16,-2 2-2 16,6-3 4-16,-4 5-4 15,1-2-7-15,1 0 14 0,2 2 31 16,0 2 2 0,0 0-8-16,0 0 9 0,0 0-7 15,0 0-4-15,0-3-5 16,0 3-1-16,0 0 11 15,0 0 8-15,0 0-5 16,0 0-6-16,0 0-15 16,0 0-5-16,0 0-1 15,5 0 3-15,9 0-1 16,4 0 0-16,1 0-4 16,2 0 2-16,3 0-5 15,8 0 2-15,-1 0-1 16,4 0-4-16,6 0 0 15,-1 0 6-15,-2 0-7 0,6 0 5 16,-1 0-1 0,-3 0-4-16,0 0-9 0,-5 0 8 15,2 0-8-15,2 0 8 16,-4-4-7-16,-2 4 6 16,1-4-7-16,-2 2 0 15,1-2 0-15,-1 1 6 16,-1 1-6-16,3-2-1 15,-6-4 2-15,1 7-2 16,1-7 0-16,-2 4 1 16,4-1-1-16,0 1 1 15,0 2 0-15,-9-2 0 16,-1 0 0-16,0 4-1 0,-4 0 0 16,-5-3 0-1,-1 3 1-15,-5 0 0 0,-4 0 0 16,0 0-1-16,-3 0 0 15,0 0 0-15,0 0-1 16,0 0 1-16,0 0 0 16,0 0 0-16,0 0 1 15,0 0-1-15,4 0-1 16,-4 0 1-16,0 0 0 16,0 0 2-16,0 0 0 15,0 0-1-15,0 0 0 16,0 0 0-16,0 0 5 15,0 0 3-15,0 0-2 0,0 0 6 16,0 0 3 0,0 0-1-16,0 0-1 0,0 0-2 15,0 0-5-15,0 0-5 16,0 0 8-16,0 0-9 16,0 0 1-16,0 0-1 15,0 0 1-15,0 0 5 16,0 0-7-16,0 0 1 15,0 0-1-15,0 0 0 16,0 0 2-16,0 0-2 16,0 0 0-16,0 0 0 15,0 0-6-15,0 0 4 16,0 0-4-16,0 0 5 16,0 0-5-16,0 0 5 15,0 3 1-15,0 7 1 0,5 3 0 16,-2 4-1-1,0-2 8-15,1 6-8 0,2-2 1 16,-1 3 0-16,1 2 0 16,-1-2 0-16,1 5 1 15,-1-5 0-15,2 1-1 0,-4-1 0 16,2-3 6-16,-3 2-7 16,1-6 1-16,2 4 0 15,-3 1 0-15,3-1 0 16,2 2 1-16,-4-1-1 15,5-2 0-15,1 5-1 16,-8 3 1-16,6-3-1 16,0-1 1-16,-6 5 0 15,-1-5-1-15,4 1 0 16,-4 1 1-16,0 1-2 16,0-1 1-16,0 4 0 15,0-2 0-15,0-3 1 16,0 3-1-16,0-7 0 0,0 1 0 15,0-3 0 1,0 4 0-16,0-6 0 0,0 2 0 16,0-4 0-16,0 2 1 15,0-2-1-15,0 4 0 16,0 2 0-16,0 3 0 16,0 0 1-16,0 1 0 15,0-1-1-15,0 1 0 16,0 0 0-16,0-1 1 15,0 1-1-15,0-4 0 16,0 3 0-16,-4-5 0 16,4 2 0-16,-1-2 0 15,1 3 0-15,-7-3 1 16,4 5 0-16,-1-3-1 16,3 7 0-16,-4 1 0 0,1-3 0 15,-1 6 0-15,-1-7 0 16,2 1 1-16,1-1-1 15,-4 3 0-15,2 1 1 16,0 4-1-16,-3 0 2 16,5 1-2-16,-6 4 0 15,3-2 1-15,-1-4-1 16,3-7 0-16,-1-1 1 16,0-5-1-16,5-6 0 15,0-2 1-15,0-1-1 16,0-3 0-16,0-1 0 15,0 2 0-15,0 1 1 0,0-1-1 16,0 1 0-16,0-1 0 16,0-2 1-16,0-2-1 15,0 1 0-15,0-3 0 16,0 4 1-16,0-4 0 16,0 0-1-16,0 0 0 15,0 0 0-15,0 0 0 16,0 0 0-16,0 0 0 15,0 0 1-15,0 0 1 16,0 0 6-16,0 0-6 16,0 0 5-16,0 0 2 15,0 0 10-15,-5 0-13 16,-6 0-6-16,1-4 0 0,-7-1 0 16,5-3 0-16,-6 3 0 15,-4-3 0-15,0 2 0 16,-3 3-7-16,0 3 7 15,0 0-1-15,0 0 1 16,-7 0 0-16,9 0-1 16,1 0 1-16,-3 0 0 15,3 0 5-15,1-4-5 16,1 4-1-16,-2-2 0 16,0-2 1-16,0 0 0 15,1 3 0-15,2-3 0 16,-3 4 0-16,1-4 0 15,-8 0 1-15,1 2-1 16,-2-1 0-16,6-2-1 16,-2 3 2-16,0-6-2 0,5 5 1 15,-1-3 0-15,4 2 6 16,4 1-6-16,-1 1-1 16,-3-2 0-16,3 0 1 15,-5 4-1-15,-2-2 0 16,2 2 0-16,3-3 1 15,4 3 0-15,-2 0 0 16,1 0 0-16,-1 0 0 16,4 0 0-16,1 0-1 15,3 0 0-15,-2 0 1 0,3 0-1 16,-1 0 1 0,4 0 0-16,-2 0 0 0,5 0 0 15,-4 0 1-15,1 0-1 16,0 0 0-16,1 0-1 15,-3 0 1-15,5 0 0 16,0 0 0-16,0 0 6 16,-5 0-6-16,5 0 0 15,0 0-1-15,0 0 0 16,0 0 0-16,-3 0 0 16,-4 0-41-16,4 0-35 15,3 0-57-15,0 0-176 16,0 0-550-16</inkml:trace>
          <inkml:trace contextRef="#ctx0" brushRef="#br1" timeOffset="202088.4582">-429 14150 205 0,'0'0'167'0,"0"0"-86"0,0 0-10 16,0 0-8-16,0 0 5 16,0 0 6-16,0 0-21 15,0 5-1-15,0-5-3 16,0 0-5-16,0 0-7 15,0 0 7-15,0 0 6 16,3 0-5-16,4 4 7 16,5-4 9-16,-1 4-19 15,1-4-16-15,3 2-1 16,2-2 2-16,0 0-8 16,1 4 0-16,-5-4 3 15,2 0 1-15,-1 0-7 0,1 0-3 16,0 3-2-16,-2-3-5 15,2 0 0-15,0 0-3 16,-1 0-2-16,1 0 7 16,3 0-7-16,-1 4 1 15,1-4-1-15,1 2 2 16,-1 2-2-16,4 0 5 16,0-3-5-16,-1 3-1 15,-1 0 7-15,2 0-6 16,0-4 0-16,-4 0 0 15,1 2 0-15,-4-2 5 16,1 0-5-16,3 0 8 16,3 0-8-16,-4 0-1 15,7 0 1-15,-3 0 1 16,5 3-1-16,4-3-1 0,-4 4 1 16,5-2 1-16,-5-2-2 15,-2 0 1-15,-4 4 1 16,5-4-1-16,-8 0 1 15,4 0-2-15,-7 4 0 16,1-4 1-16,-1 0 5 16,7 0-5-16,-3 0 0 15,4 3 0-15,0-3 1 16,-1 0-1-16,0 0 0 16,3 0 0-16,3 0 7 15,1 2-7-15,-1-2-1 16,2 0 1-16,-1 0 0 15,-1 0 2-15,-1 0-2 16,0 0 0-16,-1 0 5 16,0 0-5-16,-3 0 6 0,4 0-6 15,-6 0 1-15,5 0-1 16,-1 0 0-16,0 0 5 16,-4 0-6-16,1 0 1 15,0 0-1-15,-5 0 0 16,1 0 0-16,-3 0 0 15,-8 0 0-15,1 0 0 16,-8 0-20-16,0 0-30 16,0 0-28-16,-12 0-79 15,-19 0-139-15,-6 0-61 0</inkml:trace>
          <inkml:trace contextRef="#ctx0" brushRef="#br1" timeOffset="196574.0472">-173 13203 222 0,'0'0'155'15,"0"0"-76"-15,0 0-26 16,0 0-11-16,0 0-7 16,0 0-11-16,0 0-6 15,-22 0-17-15,19 0 14 16,-9 0-8-16,2 0-6 15,-5 0 0-15,-7 0 9 16,0 0-10-16,-3 0 0 16,0 0-32-16,7 0 15 15,5 0-5-15,1 0 5 0,8 0 10 16,1 0 7-16,3 0 7 16,0 0 25-16,0 0 14 15,0 0-17-15,0 0-2 16,7 0 22-16,1 0-14 15,4 0-9-15,-10 0 0 16,6 0-2-16,-1 0-1 16,3 0 3-16,5 0 5 15,3 0-12-15,4 0 5 16,-5 0 1-16,1 0 9 16,4 0 1-16,-4 0-3 15,4 0-10-15,0 0 4 0,3 0-3 16,0 0 3-16,6 0-4 15,6 0-1-15,-2 0-3 16,4 0-5-16,8 0-3 16,-9 0-1-16,1 0-2 15,4 0 0-15,-4 0 2 16,9 0-8-16,-1 0 9 16,0 0-9-16,-4 0 0 15,4 0 6-15,-4 0-5 16,6 0 6-16,-4 0-7 15,2 0 1-15,-4 0 5 16,1 0-7-16,-1 0 1 16,-4 0 0-16,-2 0 0 15,-2 0 0-15,2 0 6 16,-9 0-7-16,0 0 0 0,1-4 2 16,-11 4 4-1,-3 0-6-15,0 0 1 0,-8 0-1 16,-4 0 0-16,1 0 0 15,-4 0 0-15,5 0 1 16,-5 0-1-16,0 0 1 16,0 0-1-16,0 0 1 15,0 0 6-15,0 0-6 16,0 0 0-16,0 0 1 16,0 0-1-16,0 0 6 15,0 0-5-15,0 0 8 16,0 0 0-16,0 0 0 15,0 0-4-15,0 0-5 0,0 0 6 16,0 0-1 0,0 0-5-16,0 0-1 0,0 0-1 15,0 0 1-15,0 0 0 16,0 0 0-16,0 0 0 16,0 0 0-16,3 0 1 15,-3 7-1-15,0 3 0 16,0-1 0-16,0 4 0 15,3 0 0-15,-3 1 0 16,0 3 1-16,0-2 1 16,0 0-1-16,0 2 0 15,0-4 2-15,0 0-2 16,0 2-1-16,0-2 1 16,4 4 0-16,-4-2 0 15,0 7-1-15,0 0 0 0,0 1 1 16,0-1 0-16,0 9 0 15,0-7-1-15,0 8 1 16,-4-2 0-16,-2-2 0 0,1 2 1 16,-2-5-1-16,7 2-1 15,-3-4 0-15,-1-1 0 16,1 5 2-16,3-1 0 16,0 0-1-16,0-1 0 15,0 1 0-15,0 0-1 16,0 3 1-16,0 3-1 15,0-1 1-15,0-3 4 16,0-2-5-16,0 1 0 16,0-1 0-16,0-2 0 15,0 3 1-15,0 1-1 16,0-2 1-16,3 1 1 16,-3 0-2-16,0-1 1 0,0-1 5 15,0 1 4 1,0 0-9-16,0-1 0 0,0 1 7 15,0 1-7-15,-8-5 0 16,5 4 6-16,-1 1-6 16,1-2 1-16,0 5-1 15,-1-7 1-15,4-1 5 16,-5 1-7-16,5-2 0 16,0-6 1-16,-3 0 0 15,0 6 0-15,-1-3-1 16,1 1 1-16,-2 2 1 15,-2 1-1-15,0-2 0 0,6 3 1 16,-4 3-1 0,1-3 9-16,4 3-9 0,0 0 5 15,0-1-6-15,0 1 0 16,0-1 2-16,0 1-1 16,0 0-1-16,0 5 1 15,0 1 0-15,0-4 0 16,0 3 0-16,0-5 8 15,-5-5-7-15,5 1 4 16,-3 1-5-16,0-3 0 16,-1-1 0-16,-4 4 1 15,1-2 9-15,4-2-10 16,-4 0 1-16,1-2 4 16,2-4-6-16,-1 0 2 15,5-7-2-15,0 2 1 0,0-7 0 16,0-1 0-16,0 4 0 15,0-4 1-15,0 0 5 16,0 0-4-16,-3 0-3 16,0 0-26-16,-2-5-56 15,-1-16-135-15</inkml:trace>
          <inkml:trace contextRef="#ctx0" brushRef="#br1" timeOffset="203260.0451">-350 14867 202 0,'0'0'173'15,"0"0"-102"-15,0 0-36 16,0 0 25-16,0 0 27 15,0 0 1-15,0 0-3 16,0 0-14-16,0 0-18 0,0 0 2 16,0 0-3-1,0 0-3-15,0 0-11 0,0 0-12 16,0 0-9-16,0 0-4 16,0 4 0-16,0-4 8 15,0 2 0-15,8 2 7 16,2 0 8-16,0-4 2 15,5 2-1-15,3 5 0 16,1-3-13-16,6 1 1 16,-3-1-5-16,3 0-1 15,-4-2 0-15,1-2 2 16,3 4-3-16,2-4-3 16,0 0-5-16,1 0 3 15,6 0 2-15,4 0-8 0,2 0 5 16,0 0-11-16,2 0 8 15,-5-4-8-15,0 2 0 16,-2-2 1-16,-2 4 4 16,-4-4-5-16,-1 4 0 15,-3 0 0-15,0 0-1 16,-3 0 2-16,-2 0-2 16,7 0 1-16,-5 0 0 15,-1 0 0-15,4 0 0 16,6 0 1-16,-3 0-1 15,4 0 0-15,1 0 1 16,-3 0 5-16,4 0-6 16,-4 0 0-16,-2 0 0 15,1 0 0-15,-4-3 1 16,5 1-1-16,-2-2 0 0,1 0 0 16,-4 1 0-16,0 1 0 15,-3-2 0-15,-1 0 6 16,-2 2-6-16,3-2 0 15,-4 1 5-15,-1-1 0 16,1 2-5-16,-6 2 2 16,-4 0-2-16,1-4 0 15,-4 4 0-15,-5 0 0 16,0 0 0-16,0 0-1 16,0-3-39-16,0 3-41 15,-37-10-35-15,-3 0-61 16,4-3-327-16</inkml:trace>
          <inkml:trace contextRef="#ctx0" brushRef="#br1" timeOffset="200510.7209">-494 15635 111 0,'0'0'106'0,"0"0"-46"0,0 0 8 15,0 0 13-15,0 0 10 16,0 0-11-16,0 0-7 16,0 0-3-16,0 0-2 15,0 0-9-15,0 0-7 16,0 0-14-16,0 0 2 15,0 0 5-15,10 0 6 16,5 0-2-16,3 0-6 16,-4 0-12-16,4 0-2 15,5 0-5-15,-3 0 0 0,-1 0 0 16,3 0 1 0,-1 0-8-16,1 0-2 0,-5 0-2 15,5 0 0-15,-1 0-7 16,1 0 4-16,0 0 3 15,5 0-6-15,-4 0 3 16,2 0-1-16,2 0 1 16,-2 0-4-16,0 0-3 15,0 0 3-15,0 0 0 16,0 0-5-16,-3 0 6 16,0-4-1-16,3 4-6 15,-4-2 7-15,1 2-6 16,0-3 7-16,0 3-1 15,3 0-1-15,-3-4-5 16,-1 0 6-16,1 2-1 16,-2-2-4-16,2 4-2 15,-4 0 7-15,1 0-6 0,-1 0-1 16,0 0 1-16,4-3 0 16,-7 3 1-16,9 0 4 15,-4 0-5-15,3 0 0 16,-5 0 2-16,-2 0-2 15,0 0 1-15,3 0-1 16,-1 0 6-16,0 0 2 16,4 0-8-16,0 0 14 15,-4-2-14-15,11 2 7 16,-4-4 3-16,3 4-5 16,-3-4 4-16,0 1-8 15,4 3 6-15,-4-2 0 0,5-2 2 16,-5 0-1-16,-1 0 2 15,-1 3-3-15,-5-3 5 16,-4 0-6-16,-3 2 0 16,-2 2-1-16,-4 0 0 15,-2-4-4-15,-3 4-2 16,0 0 0-16,0 0 0 16,0-3-8-16,0 3-33 15,0-6-34-15,-8-2-53 16,-12-1-203-16</inkml:trace>
        </inkml:traceGroup>
      </inkml:traceGroup>
    </inkml:traceGroup>
  </inkml:traceGroup>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3:36.654"/>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AF8C0ED0-6A03-433B-8A6B-DDEFB33A3015}" emma:medium="tactile" emma:mode="ink">
          <msink:context xmlns:msink="http://schemas.microsoft.com/ink/2010/main" type="writingRegion" rotatedBoundingBox="-162,16476 1596,14738 2766,15921 1006,17659"/>
        </emma:interpretation>
      </emma:emma>
    </inkml:annotationXML>
    <inkml:traceGroup>
      <inkml:annotationXML>
        <emma:emma xmlns:emma="http://www.w3.org/2003/04/emma" version="1.0">
          <emma:interpretation id="{D996B84E-ADC1-4196-B449-577183163752}" emma:medium="tactile" emma:mode="ink">
            <msink:context xmlns:msink="http://schemas.microsoft.com/ink/2010/main" type="paragraph" rotatedBoundingBox="-162,16476 1596,14738 2766,15921 1006,17659" alignmentLevel="1"/>
          </emma:interpretation>
        </emma:emma>
      </inkml:annotationXML>
      <inkml:traceGroup>
        <inkml:annotationXML>
          <emma:emma xmlns:emma="http://www.w3.org/2003/04/emma" version="1.0">
            <emma:interpretation id="{11752EF9-FA99-4551-94AC-470A0E19951E}" emma:medium="tactile" emma:mode="ink">
              <msink:context xmlns:msink="http://schemas.microsoft.com/ink/2010/main" type="line" rotatedBoundingBox="-162,16476 1596,14738 2766,15921 1006,17659"/>
            </emma:interpretation>
          </emma:emma>
        </inkml:annotationXML>
        <inkml:traceGroup>
          <inkml:annotationXML>
            <emma:emma xmlns:emma="http://www.w3.org/2003/04/emma" version="1.0">
              <emma:interpretation id="{2BEE8E87-B610-409E-993E-3AF6BCBA4C99}" emma:medium="tactile" emma:mode="ink">
                <msink:context xmlns:msink="http://schemas.microsoft.com/ink/2010/main" type="inkWord" rotatedBoundingBox="-162,16476 1596,14738 2766,15921 1006,17659"/>
              </emma:interpretation>
            </emma:emma>
          </inkml:annotationXML>
          <inkml:trace contextRef="#ctx0" brushRef="#br0">666 13381 46 0,'0'0'237'16,"0"0"-99"-16,0 0-11 16,0 0-23-16,0 0-3 0,0 0-7 15,0 0 3-15,0 0-9 16,0 0-8-16,0 0-22 16,0-4-1-16,0 1-12 15,0-3-17-15,0 2-12 16,0 1 11-16,0-1-1 15,0 2-5-15,0-2-8 16,0 4 4-16,0 0-2 16,0-4-1-16,0 4-1 15,0-1 8-15,0-3-1 16,0 0 0-16,0 0-12 16,0 2 5-16,0-5-13 15,0 3 13-15,0 2-3 0,0-5-8 16,0 5-1-16,0-6 5 15,0 3-5-15,0-1-1 16,0 2 1-16,0 0 6 16,0 3 0-16,0 1-6 15,0 0 1-15,0 0-2 16,0 0 0-16,0 0-1 16,0 0-9-16,0 0 0 15,0 16 10-15,0 11 0 16,4 5 2-16,-4 4 9 15,1 3-5-15,-1 1 6 16,0-4-11-16,0-4 5 16,0-5-6-16,0-7 7 0,0-3-6 15,0-4 1-15,0-3-1 16,0-1 1-16,0 1-1 16,0-3-1-16,0 3 1 15,0-5 0-15,0 3 0 16,0-5 0-16,0-1 0 15,0-2 1-15,7 0 0 16,-7 0 7-16,0 0-2 16,0 0 0-16,0 0-7 15,3 0 10-15,-3 0 1 16,0 0-1-16,0 0-3 16,4-9 2-16,-3-4-9 15,4-2 1-15,-1-6 0 16,4 2 1-16,-1-3-1 0,1-3 0 15,-1-5 0-15,3 4 0 16,-3 1 0-16,1-1 1 16,-1 2-2-16,-1 4 1 15,-2 1-1-15,1 2 2 16,0 4-2-16,-5 2 1 16,0-3 0-16,0 3 0 15,0 2-1-15,0-5 0 16,0 7 0-16,0-1 0 15,0 7 0-15,0-3 0 16,0 4 0-16,0 0 0 16,0 0-7-16,0 0-30 15,0 0-18-15,0 0-35 0,0 0-50 16,0 0-213 0,0 5-272-16</inkml:trace>
          <inkml:trace contextRef="#ctx0" brushRef="#br0" timeOffset="13081.5493">-1399 14454 142 0,'0'0'122'0,"0"0"-27"16,0 0-17-16,0 0-21 16,0 0-3-16,0 0 3 15,0-2-8-15,0 2 0 16,0 0 4-16,0 0 2 15,0 0 1-15,0 0 1 16,0 0-1-16,3-4 11 16,-3 4-11-16,4 0-8 0,-1-4-11 15,2 4-3-15,-5 0-1 16,3-4-8-16,1 4-4 16,2 0-3-16,-1-1-5 15,9-3-7-15,1 4 12 16,-2 0-3-16,4 0 1 15,6 0 4-15,-3 0 2 16,4 0-5-16,1 0 1 16,3 0-11-16,-3 0 9 15,-3 0-3-15,0 0-1 16,-4 0-4-16,1 0-2 16,-6 0-6-16,2 0 6 15,4 0-6-15,-6 0 2 16,2 0 5-16,-2 4-6 15,2-4 9-15,4 1-4 0,-1 3 3 16,-1 0-8 0,1 0 8-16,1-2-8 0,-4 1 0 15,2 1 6-15,3 0 2 16,-4-2-8-16,3-2 0 16,-1 0 12-16,-1 4-5 15,1-4-7-15,-3 3 8 16,-5-3-8-16,2 0-1 15,-2 0 8-15,5 0 0 16,-5 0-8-16,5 0 7 16,0 0 5-16,2 0-9 15,-2 0-2-15,-2 0 1 16,6 0-1-16,-4 0 1 16,-5 0-1-16,5 0 0 15,-8 0 0-15,1 0 1 0,-8 0-2 16,3 0-1-16,-3 0-13 15,0 0-37-15,0 0-19 16,0 0-23-16,-20 0-19 16,-15 0-66-16,7 0-123 0,6 0-242 0</inkml:trace>
          <inkml:trace contextRef="#ctx0" brushRef="#br0" timeOffset="14643.6821">-743 14257 35 0,'0'0'210'0,"0"0"-77"16,0 0-25-16,0 0-25 31,0 0 6-31,0 0-5 0,0 0 8 0,0-4-1 16,0 4-21-16,0 0-8 31,0 0 6-31,0 0-3 16,0 0-17-16,0 0-6 0,0 0-5 0,0 0-11 15,0 0-7-15,0 0 0 16,0 0 1-16,0 0-4 15,0 0-7-15,0 0 1 0,0 0 0 16,0 0-10-16,0 0 1 16,3 0 7-16,19 4 2 15,3 9 9-15,5-1-6 32,0 5-3-32,2 0-1 0,-1-4-8 0,1-1 6 15,2 1 12-15,-6 0-9 16,-3-4-3-16,-3-1 2 31,-4 1-8-31,-3-5 0 0,-8 2 0 0,-2-2 1 16,0-1-1-16,-5-1-1 31,0-2 0-31,0 0 0 0,0 0 0 0,0 0 2 16,0 0-1-16,0 4 0 0,0-4-1 15,0 2 0-15,0 5 1 16,0-1 6-16,-10 3-6 31,-8 5 13-31,-7-1 1 0,0 0-3 0,-6 0-5 16,6 4-6-16,0-2 0 15,0-2 0-15,2 4 0 16,-1-3-1-16,1-1 6 16,3-1-5-16,1-1 1 15,6-2-2-15,-5-3 1 31,3 4-1-31,1-3 1 0,-4-1 7 0,3 1-7 16,-2 3-1-16,2-5 2 16,0 3-2-16,2-3-1 15,-2 3 1-15,5-4 2 0,-7 1-1 16,7-3 2-16,3 2-3 16,4-4 1-16,-1 4-1 15,4-4 1-15,0 0-1 16,0 0 1-16,0 0-1 15,0 0 6-15,0 0-5 16,0 0 0-16,0 0 25 16,0 0-15-16,7 0-10 15,15 0 0-15,0-8 6 16,-1-3-7-16,8 2 0 16,-1-5 0-16,2-3 0 15,-1 4 0-15,-1 0 1 16,-3 0 0-16,-3 4 0 0,0-1 0 15,-2 1-1-15,3-4 0 16,-1-5 0-16,0 4 0 16,-1 3 4-16,-2-2-4 15,-6 0 0-15,2 0 1 16,-1 0 0-16,-3 3 2 16,-4 1-2-16,1-3 0 15,-4 3 1-15,2 0-1 16,-1-1 0-16,2-1 0 15,-4 0-1-15,4-3 1 16,-4 9-1-16,-3-1 0 16,0-1 0-16,0 3 0 15,0-2 1-15,0-1-1 0,0 1 0 16,-3-3-1-16,-12 1 1 16,-7 3-1-16,1 1 0 15,-5-2 0-15,5 2-8 16,-4 1 8-16,3 1 1 15,-3 2 0-15,3-4 1 16,5 0 0-16,-1 0 0 16,-2 4 1-16,8-1-1 15,-3-3 0-15,-3-1 0 16,3 5 0-16,-2-2-1 16,-1 2 0-16,3-4 0 15,1 1 0-15,2-1 1 0,6 2-1 16,-1 2-3-16,-3 0 3 15,2-4 1-15,-4 4 0 16,0 0-1-16,2-4-3 16,0 4 0-16,4 0-20 15,-3 0-15-15,6 0-18 16,-2 0-8-16,5 0-21 16,0-3-27-16,5 1-201 15,13-6-573-15</inkml:trace>
          <inkml:trace contextRef="#ctx0" brushRef="#br0" timeOffset="-7687.1572">-357 13206 324 0,'0'0'125'0,"0"0"-38"0,0 0-19 15,0 0-12-15,0 0 3 16,0 0-17-16,0 0-12 15,0-3 2-15,0 3 9 16,0 0 2-16,0 0-14 16,0 0-12-16,0 0 2 15,0 0-8-15,0 0 5 0,0 0-1 16,0 0 1-16,0 0 0 16,0 0-6-16,0 0 4 15,0 0-5-15,0 0 0 16,0 0-1-16,0 0 7 15,0 0-4-15,0 3-2 16,0 10 18-16,0 1-11 16,0-1-3-16,0 6 8 15,0-1 6-15,0 5 17 16,0 0-17-16,-3 3-1 16,-1-4-7-16,-1 1-4 15,2 0-2-15,-1 0 1 16,1 0-1-16,-2-4-4 15,3 3 0-15,-1 3 1 0,-2-1 4 16,3 2-1-16,-3-1-4 16,5 5 3-16,-3-2 4 15,3-2-5-15,-3 2-5 16,3 2 1-16,-4-6-1 16,-4 3 0-16,5-1 4 15,-1 0 3-15,1-5-7 16,3 2-4-16,-3 1 8 15,3-1-9-15,-5 1 10 16,5 3-5-16,-5 0-4 16,3-1 6-16,2 2-6 15,-3-5 4-15,-1 3-5 16,4-1 1-16,0-1 6 0,0-1-7 16,0-1 1-16,0 1-1 15,0 3 1-15,0-2 5 16,0-2-1-16,0 1-5 15,0 3 6-15,0-3-5 16,4-1-1-16,-1-3 8 16,-1 4-8-16,3-8 6 15,0 5-6-15,-2-4 5 16,0 0-5-16,1-1 0 16,-1-1-1-16,0 0 2 15,-3-1 5-15,5 0-7 16,-5 4 0-16,4-4 1 15,-1 2 0-15,0 6-1 16,-3-6 0-16,5 6 0 16,-3-4 0-16,-2 0 1 0,5 0-1 15,-5-2 1-15,3 5-1 16,-3-5 0-16,0 6 1 16,0-6 0-16,0 3-1 15,0 1 0-15,0-2 1 16,0-2-1-16,0 5 1 15,2-5 0 1,-2 2-1-16,0 0 0 16,0-5 0-16,0 5 0 15,0-4 1-15,5-2-1 16,-5 6 0-16,3 0 1 16,1 2-1-16,-1-2 0 15,2-2 0-15,-1 3 0 0,-1-5 0 16,-3 2 0-1,0 2 1-15,5 0 2 0,-5-4-3 16,0-2 0-16,0 2 0 16,0 4 1-16,0-4-1 15,0 2 0-15,0 2 1 0,0-2-1 16,0-1 0-16,0-1 2 16,0 4-1-16,0-4-1 15,0-2 0-15,-8 6 1 16,4-4-1-16,-1 5 1 15,2-3 0-15,-1-2 0 16,1 0 0-16,-2 1 0 0,3-1-1 16,2-4 1-16,-3 4-1 15,3 1 2-15,0-5-1 16,-5 0 1-16,5 1 6 16,0-5-8-16,0 5 0 15,-2-3 1-15,2-3 0 16,0-2 0-16,0 2 0 15,0-4 8-15,0 4-8 16,0-4 5-16,0 0 4 16,0 0 6-16,0 0-2 15,0 0 0-15,0 0-2 16,0 0-5-16,0 0-1 16,0 0-4-16,-5 0-2 0,2 0-22 15,0-14-43 1,-6-4-21-16,6-11-37 0,-4 5-36 15,4 1-236-15</inkml:trace>
          <inkml:trace contextRef="#ctx0" brushRef="#br0" timeOffset="38462.0501">-762 14367 396 0,'0'0'139'16,"0"0"-38"-16,0 0-12 16,0 0 15-16,0 0-21 15,0 0-10-15,0 0-2 16,-3-2 2-16,3 2-23 16,-4 0-9-16,4 0 1 15,0 0-12-15,-3 0-5 16,3 0 4-16,0 0-5 0,-3 0-15 15,-4 0 1-15,-1 0-9 16,1 0 0-16,-5 0 11 16,2 0-12-16,0 6 6 15,5-2 5-15,4-4-5 16,1 1 1-16,0-1-6 16,-5 8-1-16,5-2 0 15,-7 7-1-15,4 2 1 16,-9 6 1-16,5-3 0 15,-1-1 14-15,3-7-14 0,3-5 1 16,2-5-2 0,0 4 1-16,0-4 25 15,0 0 3-15,0 0-9 0,0 0 14 16,0 0-18-16,0 0 1 16,0 0-8-16,0 0-9 15,0 0-9-15,0 6-1 16,-3 1 10-16,3 6 1 15,-4 1 0-15,1-1-1 16,-5 1 0-16,4-3-1 16,1 2 2-16,0 4-2 15,-1 6 1-15,1 7 0 16,-2 2 5-16,-2 6-3 16,1 1-1-16,2-3 6 15,1-4-7-15,3-12 1 16,0-4-1-16,0-10 1 15,0-6 7-15,0 0 2 0,0 0 20 16,0 0-9-16,3-9-21 16,11-10 7-16,1-3-7 15,-5 0 0-15,1-3 1 16,-4 3 0-16,0-5-1 16,-2 1-1-16,-5 2 0 15,3-7 0-15,-3-1 0 16,0 2 1-16,0 6 4 15,2-3-4-15,-2 4 0 16,0 2 0-16,0 8 0 16,0 2-1-16,0 0 1 15,0 5-1-15,0 2 1 16,0 0 0-16,0 4 0 0,0 0-1 16,0 0 1-16,0 0-2 15,0 0-7-15,0 0 8 16,0 0-11-16,0 4 3 15,0 13 9-15,5 2 0 16,-5 4 0-16,3 3 0 16,-3-4 0-16,0 6 0 15,4-9 3-15,-4-3-6 16,0-2 6-16,0-9-5 16,0 3 2-16,0-6 0 15,0-2 2-15,0 0 4 16,0 0 0-16,5 0 7 15,1-2-6-15,3-15-4 16,1-2-6-16,-4-7 3 16,1-2 0-16,1 2-1 0,-1-2 1 15,0-2 0-15,1 2 0 16,2 1-1-16,-3 3 0 16,1 3 0-16,-4 8 0 15,-1 7 0-15,0 2 0 16,-3 4 0-16,0 0 1 15,0 0-9-15,0 0 8 16,0 0-5-16,0 0 5 16,0 0 1-16,0 0 0 15,0 0 0-15,0 0 0 0,0 0 0 16,0 0 1 0,0-5 5-16,0-5-2 0,4-3-4 15,-1-7-7-15,4 1 1 16,-6 1-3-16,-1 3 2 15,0 5 7-15,0-1 0 16,0 6 1-16,0 1-1 16,0 4 0-16,0 0-4 15,0 0 3-15,4 0-14 16,-1 0 5-16,7 9 2 16,5 12 7-16,0 7 2 15,7 3-1-15,0-3 0 16,-1 2 0-16,8-3 1 15,-1-3 5-15,-3-1-6 16,4-6 6-16,-8-4 6 0,-2-7-11 16,-4-1 8-16,-8-1-8 15,-4-4 0-15,-1 4 12 16,-2-4-13-16,0 0 0 16,0 0 2-16,0 0 8 15,0 3-9-15,-15 3-1 16,-16 0 11-16,-7 7-10 15,-2 0 0-15,0 0 0 16,1 0 0-16,2 2-1 16,4 1 1-16,1-6 0 15,7 3-1-15,7-7-1 16,4 1 0-16,3-1 1 16,2-2 6-16,4-2-6 0,-1-2-1 15,1 3 1 1,5-3 5-16,0 0-5 0,0 0 9 15,0 0-7-15,0 0 6 16,0 0-8-16,0 0 2 16,0 0-1-16,0-5-1 15,5-12-5-15,15-2 4 16,13-4 1-16,-1 0-1 16,8-4-34-16,-5 5 26 15,-5 1 8-15,-5 10-8 16,-11 0 9-16,-8 9 0 15,-1 2-1-15,-5 0-7 0,0 0 2 16,0 0 6-16,0 0-18 16,0 0 10-16,-11 5 8 15,-11 9 0-15,0-1 6 16,0 0-3-16,6-7-3 16,4 1 1-16,2-7 8 15,2 2-2-15,4-2-7 16,4 0 1-16,0 0 5 15,0 0 7-15,0 0-13 16,0 0 7-16,0-9-7 16,15-5-1-16,-1 1 0 15,1 2 0-15,-4-6 1 16,0 4 1-16,-5 0 6 16,-1 1-7-16,-1 3 0 15,-4-2 0-15,0 9 1 0,0-2-2 16,0 4-6-16,0 0 5 15,0 0-15-15,-19 0 15 16,-3 0 2-16,1 6 4 16,2 1-4-16,9-1-2 15,-1-2 2-15,1-4 4 16,1 0-3-16,2 0-2 16,1 0-2-16,4 0 3 15,-3 0 0-15,5 0 0 16,0 0-6-16,0-14-3 15,0 5-7-15,20-4-25 16,9 0-14-16,-11 3-4 16,4 1-36-16,-11 5-187 15,-4 4-358-15</inkml:trace>
          <inkml:trace contextRef="#ctx0" brushRef="#br0" timeOffset="-1405.9167">-103 13722 179 0,'0'0'229'0,"0"0"-76"0,0 0-20 15,0 0-26-15,0 0-12 16,0 0-17-16,0 0-27 16,0-6-11-16,0-2 2 15,0-2 10-15,0 1-17 16,0-1-7-16,5-1-17 15,10 2 15-15,-2-1-7 16,6 5-9-16,3-3 5 16,4 3-4-16,6-3 8 15,0 6 9-15,0-2-4 16,-2 4 1-16,-5 0 1 16,-3 0-11-16,-6 0-5 15,-1 6-3-15,-3 7-6 0,-5 4 1 16,-4-2-1-16,0 6 1 15,-3-2-1-15,0 2 0 16,0 2 5-16,0-1-4 16,-3 3-1-16,-15 1 9 15,4 1 0-15,-4 1-4 16,0-6-4-16,-1 1 6 16,1 0-6-16,4-7-1 15,3-2 1-15,1-5 4 16,3-3-5-16,-1-2 9 15,-4-4-8-15,7 0 15 16,-7 0-7-16,-3 0-8 16,5 0 4-16,-7 0-5 15,6-6-1-15,-1-2 0 16,5 3-1-16,1-3 1 0,-3 6-1 16,6 2 1-16,3 0 1 15,0 0-1-15,0 0 1 16,0 0 0-16,0 0-1 15,0 0 2-15,0 0-1 16,0 0 0-16,0 0 0 16,0 0-1-16,0 0 0 15,0 0-1-15,0 0 0 16,15 0 1-16,3 0 1 16,7 0 0-16,7 0 0 15,2 0 1-15,4 2 4 16,2 2 5-16,4 0-1 0,-1 1 2 15,-3-1 1 1,-1 2 0-16,-7-2 0 0,-6 0-5 16,-6-4 2-16,-1 4-9 15,-4-4 8-15,-8 2-2 16,-1-2-6-16,-1 0 1 16,-5 0-1-16,0 0-1 15,0 0 1-15,0 0-1 16,0 0 0-16,0 0 0 15,0 0-16-15,0 0-32 16,0 0-16-16,0 0-34 16,0 0-40-16,-10 0-363 0</inkml:trace>
          <inkml:trace contextRef="#ctx0" brushRef="#br0" timeOffset="882.6008">797 13291 38 0,'0'0'105'0,"0"0"-37"15,0 0-3 1,0 0 33-16,0 0-26 16,0 0-7-16,0 0-6 15,0-13-1-15,0 13-24 0,0 0 1 16,0 20 13-16,0 11 5 15,0 4 64-15,-9 5-33 16,-1-2-52-16,4-4-9 16,-3-6-9-16,8-5-1 15,-4-4-4-15,1-2-9 16,-7 2-17-16,-1-2-76 16,7-8-191-16</inkml:trace>
        </inkml:traceGroup>
      </inkml:traceGroup>
    </inkml:traceGroup>
  </inkml:traceGroup>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4:20.106"/>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05326081-C143-4754-A151-7C18FEEBFB93}" emma:medium="tactile" emma:mode="ink">
          <msink:context xmlns:msink="http://schemas.microsoft.com/ink/2010/main" type="writingRegion" rotatedBoundingBox="6612,14449 6028,17658 4711,17418 5295,14209"/>
        </emma:interpretation>
      </emma:emma>
    </inkml:annotationXML>
    <inkml:traceGroup>
      <inkml:annotationXML>
        <emma:emma xmlns:emma="http://www.w3.org/2003/04/emma" version="1.0">
          <emma:interpretation id="{40FE0156-2814-42EF-B4A4-E3492F095F8A}" emma:medium="tactile" emma:mode="ink">
            <msink:context xmlns:msink="http://schemas.microsoft.com/ink/2010/main" type="paragraph" rotatedBoundingBox="6612,14449 6028,17658 4711,17418 5295,14209" alignmentLevel="1"/>
          </emma:interpretation>
        </emma:emma>
      </inkml:annotationXML>
      <inkml:traceGroup>
        <inkml:annotationXML>
          <emma:emma xmlns:emma="http://www.w3.org/2003/04/emma" version="1.0">
            <emma:interpretation id="{269CC4F5-3C76-4BBF-A2A4-F01C49B080FF}" emma:medium="tactile" emma:mode="ink">
              <msink:context xmlns:msink="http://schemas.microsoft.com/ink/2010/main" type="line" rotatedBoundingBox="6612,14449 6028,17658 4711,17418 5295,14209"/>
            </emma:interpretation>
          </emma:emma>
        </inkml:annotationXML>
        <inkml:traceGroup>
          <inkml:annotationXML>
            <emma:emma xmlns:emma="http://www.w3.org/2003/04/emma" version="1.0">
              <emma:interpretation id="{24BADB10-7A98-4835-823C-AA042C148949}" emma:medium="tactile" emma:mode="ink">
                <msink:context xmlns:msink="http://schemas.microsoft.com/ink/2010/main" type="inkWord" rotatedBoundingBox="5818,14304 5732,14776 5353,14707 5439,14235"/>
              </emma:interpretation>
            </emma:emma>
          </inkml:annotationXML>
          <inkml:trace contextRef="#ctx0" brushRef="#br0">4031 12277 182 0,'0'0'114'0,"0"0"-6"0,0 0 2 15,0 0-2-15,0 0 2 16,0 0-8-16,-5-6-22 15,5 3-15-15,0 3 11 16,0-4-3-16,0 2-20 16,0-6-18-16,0 3-8 15,5-3 1-15,15-1-14 16,5-1-8-16,8 3-5 0,3 1 9 16,4 2-1-1,-7 4-8-15,-1 0 16 0,-7 0 1 16,-10 17-10-16,-5 12-6 15,-10 6-1-15,0 10 18 16,0-4 3-16,-25 2-3 16,-3-7 8-16,-6-6-5 15,2 0 1-15,-4-7-11 16,4-4 1-16,-5-3 3 16,4-2 0-16,6 0-4 15,2-5-6-15,6 1-4 16,4-5-1-16,9-1 1 15,2 0-2-15,4-4 1 16,0 3 0-16,0-3 0 16,0 0 0-16,0 0 14 0,22 0-6 15,6 2 4-15,13 2-5 16,2-4 0-16,-1 4-1 16,1-4-6-16,-3 0 0 15,-8 0 1-15,2 0-2 16,-9 0-7-16,-7 4-13 15,-8-2-27-15,-6 5-33 16,-4 8-43-16,0-2-170 16,-10 4-114-16</inkml:trace>
        </inkml:traceGroup>
        <inkml:traceGroup>
          <inkml:annotationXML>
            <emma:emma xmlns:emma="http://www.w3.org/2003/04/emma" version="1.0">
              <emma:interpretation id="{8F7EC5AD-B5BE-49AA-A4DA-C11EE07821D3}" emma:medium="tactile" emma:mode="ink">
                <msink:context xmlns:msink="http://schemas.microsoft.com/ink/2010/main" type="inkWord" rotatedBoundingBox="6428,15459 6028,17658 4711,17418 5111,15219">
                  <msink:destinationLink direction="with" ref="{09793215-9EBF-47E1-BD69-57B9A01E58EE}"/>
                </msink:context>
              </emma:interpretation>
            </emma:emma>
          </inkml:annotationXML>
          <inkml:trace contextRef="#ctx0" brushRef="#br0" timeOffset="6235.8768">4178 13623 322 0,'0'0'206'0,"0"0"-98"16,0 0-15-16,0 0-11 15,0 0 21-15,0 0-1 16,0 0-38-16,0 0-38 16,10 0-4-16,8 0 11 0,4 0 13 15,3 0-18-15,7 0 2 16,2 0 6-16,-3 0-7 15,1 0-8-15,-9 8-10 16,-9 7-2-16,-2 7-3 16,-9 4-5-16,-3 2-1 15,0 4 7-15,0-2 9 16,-7 2-14-16,-11-6 8 16,-1-5 7-16,-2 0-6 15,-1-6-1-15,-1-2 1 16,-4-6-9-16,2 3 17 15,-4-5-18-15,4-1 11 16,3 0 1-16,4 0-12 16,3-4-1-16,2 2 0 0,4-2 1 15,3 3-1-15,4 1 0 16,2-2-1-16,0-2 1 16,0 4 0-16,0-4 0 15,0 0 0-15,0 3 0 16,0-3 7-16,12 0-7 15,9 4 0-15,9-4 1 16,2 0 11-16,0 0-12 16,0 0 0-16,0 0 1 15,-2 0 0-15,-2 0-1 16,-1 0 1-16,-5 0 2 16,-6-4-2-16,-4 1-1 15,-5-1-13-15,-6 2-19 0,-1-2-21 16,0 1-30-1,0 1-134-15,0-6-194 0</inkml:trace>
          <inkml:trace contextRef="#ctx0" brushRef="#br0" timeOffset="9966.7593">4593 13332 147 0,'0'0'191'15,"0"0"-64"-15,0 0-22 16,0 0-7-16,0 0 3 16,0 0 12-16,0 0-31 15,0-26-8-15,0 26-18 16,0 0-18-16,0 0 2 15,0 0-3-15,0 0 2 16,0 0-12-16,0 0 1 0,0 0-5 16,0 0-6-1,0 0-8-15,0 0-8 0,0 23 25 16,0 3 3-16,0 2 10 16,0-2-15-16,0-3-6 15,0-3 0-15,0-3-8 16,0-4 5-16,3 0-14 15,-3-4 7-15,0 1 0 16,0 3-6-16,0-4-1 16,0 5 0-16,0-1 1 15,0-4 12-15,0 4-13 16,0-3 0-16,-7-1-1 16,-4-3-1-16,6 5-43 15,-9-5-17-15,1 3-16 0,1-1-79 16,7-6-165-16,5 1-408 15</inkml:trace>
          <inkml:trace contextRef="#ctx0" brushRef="#br0" timeOffset="13216.0137">4362 14299 352 0,'0'0'180'0,"0"0"-30"15,0 0 6-15,0 0-29 16,0 0-24-16,0 0-8 16,0 0-24-16,13-27-13 15,-6 25-19-15,-7-5 12 16,0 3-2-16,0 4 1 0,0-2-23 16,0 2-2-16,0 0-6 15,0 0-19-15,0 0-1 16,0 9 1-16,0 19 18 15,-7 0 3-15,1 2-5 16,2 2-3-16,1-6-3 16,3-5 0-16,0 0-8 15,0-6 6-15,0-2 0 16,0-6-1-16,0-1-1 16,0 0-6-16,0 1-24 15,0-3-33-15,0 2-39 16,0-3-57-16,0-3-249 0</inkml:trace>
          <inkml:trace contextRef="#ctx0" brushRef="#br0" timeOffset="11435.1654">3825 14808 104 0,'0'0'293'0,"0"0"-124"0,0 0-38 16,0 0-11-16,0 0 1 15,0 0-14-15,0 0-26 16,0-4-19-16,0 4-12 16,0 0-11-16,0 0-9 15,0 0-5-15,4-3-1 16,7 3 4-16,-1 0-15 16,0-2 6-16,-3 2-5 15,5 0-8-15,-2 0 1 16,5 0 1-16,0 0-1 15,2 0 6-15,4 0-6 16,1 0-5-16,3 0 14 0,2 0-9 16,0 0 6-16,4 0-11 15,0 2 8-15,-1-2 1 16,1 3 4-16,-2 5-15 16,-1-6 9-16,2 5-2 15,-1-5-7-15,-1 6-1 16,-3-2 1-16,0 2 1 15,5-2 9-15,-1 1-9 16,3-5-1-16,-2 5 13 16,-5-3-6-16,-8 2-7 15,1-2 5-15,-6-2-4 16,-2-2-1-16,1 0 0 0,-4 3 2 16,3-3-1-16,2 0 12 15,-2 0-13-15,5 0 1 16,-5 0-1-16,5 0 1 15,-10 0 4-15,8 0-5 16,-6 0-19-16,0 0-10 16,1 0-2-16,-1 0-5 15,3 0-1-15,-3 0-3 16,1 0-20-16,-5 0-40 16,2 0-108-16,-5 0-117 0</inkml:trace>
          <inkml:trace contextRef="#ctx0" brushRef="#br0" timeOffset="12559.902">3929 14393 371 0,'0'0'132'0,"0"0"-41"15,0 0 18-15,0 0 8 16,0 0 7-16,0 0-27 16,0 0-17-16,0 0-25 0,0 0-12 15,7 0-2-15,4 0-18 16,8 4 2-16,2 6-7 15,-1-1 6-15,11 4-1 16,-3-2 13-16,-3 6-8 16,0-3-9-16,-6-1-6 15,-9-4-12-15,-2-3 0 16,-5 5 10-16,-3-5-10 16,0 7-1-16,0 0 1 15,-3 0 10-15,-17 3-10 16,-4 1 12-16,4-4-7 15,-3-3-5-15,0-3 10 16,11-5-5-16,-3-2-3 16,3 0-3-16,5 0 1 15,1 0 5-15,-3 0-5 0,6 0 7 16,3 0-3-16,0 0-5 16,0 0 0-16,0 0 1 15,0 0-1-15,8 0-11 16,12 0 10-16,7 0 0 15,2 0 1-15,-1 0-1 16,1 8 2-16,1-6-2 16,-10 1 2-16,-2 1-1 15,-6 2 0-15,-6-3 0 16,-6 1-12-16,0 2 12 16,0 1 0-16,0-1-4 15,0 3 4-15,-15 3 11 16,-6-5-11-16,1 3 1 15,-2-3 9-15,0-1-10 16,0-2 1-16,4-4-1 0,0 0 0 16,4 0-20-16,-1 0-5 15,0 0-11-15,5 0-28 16,-2 0-55-16,2 0-126 16,7 0-91-16</inkml:trace>
          <inkml:trace contextRef="#ctx0" brushRef="#br0" timeOffset="14684.397">3320 15256 377 0,'0'0'177'16,"0"0"-43"-16,0 0-28 15,0 0 14-15,0 0-22 16,0 0-6-16,0 0-15 16,0 0-28-16,0 0 2 0,0 0-3 15,0 0 11 1,10 0-18-16,9 0 7 0,-1 0-15 16,4 0 4-16,6 0-17 15,1 0 5-15,-1 0-14 16,9 0 5-16,0 0 6 15,1-2-10-15,2-2-5 16,-8 1 3-16,-2-1-4 16,-8 2 7-16,-5-2-8 15,-9 4-5-15,-1 0-1 16,-7 0 1-16,3 0 1 16,-3 0 0-16,0 0 7 15,0 0-7-15,0 0-2 16,0 0 1-16,0 0 0 0,3 0-1 15,1 0-2-15,1 0-10 16,-2 0-3-16,4 0 0 16,-4 0-15-16,-3 0-14 15,0 0-10-15,0 0-18 16,0 0-11-16,0-4-83 16,0 4-110-16,0-1-130 0</inkml:trace>
          <inkml:trace contextRef="#ctx0" brushRef="#br0" timeOffset="15606.1212">3616 15076 439 0,'0'0'166'0,"0"0"-79"0,0 0-27 16,0 0 5-16,0 0 13 15,0 0-5-15,0 0-17 16,0 0 12-16,0 4-2 16,0 4-3-16,0-3-17 15,7 5-1-15,6-1-7 16,6 3-2-16,2-2-11 15,4-1-5-15,1 1-6 16,-5-1 1-16,1 0 1 16,-4-1-8-16,-8-3-7 15,0 3 5-15,-1-4-5 16,-6 1 1-16,-3-1-2 0,0 2 0 16,0 1 1-16,0 3 0 15,-13 3 14-15,-9 0 2 16,-6 4 1-16,-2 0-11 15,4-4-7-15,1 0 6 16,7-3-5-16,1-1 0 16,6-1 0-16,-3-3 0 15,1 5 7-15,4-3-6 16,-2-1-1-16,4 1 0 16,-1-1 4-16,4-2-5 15,4 0 0-15,0-4 0 16,0 1 0-16,0-1 0 15,0 0 7-15,0 0 1 0,0 0 0 16,0 0 13-16,0 0 2 16,0 0-1-16,0 0-21 15,0 0 8-15,0-9-8 16,0-4 10-16,0 0-11 16,4-2 0-16,4-6 0 15,-5 2 2-15,4-7 4 16,1 1-5-16,-1-1-2 15,-5 0 1-15,6 3-1 16,-3 1 1-16,-5 6 1 16,2 5-1-16,-2 1 0 15,0 6 0-15,0 2-1 16,0 2 0-16,0 0-8 16,0 0-13-16,0-4-7 15,0 4-27-15,0 0 5 0,-2 0-15 16,-13 0-16-16,0 0-82 15,5 0-95-15,-2-3-121 0</inkml:trace>
        </inkml:traceGroup>
      </inkml:traceGroup>
    </inkml:traceGroup>
  </inkml:traceGroup>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4:54.907"/>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B0EAE975-68AC-4832-9E5D-67D56DEDF6A9}" emma:medium="tactile" emma:mode="ink">
          <msink:context xmlns:msink="http://schemas.microsoft.com/ink/2010/main" type="writingRegion" rotatedBoundingBox="8156,15448 7684,17531 6828,17337 7301,15254">
            <msink:destinationLink direction="with" ref="{27D7FFD5-0085-47C9-8AB4-51B23C456216}"/>
          </msink:context>
        </emma:interpretation>
      </emma:emma>
    </inkml:annotationXML>
    <inkml:traceGroup>
      <inkml:annotationXML>
        <emma:emma xmlns:emma="http://www.w3.org/2003/04/emma" version="1.0">
          <emma:interpretation id="{336A42D9-DEA1-41C9-BE92-2042AE3D0A80}" emma:medium="tactile" emma:mode="ink">
            <msink:context xmlns:msink="http://schemas.microsoft.com/ink/2010/main" type="paragraph" rotatedBoundingBox="8156,15448 7684,17531 6828,17337 7301,15254" alignmentLevel="1"/>
          </emma:interpretation>
        </emma:emma>
      </inkml:annotationXML>
      <inkml:traceGroup>
        <inkml:annotationXML>
          <emma:emma xmlns:emma="http://www.w3.org/2003/04/emma" version="1.0">
            <emma:interpretation id="{D75EA459-5D70-46B1-9FAA-542C342CB47E}" emma:medium="tactile" emma:mode="ink">
              <msink:context xmlns:msink="http://schemas.microsoft.com/ink/2010/main" type="line" rotatedBoundingBox="8156,15448 7684,17531 6828,17337 7301,15254"/>
            </emma:interpretation>
          </emma:emma>
        </inkml:annotationXML>
        <inkml:traceGroup>
          <inkml:annotationXML>
            <emma:emma xmlns:emma="http://www.w3.org/2003/04/emma" version="1.0">
              <emma:interpretation id="{66BECABA-3F4A-49D7-85E3-4EBF9A64A1AF}" emma:medium="tactile" emma:mode="ink">
                <msink:context xmlns:msink="http://schemas.microsoft.com/ink/2010/main" type="inkWord" rotatedBoundingBox="8156,15448 7684,17531 6828,17337 7301,15254"/>
              </emma:interpretation>
              <emma:one-of disjunction-type="recognition" id="oneOf0">
                <emma:interpretation id="interp0" emma:lang="" emma:confidence="1">
                  <emma:literal/>
                </emma:interpretation>
              </emma:one-of>
            </emma:emma>
          </inkml:annotationXML>
          <inkml:trace contextRef="#ctx0" brushRef="#br0">6160 14231 386 0,'0'0'168'0,"0"0"-27"15,0 0 21-15,0 0-5 16,0 0-35-16,0 0-27 0,0 0-28 15,0-27-5-15,0 22-18 16,0 1-5-16,0 0 0 16,0 0-1-16,0 3-12 15,0 1 0-15,0 0-2 16,0 0-1-16,0 0-16 16,0 0 5-16,0 0 1 15,0 0-3-15,0 0 2 16,0 0-6-16,0 0-5 15,0 0 0-15,0 0-1 16,0 9 8-16,0 14-8 16,0 3 9-16,0 0-2 15,0 0 0-15,0-6 2 0,0-1-2 16,0-6 2-16,0-3-8 16,0-3 1-16,0-5-1 15,0-2 1-15,0 4 4 16,0-4 1-16,0 0-6 15,0 0 5-15,0 0-6 16,0 0 0-16,0 0-28 16,0 0-27-16,0 0-23 15,-4 4-34-15,1-3-105 16,0 3-279-16</inkml:trace>
          <inkml:trace contextRef="#ctx0" brushRef="#br0" timeOffset="-748.8204">5845 14259 337 0,'0'0'164'16,"0"0"-43"-16,0 0-15 15,0 0 8-15,0 0-23 16,0 0-7-16,0 0-8 16,-10-19-9-16,10 15-9 0,0 4-18 15,0 0 4-15,0 0-12 16,0 0-13-16,0 0-2 15,0 0-17-15,9 0 6 16,7 8 7-16,6 5 9 16,5 2-4-16,-10 3 6 15,-2-1-16-15,-5-6 5 16,-2 2-11-16,-5-5-1 16,-3-3 1-16,0 3-1 15,0-2 8-15,0 1 1 16,-6-1-9-16,-14 3 0 15,-7 1 7-15,-3-3 5 0,5-1-13 16,5-2 0-16,1-1 1 16,6-1 0-16,4 2 0 15,1-2-1-15,8 2 0 16,-3-4 1-16,3 3 5 16,0 1-6-16,0 2 0 15,0-1 1-15,0 3-2 16,15-2 2-16,7 1 4 15,-1 3-5-15,-1-1 0 16,2 0 1-16,-7 1-1 16,0 1 0-16,-5-2 0 15,-3-3 2-15,0 3-1 16,-7-1-1-16,0 1 1 16,0 0 10-16,0 0-5 15,0-3-5 1,-10 1 9-16,0-1-8 0,-2-2 7 15,0-2-7-15,-3 2 10 16,-2-4-6-16,2 0-5 16,-1 0-2-16,2 0-24 15,-1 0-10-15,2 0-20 16,8 0-28-16,5 0-116 0,0 0-200 0</inkml:trace>
          <inkml:trace contextRef="#ctx0" brushRef="#br0" timeOffset="1655.9509">5844 15084 101 0,'0'0'349'0,"0"0"-168"15,0 0-40-15,0 0-11 16,0 0-4-16,0 0-29 15,0 0-13-15,6-8-24 16,-6 8-16-16,0 0 4 16,0-2-6-16,0 2-4 15,0 0-4-15,0 0 1 16,0 0-4-16,0 0-12 0,0 0-3 16,0 0 3-1,0 0-12-15,0 0-7 0,0 0-1 16,0 0 1-16,0 0 1 15,4 14 10-15,-1 1-1 16,5 6 3-16,-1 2-4 16,0 1-1-16,1 1 1 15,2-3 3-15,-3 1-1 16,5-2 1-16,-6-1-5 16,8-1 4-16,-6-2-4 15,-1-2-6-15,1-2 6 16,-1 0 2-16,-4-7-8 15,0 2 0-15,2-3 0 16,-1-1 5-16,-1 0-5 16,-3 0-1-16,0-4 1 0,3 0 6 15,-3 0-5 1,0 0-1-16,0 0-1 0,0 0-26 16,0 0-24-16,0 0-19 15,0 0-36-15,0 0-172 16,0-14-470-16</inkml:trace>
          <inkml:trace contextRef="#ctx0" brushRef="#br0" timeOffset="2561.9128">6110 14871 358 0,'0'0'146'0,"0"0"-35"15,0 0-13-15,0 0 16 16,0 0 8-16,0 0-7 16,0 0-16-16,3-7-21 15,-3 7-16-15,0 0-4 16,0 0-17-16,0 0-12 15,0 0 6-15,0 0-15 16,0 0 11-16,0 0-15 16,0 0-5-16,0 0 4 15,0 0-2-15,0 0-7 0,0 0 1 16,0 0-6 0,0 0 8-16,0 0-8 0,0 0-1 15,0 7 0-15,0 5 16 16,0 8-6-16,-3-5-4 15,3 6 4-15,-4-6 3 16,4-2-5-16,0 0-8 16,0-3 0-16,0-5 1 15,0 3 0-15,0-8 6 16,0 4-6-16,0-4-1 16,0 0 6-16,0 0-4 15,0 0-2-15,0 0-30 16,0 0-32-16,-6 0-41 15,-6 2-135-15,7-2-164 0</inkml:trace>
          <inkml:trace contextRef="#ctx0" brushRef="#br0" timeOffset="-1888.2958">5648 14786 101 0,'0'0'136'0,"0"0"-80"0,0 0 10 15,0 0 5-15,0 0-2 16,0 0-7-16,0 0-1 16,0 0 8-16,0 0-2 15,0 0-7-15,0 0 5 16,0 0-17-16,0 0-5 16,0 0 9-16,0 0 6 15,0 0-4-15,0 0-12 16,0 0 1-16,0 0-10 0,0 0-1 15,0 0 3 1,0 0-7-16,0 0-1 0,0 0-11 16,0 0 4-16,0 0-4 15,0 0-1-15,0 0 2 16,0 0-5-16,0 0 0 16,0 0-2-16,0 0-9 15,0 0 8-15,0 0-8 16,7 0 12-16,8 0-13 15,1 0 10-15,0 0-10 16,-1 0 10-16,3 0 1 16,4 0-11-16,-1 0 1 15,8 0 8-15,-1 0-2 16,6 0 2-16,1 0 0 16,2 0 0-16,3 0-1 0,-5 0 0 15,0 0-1-15,2 0-1 16,-4 0-5-16,-4 0 7 15,-1 0-7-15,-6 0 1 16,0 0 4-16,-2 0-5 16,0 0 0-16,-7 0 8 15,2 0-9-15,0 0 1 16,-3 0 0-16,3 2 1 16,-7 1-1-16,4-3 0 15,-5 0-1-15,-1 4 2 16,4-4-2-16,-10 0 2 15,2 0 2-15,-2 0-4 0,0 0 0 16,0 0-20-16,0 0-23 16,0 0-19-16,-8 0-41 15,-21 0-47-15,1 0-122 16,1 0-138-16</inkml:trace>
          <inkml:trace contextRef="#ctx0" brushRef="#br0" timeOffset="-3965.9062">6019 13663 339 0,'0'0'164'0,"0"0"-53"0,0 0-1 16,0 0-38-16,0 0 28 16,0 0-22-16,0 0-38 15,0 0 12-15,12-6-24 16,1 2 7-16,2 0-2 16,9 4 6-16,-4 0 1 15,3 0-3-15,-3 0-14 16,2 0 3-16,-4 0-1 15,-4 14-8-15,-2 2-7 16,-6-1-8-16,-2 2 5 16,-4 1-1-16,0-3 2 15,0 2-8-15,0-4 1 16,0 3 9-16,-19-3-8 0,2 0 12 16,-1-4 5-16,-4 4-4 15,2 1-9-15,0-3-5 16,5 0-2-16,7 2 1 15,-1-7 0-15,3 0 0 16,-3 1 0-16,6-3 2 16,3-2-2-16,0-2 1 15,0 0 1-15,0 0-1 16,0 0 0-16,0 0 0 16,0 0 0-16,0 0 5 15,0 0 12-15,18 0 0 16,2 0 0-16,7 0-5 15,-2 0-4-15,-3 0 2 0,3 0-10 16,-6 0 5-16,2 0-5 16,-4 0 6-16,-2 0-5 15,-5 0-1-15,-2 0 0 16,-1 0 0-16,-7 0-1 16,0 0 0-16,0 0-26 15,0 0-29-15,0 0-38 16,-7 0-143-16,-8 0-271 0</inkml:trace>
          <inkml:trace contextRef="#ctx0" brushRef="#br0" timeOffset="-3325.4459">6369 13287 443 0,'0'0'161'0,"0"0"-70"16,0 0 9-16,0 0-1 16,0 0 14-16,0 0-28 15,0 0 5-15,0 59-2 16,0-35-25-16,0-1-20 16,0 3 2-16,0 1-7 0,0-1 4 15,0 3-7 1,0 1-10-16,0-2-2 0,6 0 0 15,-4-1-1-15,-2-5-4 16,3-1-11-16,-3-6-1 16,4-6 1-16,-4 3 2 15,0-11-8-15,3-1 12 16,-3 4-7-16,0-4-5 16,0 0 6-16,0 0-7 15,0 0-13-15,0 0-28 16,3 0-27-16,-3 0-36 15,6 0-268-15</inkml:trace>
          <inkml:trace contextRef="#ctx0" brushRef="#br0" timeOffset="-4903.1815">5710 14052 49 0,'0'0'87'0,"0"0"-9"0,0 0 33 15,0 0-2-15,0 0-29 16,0 0-21-16,0 0-14 16,-7-15 4-16,7 15-13 15,0-4-6-15,0 4 9 16,0-4 7-16,0 4-11 16,0-2-8-16,-1 2-9 15,1 0-1-15,0 0 13 16,0 0-2-16,0 0-4 15,0 0 4-15,0 0 21 16,0 0-1-16,0 0-9 16,0 0 0-16,0 0-1 0,0 0-5 15,0 0-6-15,0 0-11 16,0 0-1-16,0 0-1 16,0 0 2-16,0 0-1 15,0 0 2-15,0 0-8 16,1 0 1-16,13 0 0 15,4 0 2-15,0 0-1 16,4 2 5-16,0 6 3 16,0-4 3-16,-6 1-12 15,6-1 0-15,0 2 4 16,0-3-6-16,-1 3 4 16,4 2-5-16,5-5 6 0,-1-1 8 15,-4-2-14-15,3 0-6 16,-4 4 10-16,-1-4-2 15,-3 0-8-15,0 0 0 16,-6 0 8-16,4 0-8 16,-3 4-1-16,4-4 0 15,-4 0 1-15,5 0 6 16,1 0-7-16,-4 2 4 16,3-2-4-16,-3 0 0 15,-2 0-1-15,0 0 1 16,-2 0 1-16,2 0 7 15,-5 3-8-15,6-3-1 16,-1 0 1-16,-2 4-1 16,2-4 1-16,3 0 0 15,-4 0 1-15,4 0-1 0,-3 0 1 16,-1 0-1-16,-8 0 1 16,3 0 0-16,-6 0-1 15,0 0 1-15,6 0 0 16,-1 0 0-16,-3 0 0 15,-2 0 0-15,6 0-1 16,-6 0 0-16,-3 0 0 16,0 0-44-16,-12 0-50 15,-19 0-95-15,-9-4-335 0</inkml:trace>
        </inkml:traceGroup>
      </inkml:traceGroup>
    </inkml:traceGroup>
  </inkml:traceGroup>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6:25.022"/>
    </inkml:context>
    <inkml:brush xml:id="br0">
      <inkml:brushProperty name="width" value="0.08167" units="cm"/>
      <inkml:brushProperty name="height" value="0.08167" units="cm"/>
      <inkml:brushProperty name="color" value="#3165BB"/>
      <inkml:brushProperty name="fitToCurve" value="1"/>
    </inkml:brush>
    <inkml:brush xml:id="br1">
      <inkml:brushProperty name="width" value="0.08167" units="cm"/>
      <inkml:brushProperty name="height" value="0.08167" units="cm"/>
      <inkml:brushProperty name="fitToCurve" value="1"/>
    </inkml:brush>
  </inkml:definitions>
  <inkml:traceGroup>
    <inkml:annotationXML>
      <emma:emma xmlns:emma="http://www.w3.org/2003/04/emma" version="1.0">
        <emma:interpretation id="{65E62CEC-91E4-4D40-83DE-1EF49845FA83}" emma:medium="tactile" emma:mode="ink">
          <msink:context xmlns:msink="http://schemas.microsoft.com/ink/2010/main" type="writingRegion" rotatedBoundingBox="11056,12773 9460,16593 8372,16138 9968,12318"/>
        </emma:interpretation>
      </emma:emma>
    </inkml:annotationXML>
    <inkml:traceGroup>
      <inkml:annotationXML>
        <emma:emma xmlns:emma="http://www.w3.org/2003/04/emma" version="1.0">
          <emma:interpretation id="{A4E8593D-9921-42AE-89BF-EC62819CA1B2}" emma:medium="tactile" emma:mode="ink">
            <msink:context xmlns:msink="http://schemas.microsoft.com/ink/2010/main" type="paragraph" rotatedBoundingBox="11056,12773 9460,16593 8372,16138 9968,12318" alignmentLevel="1"/>
          </emma:interpretation>
        </emma:emma>
      </inkml:annotationXML>
      <inkml:traceGroup>
        <inkml:annotationXML>
          <emma:emma xmlns:emma="http://www.w3.org/2003/04/emma" version="1.0">
            <emma:interpretation id="{97C7B488-DCE4-44B6-84F2-64F580DA78CD}" emma:medium="tactile" emma:mode="ink">
              <msink:context xmlns:msink="http://schemas.microsoft.com/ink/2010/main" type="line" rotatedBoundingBox="11056,12773 9460,16593 8372,16138 9968,12318"/>
            </emma:interpretation>
          </emma:emma>
        </inkml:annotationXML>
        <inkml:traceGroup>
          <inkml:annotationXML>
            <emma:emma xmlns:emma="http://www.w3.org/2003/04/emma" version="1.0">
              <emma:interpretation id="{7D6FE452-47CB-4E6B-A0E8-D563261E15AC}" emma:medium="tactile" emma:mode="ink">
                <msink:context xmlns:msink="http://schemas.microsoft.com/ink/2010/main" type="inkWord" rotatedBoundingBox="10634,12596 10541,12819 10213,12682 10306,12459"/>
              </emma:interpretation>
            </emma:emma>
          </inkml:annotationXML>
          <inkml:trace contextRef="#ctx0" brushRef="#br0">1510-1704 179 0,'0'0'137'0,"0"0"-27"16,0 0-31-16,0 0 24 15,0 0-14-15,0 0 15 16,0 0-45-16,0-45-24 16,-5 37 20-16,2 4 24 15,3 2-5-15,-3 2-18 16,3 0-22-16,-4 0-18 15,-3 0-7-15,-1 0-9 16,1 0 0-16,-3 10 1 16,5 5 11-16,2 2-11 0,3 0 10 15,0 2-2-15,0-2 3 16,0 1-4-16,15-1 1 16,10-3 3-16,0-2-4 15,9 1-6-15,-3-6 6 16,1-1-8-16,2-6 6 15,-6 0-6-15,-3 0-11 16,-3 0 10-16,-4 0 1 16,-6 0 2-16,3-13 5 15,-3-2-7-15,0-2 1 16,-4-1 0-16,-8 3 5 16,0-6-5-16,0 6 9 15,0-4 6-15,0 2-3 0,-12 0 0 16,-3 4-3-16,-7 6-3 31,1-3-7-31,-8 3-1 0,-3 3 0 16,-1 4 0-16,-2 0-18 15,0 0-27-15,1 0-64 16,9 13-119-16,10 0-94 0</inkml:trace>
        </inkml:traceGroup>
        <inkml:traceGroup>
          <inkml:annotationXML>
            <emma:emma xmlns:emma="http://www.w3.org/2003/04/emma" version="1.0">
              <emma:interpretation id="{27D9A6FD-213E-4ADF-AA26-093A469E18F5}" emma:medium="tactile" emma:mode="ink">
                <msink:context xmlns:msink="http://schemas.microsoft.com/ink/2010/main" type="inkWord" rotatedBoundingBox="10837,13297 10119,15016 9031,14561 9749,12842"/>
              </emma:interpretation>
            </emma:emma>
          </inkml:annotationXML>
          <inkml:trace contextRef="#ctx0" brushRef="#br0" timeOffset="-1212.844">943-1423 160 0,'0'0'220'0,"0"0"-115"0,0 0-26 15,0 0-25-15,0 0 2 16,0 0 5-16,0 0 9 16,-3 0 1-16,3 0 0 15,0 0 1-15,0 0 2 16,0 0-19-16,0 0-7 16,0 0-2-16,0 0-11 15,0 0-12-15,18 0-12 16,7 0-11-16,4 0 1 15,-1 0 4-15,2 0-3 16,2 0-1-16,-3 8 0 16,1 5 0-16,-10 6 0 0,2-1-1 15,-7 6 0-15,-9-3 0 16,1 1-1-16,-7 4 1 16,0-1 0-16,-17 5 6 15,-10 2 6-15,-14 0 0 16,-8 0 21-16,4-2-7 15,-2-1-7-15,-3-2-2 16,7-9-2-16,6-1 1 16,5-7-3-16,4-1-3 15,6-5-3-15,3 0 1 16,4-2-7-16,5-2 0 16,2 0 6-16,5 3-1 15,3-3-4-15,0 0 5 16,0 0-7-16,0 0 1 15,0 0-1-15,0 0-1 0,0 0 0 16,18 0-1-16,17 4 2 16,-1-4 1-16,6 0 0 15,-2 0-1-15,2 0 6 16,0 0-6-16,1 0 0 16,-6 0 1-16,2 4 1 15,-9-4-2-15,-6 0 7 16,-1 2-7-16,-11-2 0 15,2 3 2-15,-2-3-2 16,-1 4 1-16,-3-4-1 16,1 4-1-16,3-2-19 15,-5 2-9-15,2 1-10 16,-1-1-12-16,3 2-39 0,1 1-80 16,1-5-42-1,-1 6 37-15,-3-7-103 0</inkml:trace>
          <inkml:trace contextRef="#ctx0" brushRef="#br0" timeOffset="3339.6976">1470-728 224 0,'0'0'199'0,"0"0"-97"16,0 0-15-16,0 0-19 15,0 0-6-15,0 0-23 16,0 0 1-16,-40-5-8 16,27 5 13-16,-2 5-8 15,3 5-2-15,2-3-2 0,3 3-1 16,4-1-19-1,-2 0 3-15,5 4 7 0,0 1-10 16,0-1 4-16,0 0-2 16,0-2-5-16,0 2 10 15,13-3-4-15,4-3-4 16,5-1 1-16,3-6-2 16,0 0-9-16,3 0 9 15,-3 0-5-15,0 0 3 16,-1 0-8-16,-13-13-1 15,5 2 8-15,-5-3-8 16,-6-3 9-16,-5 6 5 0,0-6 5 16,0 0-3-1,0 2-16-15,-16 2 7 16,-1 0 9-16,-5 4-6 0,0 1-9 16,1 2 0-16,-1-1-1 15,0 5 1-15,0 2-1 16,4 0-30-16,0 0-83 15,8 0-153-15,3 0-94 0</inkml:trace>
          <inkml:trace contextRef="#ctx0" brushRef="#br0" timeOffset="2293.0708">923-621 228 0,'0'0'180'0,"0"0"-94"0,0 0-14 15,0 0-16-15,0 0 6 16,0 0 0-16,0 0-16 16,0 0-2-16,0 0 8 15,0 0 13-15,0 0 5 16,0 0-9-16,0 0-17 15,0 0-8-15,0 0-9 16,0 0-8-16,0 0-7 16,17 2 2-16,5 2-7 15,6 4-5-15,-3 1-1 0,0 4 0 16,-3 0 5-16,-4-3-6 16,-2 3 0-16,-10-4 0 15,-2 1 0-15,-4-1-1 16,0 1 0-16,0 0 1 15,-10 1 6-15,-21-1 1 16,0-1 9-16,-4-3-3 16,1 1-6-16,7-3 5 15,1-4-6-15,4 0-6 16,3 0 1-16,9 0 0 16,2 0 0-16,1 0 6 15,7 0-1-15,0 0-5 16,0 0-1-16,0 0-6 15,0 0 5-15,7 6-1 16,23-3 2-16,2 7-3 16,0-1 2-1,3 1-10-15,-8 1 11 0,-2 0-3 16,0 2 2-16,-10 0 0 16,-7 1-1-16,2 1-4 15,-10-2-1-15,0 4 7 16,0-2 13-16,-12 2-5 15,-9 0 10-15,-4-2-1 16,0-6-2-16,-2 5-1 16,0-6 2-16,5-3-9 15,4 3 4-15,0-8-10 16,1 2 7-16,2-2 1 16,-4 0-9-16,1 0 0 15,5 0-19-15,4 0-19 16,6-10-83-16,3-3-368 0</inkml:trace>
          <inkml:trace contextRef="#ctx0" brushRef="#br0" timeOffset="5714.7714">1520-163 54 0,'0'0'320'0,"0"0"-189"0,0 0-31 15,0 0 2-15,0 0 14 16,0 0-12-16,0 0-26 15,-6-14-25-15,-3 14-20 16,-4 0-24-16,-9 0 23 16,-3 17 16-16,2 6-11 15,-4-1-8-15,10-1-13 16,4-4-14-16,6 0-1 16,7 0 8-16,0-4-8 15,0-2 9-15,7 3 2 0,14-3-12 16,1-5 8-1,8-1-7-15,-1-5-1 0,-1 0-1 16,-1 0-9-16,0 0 10 16,-6 0 9-16,1-11-1 15,-7-6 0-15,-5 4-1 16,0 0 3-16,-10-4 12 16,0 5 4-16,0-5-17 15,0 6-8-15,-13-6 6 16,-9 8-7-16,-1-1-7 15,-4-1-8-15,-1 9-10 16,-6-5-63-16,12 5-185 16,6-2-258-16</inkml:trace>
          <inkml:trace contextRef="#ctx0" brushRef="#br0" timeOffset="4577.7732">982 123 490 0,'0'0'141'0,"0"0"-38"0,0 0-7 15,0 0 16-15,0 0-33 16,0 0-17-16,0 0-5 16,8-20-1-16,-8 20-7 15,0 0-11-15,0 0-9 16,0 0-6-16,0 0 0 16,0 0-5-16,0 0-8 15,0 0-1-15,0 0-2 0,0 0-6 16,0 0 1-1,0 0-2-15,0 0 0 0,0 7 8 16,0 20 1-16,0-3 6 16,0 6-4-16,0 2 4 15,0 4-4-15,0 0-3 16,0-2-1-16,0 0 3 16,0-2-1-16,0-3 1 15,-3-5-3-15,-1-5-6 16,4-4-1-16,-1-6 1 15,1-1 8-15,0-3-8 16,-5 3-1-16,5-6 6 16,0 2-6-16,-5 1 0 15,5-1 1-15,0 4-1 16,0-7 1-16,0-1 0 16,0 0 6-16,0 0-5 0,0 0-1 15,0 0 5-15,0 0-5 16,0 0-1-16,0 0 0 15,-4 0-25-15,4 0-16 16,0 0-17-16,0 0-45 16,0-1-280-16</inkml:trace>
        </inkml:traceGroup>
        <inkml:traceGroup>
          <inkml:annotationXML>
            <emma:emma xmlns:emma="http://www.w3.org/2003/04/emma" version="1.0">
              <emma:interpretation id="{E07D1A6F-18AB-426D-BFF4-37C9D8974F1E}" emma:medium="tactile" emma:mode="ink">
                <msink:context xmlns:msink="http://schemas.microsoft.com/ink/2010/main" type="inkWord" rotatedBoundingBox="9862,15222 9315,16532 8380,16142 8927,14832">
                  <msink:destinationLink direction="with" ref="{63D18EC8-ED00-4992-A241-7EB22493B95D}"/>
                </msink:context>
              </emma:interpretation>
              <emma:one-of disjunction-type="recognition" id="oneOf0">
                <emma:interpretation id="interp0" emma:lang="" emma:confidence="1">
                  <emma:literal/>
                </emma:interpretation>
              </emma:one-of>
            </emma:emma>
          </inkml:annotationXML>
          <inkml:trace contextRef="#ctx0" brushRef="#br1" timeOffset="22325.0813">463 1144 139 0,'0'0'164'16,"0"0"-90"-16,0 0-15 16,0 0-4-16,0 0-3 15,0 0-2-15,0 0-11 16,0 0-3-16,0 0-1 15,0 0-6-15,0 0-5 16,0 0 14-16,0 0 11 16,0 0-7-16,0 0 4 15,0 0 0-15,0 0-4 0,0 0 4 16,0 0-18-16,4 0-4 16,12 0-2-16,1 0-10 15,5 0-1-15,3 0 1 16,0 0-11-16,9-4 6 15,-6 1-6-15,0 1 9 16,-1 2-10-16,-7-4 1 16,4 0 6-16,-9 4-6 15,-4 0 0-15,1 0 0 16,-5 0 5-16,6 0-5 16,-11 0-1-16,1 0 2 15,-3 0-1-15,0 0 0 16,0 0 0-16,0 0 1 15,0 0 4-15,0 0 1 16,0 0-1-16,0 0-5 0,0 0 11 16,0 0-2-16,0 0-10 15,0 0 0-15,-5 0 6 16,-15-2 7-16,-2 2-5 16,1 0 8-16,-1 0-14 15,-3-4 6-15,1 4 7 16,1-3-9-16,-2 3 2 15,-5 0-6-15,5 0 7 16,0 0-7-16,0 0-1 16,6 0 0-16,1 0-1 15,3 0 0-15,3 3 0 16,-3 3 1-16,3-2 1 16,6 2-1-16,-1-3 1 0,3 1 6 15,-1-4-8 1,5 4 2-16,0-2-1 0,0 5-1 15,0 3 1-15,0-1 5 16,0 1 1-16,0 4 0 16,0-5 0-16,0 4-1 15,0-3 3-15,0-3-9 16,0 2 1-16,5-3 5 16,-5 2-6-16,0-5 7 15,0 3-5-15,0-2-1 16,0-4 0-16,0 4 0 15,4-4 6-15,-1 1-1 16,7-1 0-16,5 4 1 16,4 0 1-16,6-2-7 0,3-2 6 15,1 4-6-15,-4-1-1 16,5 1 1-16,-5-2 5 16,-3 2-6-16,-6 3 1 15,-1 1-1-15,0 1-1 16,-8 4 0-16,0 1 0 15,-7 3 0-15,0 1 1 16,0-1-1-16,0 2 1 16,0-2 1-16,0-1 7 15,-7 1-6-15,-3-4 7 16,-7-3 2-16,-3 3-1 16,-1-4 1-16,-8-1-4 15,-8-3 4-15,6 1-10 0,-3-2 5 16,6-1-6-1,6-3-33-15,4 0-34 0,8 0-62 16,10 0-381-16</inkml:trace>
          <inkml:trace contextRef="#ctx0" brushRef="#br1" timeOffset="23371.7083">955 973 59 0,'0'0'286'16,"0"0"-156"-16,0 0 0 0,0 0-26 16,0 0 15-1,0 0 30-15,0 0-53 0,10-53-30 16,-10 53-17-16,0 0-10 16,0 0-14-16,0 0-12 15,0 0-11-15,0 4-2 16,0 19 22-16,-7 3 4 15,-8 6 0-15,5 0-9 16,0-4 11-16,2 6-14 16,5-6 14-16,-2 2-5 15,5-2 0-15,0-4-8 16,0-1-6-16,0-7-8 16,0 1 12-16,-4-7-11 15,4-5-1-15,0-1 8 16,0 0-8-16,0-4 6 0,0 0 3 15,0 0 2 1,0 0 4-16,0 0 9 0,0 0 5 16,0 0 2-16,0-4-4 15,0-13-15-15,0-5-12 16,4-7 2-16,12-1-2 16,-1-3-1-16,-6-2 1 15,6-1 7-15,0 0-7 16,-5 4-1-16,5 4 0 15,-5-2 0-15,-3 7 0 16,1 8 0-16,-1 2 0 16,-4 3-1-16,0 2 1 15,2 5 0-15,-5 3 0 16,0 0-1-16,0-2 0 16,0 2 0-16,0 0-5 0,0 0 5 15,0 0-1-15,0 0-7 16,0 0-11-16,0 0-28 15,0 0-19-15,0 0-20 16,0 23 11-16,-11 0-131 16,1 3-170-16</inkml:trace>
          <inkml:trace contextRef="#ctx0" brushRef="#br1" timeOffset="32045.3877">-109 1701 168 0,'0'0'168'16,"0"0"-54"-16,0 0-7 16,0 0-23-16,0 0-3 15,0 0-1-15,0 0 1 16,0-11-6-16,0 11-1 16,0 0-3-16,0 0-23 15,0 0-3-15,0 0-9 0,0 0-9 16,0 0-5-16,0 0-2 15,0 0-1-15,0 0-4 16,0 0-5-16,0 0 4 16,0 0-2-16,0 0-3 15,0 0 4-15,7 0-6 16,5 0-7-16,1 0 1 16,2 0 5-16,-1 9-5 15,1 0 6-15,3 1-7 16,1-1 2-16,-3 1-1 15,3 2 5-15,1-6-6 16,-5 3 2-16,-4 0 5 16,4 3-7-16,-4-3 0 15,-3 0 0-15,-1-3 0 0,-1 2 0 16,-2-3 0-16,-4-1 0 16,0 0-1-16,0-2 1 15,0 5-1-15,0 3 1 16,0-1 1-16,-10 4 11 15,-12 0-3-15,-3-3 1 16,0 3 1-16,-2-4 1 16,7-3 0-16,1 2-4 15,4-7 0-15,5-1 0 16,-5 0-7-16,2 4 5 16,1-4 1-16,-1 0-7 15,-2 0-36-15,8 0-23 16,2 0-27-16,5 0-189 0,0 0-211 15</inkml:trace>
          <inkml:trace contextRef="#ctx0" brushRef="#br1" timeOffset="31170.5693">-348 1822 230 0,'0'0'124'15,"0"0"-64"-15,0 0-14 16,0 0 6-16,0 0 0 16,0 0-1-16,0 0-4 15,0 0-5-15,0 0-1 16,0 0 9-16,0 0-1 15,0 0-1-15,0 0-3 16,0 0-5-16,0 0 2 0,0 0-1 16,0 0-5-16,0 0-6 15,0 0-5-15,0 0-11 16,-6-2 4-16,2-1-7 16,-2 3-2-16,4-4-8 15,-8 4 5-15,5-4-5 16,0 4 7-16,-3 0-6 15,1 0-1-15,3 0 6 16,1 0-7-16,-2 0 0 16,5 0 6-16,0 0-5 15,0 0 6-15,0 0-6 16,0 0 14-16,0 0 2 16,0 0-8-16,0 0 5 15,0 0 2-15,0 0-1 16,0 0-4-16,0 0-5 0,15 0 6 15,7 0-6-15,3 0 5 16,0 0-9-16,5 0 5 16,-1 0-6-16,1 0 0 15,5 0 6-15,-3 0-6 16,-4 0 0-16,2 0 6 16,-5 0-6-16,-3 0 0 15,-9 0 1-15,-1 0 5 16,-4 0-6-16,-3 0-1 15,-5 0 0-15,4 0 0 16,-4 0 1-16,0 0-1 16,0 0 0-16,0 0 0 0,0 0-13 15,0 0-3-15,5 0-4 16,-2 0 5-16,4 0 3 16,1 4-19-16,-1 0-55 15,-4-4-64-15,7 0-27 16,-3 0-51-16,-2 0-300 0</inkml:trace>
        </inkml:traceGroup>
      </inkml:traceGroup>
    </inkml:traceGroup>
  </inkml:traceGroup>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4:03.358"/>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B49F424F-9ED4-433B-AB16-95117A656D2A}" emma:medium="tactile" emma:mode="ink">
          <msink:context xmlns:msink="http://schemas.microsoft.com/ink/2010/main" type="writingRegion" rotatedBoundingBox="5136,15978 3719,18079 2592,17319 4009,15218">
            <msink:destinationLink direction="with" ref="{07F5C017-E306-4160-BFD6-9A75E1661921}"/>
          </msink:context>
        </emma:interpretation>
      </emma:emma>
    </inkml:annotationXML>
    <inkml:traceGroup>
      <inkml:annotationXML>
        <emma:emma xmlns:emma="http://www.w3.org/2003/04/emma" version="1.0">
          <emma:interpretation id="{AA35D5F4-BB62-4D7B-A5D5-2920089CB1D6}" emma:medium="tactile" emma:mode="ink">
            <msink:context xmlns:msink="http://schemas.microsoft.com/ink/2010/main" type="paragraph" rotatedBoundingBox="5136,15978 3719,18079 2592,17319 4009,15218" alignmentLevel="1"/>
          </emma:interpretation>
        </emma:emma>
      </inkml:annotationXML>
      <inkml:traceGroup>
        <inkml:annotationXML>
          <emma:emma xmlns:emma="http://www.w3.org/2003/04/emma" version="1.0">
            <emma:interpretation id="{18ABC9D2-1C06-44CE-BDC1-7F1D8DA19DAA}" emma:medium="tactile" emma:mode="ink">
              <msink:context xmlns:msink="http://schemas.microsoft.com/ink/2010/main" type="line" rotatedBoundingBox="5136,15978 3719,18079 2592,17319 4009,15218"/>
            </emma:interpretation>
          </emma:emma>
        </inkml:annotationXML>
        <inkml:traceGroup>
          <inkml:annotationXML>
            <emma:emma xmlns:emma="http://www.w3.org/2003/04/emma" version="1.0">
              <emma:interpretation id="{CE78864C-7C83-467F-A5D2-1F6E701E9799}" emma:medium="tactile" emma:mode="ink">
                <msink:context xmlns:msink="http://schemas.microsoft.com/ink/2010/main" type="inkWord" rotatedBoundingBox="5136,15978 3719,18079 2592,17319 4009,15218"/>
              </emma:interpretation>
            </emma:emma>
          </inkml:annotationXML>
          <inkml:trace contextRef="#ctx0" brushRef="#br0">2303 13595 280 0,'0'0'182'0,"0"0"-64"0,0 0-7 15,0 0-11-15,0 0-6 16,0 0-8-16,0 0 7 16,-5 0 1-16,5 0-20 15,0 0-9-15,0 0-17 16,0 0-31-16,9-8-16 16,9 3 0-16,4 1 12 15,3 0-13-15,3 2 2 16,3 2 15-16,0 0-7 15,-4 0 9-15,-4 0-10 16,-4 6 3-16,-6 11-11 16,-4 2 0-16,-6 1 0 0,-3 3-1 15,0-1 1-15,0 3 15 16,-3 0-7-16,-17-2-3 16,-1-1 4-16,-2-3 12 15,3 0-12-15,-5-6 10 16,3 0-7-16,-3 1-1 15,3-5-6-15,4-3-5 16,6 1 0-16,-1-1 0 16,6-2-1-16,4-4 0 15,-2 3 0-15,5-3 0 16,0 0 10-16,0 0-8 16,0 0 3-16,0 0-4 15,0 0 5-15,0 0 2 16,0 0 0-16,0 0-7 15,13 0 8-15,4 0-8 0,5 0 1 16,3 0 5-16,0 0-7 16,3 0 9-16,4 0 7 15,1 0-9-15,3 0 8 16,-5 0-15-16,-4-7 2 16,-2 1 8-16,-6-1-8 15,-9 3-1-15,1 2 0 16,-7-2-1-16,-4 4-26 15,0 0-27-15,0 0-28 16,-15-2-54-16,-14-1-107 16,1-3-291-16</inkml:trace>
          <inkml:trace contextRef="#ctx0" brushRef="#br0" timeOffset="827.6732">2844 13315 324 0,'0'0'161'0,"0"0"-54"16,0 0 32-16,0 0-15 16,0 0-24-16,0 0-25 15,0 0-26-15,0-9-30 16,0 9 5-16,0 0-2 16,0 0 0-16,0 0 4 15,0 0 7-15,0 0 0 16,0 0 1-16,0 0 3 15,0 0-8-15,0 0-8 16,0 0-5-16,0 0-5 0,0 15 8 16,-4 10 3-16,1 3 27 15,0 7-18-15,-6 2-12 16,6-1-5-16,-1-4 11 16,-2-2-13-16,2-4-11 15,-1-5 15-15,5-4-3 16,0-8-4-16,0-3-8 15,0 2 5-15,0-8-5 16,0 0 11-16,0 0-2 16,0 0-4-16,0 0 11 15,0 0-9-15,0 0-8 16,0-10-12-16,0-3-17 16,0-4-32-16,0 0-12 15,0 2-68-15,0 6-212 0,0 3-627 16</inkml:trace>
          <inkml:trace contextRef="#ctx0" brushRef="#br0" timeOffset="8790.3496">1792 15093 290 0,'0'0'166'0,"0"0"-36"0,0 0-13 16,0 0 16-16,0 0-22 15,0 0-30-15,0 0-18 16,0 0-13-16,0 0-11 16,0 0-10-16,0 0-2 15,0 0 2-15,0 0-7 16,0 0 0-16,0 0 7 15,0 0-2 1,0 0-12-16,0 0 11 16,-4 0-19-16,-14 0-1 15,3 0-5-15,-3 0-1 16,4 0 0-16,2 0 6 0,9 0-6 16,0 0 2-16,3 0-4 15,0 0-6-15,0 0 8 16,0 0-8-16,0 0 8 15,0 4 9-15,0 5 1 16,0 1 0-16,0 0 5 16,3 3-2-16,9 1-2 15,5 2 13-15,-2-1-11 0,6 2 0 16,-2-3-3-16,-3-1-3 16,-1-4 0-16,1 1-5 15,-3-1-1-15,-6-3 1 16,4 1 4-16,-4-1-5 15,-2-2 6-15,3-1-6 16,-3-1 0-16,-1 2 1 16,-4-4-2-16,6 4 1 15,-6-4 0-15,0 0 4 16,0 3-5-16,0-3 0 16,0 0 0-16,0 0 0 15,0 0 0-15,0 6 2 16,0 0-2-16,-10 1 0 15,0 3 2-15,-5 3-2 16,2-4 2-16,-2 1-1 0,0 3-1 16,-4-4 2-16,6 3-1 15,-2-2 7-15,2-4-8 16,1 1 7-16,2-1-7 16,7-3 0-16,-6-3-1 15,6 2 1-15,-4-2 7 16,-1 0-7-16,4 0 0 15,-2 4 0-15,1-4 1 16,0 0-1-16,5 0 0 16,0 0 1-16,0 0 1 15,0 0-1-15,0 0 7 16,0 0 3-16,-5 0-10 16,5 0 10-16,0 0-11 0,0 0 0 15,0 0-2 1,-4 0 2-16,1 0-1 0,0 0 0 15,-4 0 1-15,2 0-2 16,2 0-5-16,-1 0 7 16,4 0 1-16,0 0 0 15,0 0-1-15,-3 0-1 16,3 0 0-16,-2 0 1 16,-3 0 0-16,-5 0-6 15,-1 0 5-15,-10 0 0 16,10 8-1-16,-1-6 2 15,9 1-1-15,-1 1 1 0,4-4 0 16,0 0 6 0,0 0-4-16,0 0-1 0,0 0 5 15,0 0 8-15,0 0-12 16,0 0-1-16,0 0 5 16,0 0-5-16,0 0-1 15,0 0 2-15,0 0-2 16,0 0-2-16,0 0 2 15,0 0 0-15,0 0 0 16,0 0 0-16,0 0 0 16,0 0 0-16,0 0-6 15,0 0 5-15,0 0 1 16,0 0 0-16,0 0 0 16,0 0 0-16,0 0 0 15,-5 0-1-15,-3 4 1 0,3 1-1 16,-7 1 1-1,2 2 1-15,4-5-1 0,1-3 0 16,1 2 0-16,4-2 1 16,0 0 12-16,0 0-12 15,0 0 10-15,0 0-11 16,0 0 4-16,0 0-4 16,0 0 0-16,0-2 0 15,0-5 6-15,0-3-12 16,0 1 6-16,4-4 0 15,4 0 1-15,2 0-1 16,-5-3 0-16,8-1 5 16,-6 0-4-16,5 2-1 15,3-6-1-15,-4 6 1 16,4-6-1-16,4 6 0 0,-4 0 0 16,0 2 0-16,-8 4-8 15,-1 1 9-15,-2 2 0 16,1 3-1-16,0-5 1 15,-5 6 6-15,0-5-6 16,0 1 0-16,0-2-3 16,0-1 2-16,0 3 1 15,0-1-1-15,0 1 0 16,0-1 1-16,0-3 0 16,0 5 0-16,0-3 0 0,0 3-1 15,0-6 1 1,0 4 0-16,0-3 0 0,0 5 0 15,0-3 0-15,0 4 0 16,0 2 0-16,0 2-1 16,0 0 1-16,0 0-7 15,0 0-6-15,-10 0 0 16,0 10 11-16,-5 12 2 16,1 9-1-16,-1-2 1 15,3 1 0-15,2-2-1 16,5-2 0-16,4-1 1 15,1-3 0-15,0 1 0 16,0-10 0-16,0 0 0 16,0-5 0-16,0-3 0 15,0-1 1-15,0-4-1 0,0 2 2 16,0-2 4 0,0 0 2-16,0 0-6 0,0 0 11 15,6 0-12-15,4 0 0 16,2-6 0-16,3-7 4 15,-1 4-5-15,4-4 0 16,0 0 1-16,-4-1-1 16,4 9 0-16,-6-5-1 15,1 7 0-15,-1-1 1 16,-2 0-1-16,-2 2 1 16,-1 2-1-16,-4 0 0 15,-1 0-6-15,3 0-2 16,-2 0 8-16,4 0 0 0,-2 0 0 15,2 2 0-15,-2 6 0 16,-5-5 0-16,3-3 1 16,-3 0-7-16,0 2 7 15,0-2 0-15,0 4 0 16,0 0 6-16,-3 1-6 16,-14-1 0-16,2 2 1 15,7-2-1-15,-1-1 1 16,3-3-1-16,-1 4 1 15,4-4-1-15,-2 0 1 16,5 0 5-16,0 0 4 16,0 0-10-16,0 0 0 15,0 0 0-15,0 0 13 16,0 0-13-16,0 0 0 16,0 0-2-16,0-11 1 0,0-1 0 15,0 1 1-15,0 6 0 16,0-5-2-16,0 3 2 15,0 1-1-15,0 0 0 16,0 3-6-16,0-1-3 16,0 4-24-16,0 0-14 15,-10 0-16-15,-12 0-19 16,7 0-120-16,5 4-287 0</inkml:trace>
          <inkml:trace contextRef="#ctx0" brushRef="#br0" timeOffset="6298.3453">1359 15305 211 0,'0'0'203'15,"0"0"-54"-15,0 0-35 16,0 0-7-16,0 0-5 16,0 0-15-16,0 0-9 15,0 0-10-15,0 0-10 0,0 0-19 16,0 0 6-16,0 0-8 16,0 0-2-16,0 0-4 15,0 0 9-15,0 0-8 16,0 0-4-16,0 0-12 15,0 0 14-15,0 0-6 16,0 0-13-16,0 0 4 16,6 0 2-16,4 0-1 15,7 0 0-15,-2 0 0 16,-3 0-3-16,3 0-11 16,3 0 8-16,1-4-4 15,-1 4 8-15,-1 0-3 0,1 0-10 16,1 0 15-16,-4 0-16 15,1 0 2-15,-1 0 6 16,0 0 0-16,2 0-7 16,-2 0-1-16,-5 0 8 15,5 0-8-15,0 0 1 16,-5 0 5-16,5 0 7 16,-1 0-13-16,-2 0 2 15,3 0 7-15,-5 0-8 16,-4 0-1-16,6 0 1 15,-5 0 0-15,-4 0 1 16,5 0-1-16,-4 0-1 16,-1 0 2-16,-3 0-2 15,3 0 6-15,-3 0-5 16,2 0 1-16,3 0-1 0,3 0 0 16,-6 0 0-16,6 0 0 15,1 0-1-15,-6 0 1 16,1 0 0-16,-4 0 0 15,3 0 0-15,2 0 0 16,-3 0-1-16,1 0-16 16,2 0-27-16,-3 0-12 15,-2 0-24-15,0 0-28 16,0-6-124-16,-7-5-359 0</inkml:trace>
          <inkml:trace contextRef="#ctx0" brushRef="#br0" timeOffset="4052.3219">2155 14418 232 0,'0'0'195'16,"0"0"-81"-16,0 0-11 16,0 0 16-16,0 0-10 15,0 0-21-15,0 0-9 16,0 0-9-16,0 0-15 0,0 0-3 16,0 0-7-1,0 0-5-15,0 0 2 16,0 0-7-16,0 0-6 0,0 0-3 15,0 0-5-15,0 0-7 16,11 0-13-16,8 0 12 16,6 0 0-16,0 0-7 15,0 0 10-15,-2 0-7 16,4 4 5-16,-5-1 1 16,-7 1-15-16,-5-2 8 15,-3 2-8-15,1 1 0 16,-1 3 0-16,-4 1-1 15,5 5 1-15,-4-1 0 16,-1 0 0-16,-3-4 10 16,0 4-8-16,0-3-1 0,0-1-1 15,0 1 1-15,-7 2 5 16,-8-6-4-16,-3 3 4 16,0-5-5-16,-4 1 5 15,3-1-6-15,3-4 1 16,-3 0-1-16,4 0 0 15,-1 0 2-15,4 0-2 16,2 0 0-16,-2 0 0 16,9 0 0-16,-4 0-10 15,4 0 10-15,-1 0 0 16,4 0 6-16,0 0-6 16,0 0-1-16,0 0 1 15,0 0 0-15,0 0 0 16,0 0 0-16,0 0-1 15,7 0 1 1,11 0 0-16,-1 0-6 16,0 10 6-16,3-3 0 0,-2 2 9 15,-4 1-9-15,1-4 3 16,-9 5-2-16,3-6 10 0,-6-1-10 16,-3 2 0-16,0 1 0 15,5-1 1 1,-5-2 5-16,0 1-5 15,0 3-1-15,0-4-1 16,0 1 11-16,0-3-9 16,0 6 5-16,-5-6-5 15,-7 5-2-15,6-1 6 16,-9 3-6-16,5-1 1 16,-5-4 10-16,1 1-10 15,-1-1 0-15,5 0 1 0,2-4-1 16,1 0 7-16,0 2-8 15,2-2 1-15,-1 0 6 16,-1 0-5-16,0 0-2 16,-1 0 0-16,-2 0-9 15,-2 0-8-15,2 0-17 16,4 0-27-16,-3-10-23 16,6 1-102-16,3-4-331 0</inkml:trace>
          <inkml:trace contextRef="#ctx0" brushRef="#br0" timeOffset="4864.6294">2563 14204 196 0,'0'0'256'0,"0"0"-72"0,0 0 4 15,0 0-25-15,0 0-38 16,0 0-34-16,0 0-25 15,0 0-16-15,0 0-2 16,0 0 4-16,0 0-7 16,0 0-12-16,0 0-5 15,0 0-14-15,0 0-6 16,0 4-7-16,0 15 25 16,0 3 0-16,0 6-1 15,0 2-6-15,0-2 12 16,0 4-9-16,0-2 2 0,0-9-6 15,0 1-12-15,0-5 16 16,0 0-12-16,0-7-9 16,0-5 6-16,0-1-6 15,0-4-1-15,0 4 11 16,0-4-10-16,0 0 9 16,0 0-8-16,0 0 6 15,0 0-2-15,0 0-6 16,0 0-17-16,0 0-20 15,0 0-43-15,11-13-31 16,3-4-34-16,1 2-258 0</inkml:trace>
          <inkml:trace contextRef="#ctx0" brushRef="#br0" timeOffset="2655.3941">1942 14922 91 0,'0'0'127'0,"0"0"-20"16,0 0-29-16,0 0-12 15,0 0 5-15,0 0-14 16,0 0 8-16,0-9 10 0,0 9 2 15,0-4 2 1,0 4-15-16,0-2 0 0,0 2-8 16,0-4-13-16,0 4-1 15,0 0-3-15,0-4-10 16,0 4-8-16,0 0-3 16,4-3 4-16,-4 3 1 15,5 0-10-15,1-2-4 16,1 2 6-16,1 0-15 15,-1 0 13-15,0-4-11 16,-2 4 12-16,5 0-7 16,-4 0 5-16,6 0-6 0,2 0 8 15,-3 0-8 1,3 0 6-16,-3 0 1 0,3 0-13 16,1 0 16-16,0 0-14 15,2 0 8-15,4 0-9 16,-2 0 14-16,2 0-15 15,-2 0 8-15,-1 0 5 16,-1 0-2-16,1 0-10 16,-3 0 5-16,4 0 1 15,-6 0-6-15,7 0 5 16,-5 0 3-16,0 0 2 16,4 0-10-16,-1 0 0 15,0 0 0-15,-4 0 0 16,1 4-1-16,0-4 6 15,-2 2-5-15,4-2-1 0,3 0 8 16,-3 3-8 0,5-3 0-16,-1 0 2 0,1 0 8 15,0 0-7-15,3 0-3 16,-3 0 6-16,-2 0-6 16,6 0 0-16,-4 0 5 15,0 0-5-15,0 0 0 16,-4 0 1-16,4 0-1 15,-9 0 0-15,6 0 1 16,-4 0-1-16,3 0 1 16,-1 0 8-16,3 4-9 15,0-4 0-15,-2 4 0 16,1-2 1-16,-3-2 13 16,1 0-7-16,-2 4-6 15,-6-4-1-15,-3 0 12 0,3 0-11 16,-6 0 0-16,-3 0 6 15,3 0-6-15,-3 0 0 16,0 0-1-16,0 0-1 16,0 0-28-16,0 0-14 15,0 0-53-15,-10 0-141 16,-10-10-551-16</inkml:trace>
        </inkml:traceGroup>
      </inkml:traceGroup>
    </inkml:traceGroup>
  </inkml:traceGroup>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2:58.284"/>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3FEB3E59-2324-4637-A46D-0CEEF76468B2}" emma:medium="tactile" emma:mode="ink">
          <msink:context xmlns:msink="http://schemas.microsoft.com/ink/2010/main" type="inkDrawing" rotatedBoundingBox="367,12088 891,11779 1152,12220 628,12529" shapeName="Other">
            <msink:destinationLink direction="with" ref="{C7590015-8015-4A95-A2EC-029F924349FF}"/>
          </msink:context>
        </emma:interpretation>
      </emma:emma>
    </inkml:annotationXML>
    <inkml:trace contextRef="#ctx0" brushRef="#br0">-635 9906 215 0,'0'0'214'0,"0"0"-79"16,0 0-25-16,0 0-2 15,0 0-21-15,0 0-16 16,0 0 1-16,0-3-14 15,0 3-21-15,0 0-15 16,0 0-2-16,0 0 14 16,0 0-1-16,0 3 9 15,7 11-6-15,3-3 2 16,2 2-9-16,3 0-6 0,6 0 7 16,-4 4 2-1,10-5-14-15,-5 1-2 0,-2 0-6 16,1 0-4-16,-2 0 4 15,3 1-3-15,-4 0 3 16,2-1-1-16,0 0 4 16,-6-7 3-16,1 1-6 15,-9-1-8-15,1-2-1 16,-2-4 0-16,-2 0 8 16,-3 1-3-16,4-1-5 15,-4 0 5-15,0 0-6 16,0 0 7-16,3 0-5 15,0 0-1-15,7 0 5 16,-5 0 1-16,2 4-6 0,0-4 7 16,1 0-7-16,-8 0 0 15,0 0 1-15,0 0-2 16,0 0 0-16,0 0 0 16,0 0 0-16,0 0-7 15,3 4 7-15,1 0 0 16,-4-2 0-16,3-2 0 15,-3 3 0-15,0-3 0 16,0 0 1-16,0 0 0 16,0 0 0-16,0 0 0 15,0 0 23-15,-13 0-9 16,-9 0-6-16,0 0-8 16,1 0 0-16,4 0 0 0,-7 0 0 15,4 0 1 1,-3 4-1-16,0 0-1 0,-1 2 1 31,-1-1-1-31,3 3 0 16,1-5 0-16,7 3 0 15,-1 2 0-15,0-3 0 16,7 1-1-16,-7 1-6 16,3-1 6-16,-3 3 0 15,5 5 1-15,-5-5 1 0,5 0-1 16,-5 1 2-16,0 1-1 15,5-1 6-15,-5-1-1 16,5 0 1-16,-2-1-5 16,-1-2-2-16,-3 3 0 15,8-2 1-15,-5-1 0 16,6-2 0-16,0 1 1 16,7-4-1-16,0-1 7 15,0 0-7-15,0 0 8 16,0 0-8-16,0 0 6 0,0 0 0 15,0 0-5 1,0 0 7-16,0 0-2 0,0 0-6 16,0 0 0-16,0 0 8 15,0 0-8-15,0 0 2 16,0 0-3-16,0 0 0 16,4-6 1-16,6-4-1 15,8 3 0-15,4-2 0 16,3-5 0-16,0 5 0 15,3 0 1-15,-1-1-1 16,-2-1 0-16,0 1 0 16,-5 5 0-16,-1-5 1 15,-4 3 0-15,0 1 5 16,-2-1-6-16,-1 1 0 16,-5-3 1-16,3 3 0 0,-2-3 1 15,-1 1-1 1,5 2-1-16,-6-1 1 0,-2 1 0 15,1-1-1-15,0 1 2 16,0-1-2-16,-2 5 1 16,0-6-1-16,-3 4 0 15,4-1 1-15,-4-1 0 16,3 2-1-16,-3-3 0 16,3 1 0-16,2 2 0 15,-5-1 1-15,4 1-1 16,-4 0 2-16,0 2-1 15,0 2 0-15,0-3 1 16,0-1-1-16,3 4 0 0,-3-4 1 16,0 2 5-1,0-2 0-15,0 0-6 0,0 2 0 16,0-6 0-16,0 5 1 16,0-3-2-16,0-2 0 15,0 7 0-15,-3-7 0 16,-9 2 0-16,-1 3-8 15,-2-3 8-15,-4-2-1 16,1 3 1-16,1-3 0 16,-1 3 0-16,-1-3 0 15,1 6 0-15,-1-5 0 16,3 1 0-16,1 2 0 16,1 1 0-16,-1 1 1 15,5-2 0-15,-1 0 0 0,4 0 5 16,3 2-5-16,-1-1-1 15,2-1 7-15,0 2-6 16,-1-2-1-16,1 2 1 16,3-5-1-16,-3 3 1 15,-2 2 0-15,1-5 0 16,1 5-1-16,0-2 0 16,-4 0 0-16,2 1-1 15,-2 1 0-15,1-2-1 16,1-4 1-16,-9 6-6 15,8-1 7-15,-6-1 0 16,5 2-1-16,4-2 1 16,1 4-1-16,-3 0 0 0,5 0 0 15,0 0-1 1,0 0-4-16,0 0 5 0,0 0-6 16,0 0-2-16,0 0 0 15,0 0 2-15,0 0 5 16,5 0 2-16,10 4 0 15,4 7-1-15,2 1 1 16,4 1 1-16,0-2-1 16,2 0 1-16,-2-3 0 15,0 1 0-15,4 3 0 16,-4-3 0-16,-3-3 0 16,-1 3 1-16,-2-5-2 15,-6 3 1-15,2-5 0 16,-6 6-1-16,1-6 0 15,-4 1 0-15,1 1 0 0,-4 0 0 16,2-2 0-16,-1 2 0 16,-1-1-1-16,0 1 1 15,-3-2 0-15,5 2 0 16,-5 0-1-16,0-4 1 16,0 1 0-16,0-1 0 15,0 4 0-15,0-4 0 16,0 4 0-16,0 0 0 15,0-2 1-15,0 1-1 16,0 1 0-16,0 2 0 16,0-2 1-16,0 2 0 15,0-2-1-15,0 5 0 0,-15-1 0 16,0 1 10-16,-6 1-1 16,2 3 2-16,-3-4-5 15,6 1-4-15,-3 1 0 16,1 0 4-16,-1 2-5 15,-2 4 5-15,1-2-5 16,-4 2 0-16,4-2 0 16,-2 2 6-16,1 0-7 15,-1-6 6-15,0 3-4 16,7-3 4-16,0-2-4 16,5-3-1-16,5-2 0 15,-5-1 4-15,7-1-4 16,3-2-1-16,-2 0 1 0,2 4 1 15,-5-4-2 1,2 4 1-16,-1 1 0 0,4-5-1 16,-5 1-21-16,2 7-21 15,0-6-21-15,3 9-39 16,0-1-12-16,0 3 1 16,11 2-74-16,11-6-317 0</inkml:trace>
  </inkml:traceGroup>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2:51.550"/>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C7590015-8015-4A95-A2EC-029F924349FF}" emma:medium="tactile" emma:mode="ink">
          <msink:context xmlns:msink="http://schemas.microsoft.com/ink/2010/main" type="inkDrawing" rotatedBoundingBox="1132,11860 1310,13477 1234,13485 1056,11868" semanticType="callout" shapeName="Other">
            <msink:sourceLink direction="with" ref="{3FEB3E59-2324-4637-A46D-0CEEF76468B2}"/>
            <msink:sourceLink direction="with" ref="{9250820B-8E98-4AE1-942C-9E02F658E26F}"/>
          </msink:context>
        </emma:interpretation>
      </emma:emma>
    </inkml:annotationXML>
    <inkml:trace contextRef="#ctx0" brushRef="#br0">-275 9795 214 0,'0'0'108'0,"0"0"12"15,0 0-31-15,0 0-12 16,0 0-1-16,0 0-7 16,0 0 1-16,0-10-13 15,0 10-12-15,0 0-16 16,0 0-6-16,0 0-5 0,0 0-1 15,0 0-1-15,0 0 3 16,0 0 2-16,0 0-2 16,0 0 1-16,0 0-4 15,0 0 0-15,0 0-9 16,0 0-7-16,0 0 6 16,0 10 7-16,0 11 13 15,0-2 2-15,0 4-1 16,0-5-8-16,0 3 10 15,0 2-14-15,0-5-2 16,0 5-2-16,0 3 4 16,0-1-2-16,0 1 4 0,0 5-4 15,0-3 5-15,0 4-4 16,0-1 2 0,0-1-4-16,0-6 1 0,0 2-6 15,0-3 5-15,0 0-5 16,0-1-6-16,0 1 8 15,0 0-2-15,0-4-5 16,0 4-1-16,0 3 5 16,0-3-4-16,0-1 6 15,5 1-7-15,-5-1 0 16,3-3 1-16,-3 2 5 16,3-2-6-16,-3-2 7 15,4-2-8-15,-1-2 0 16,1 1 2-16,1 3-1 15,-2-4 7-15,4-2-2 0,-4 2-5 16,0 1-1-16,2-1 1 16,-1 0-1-16,-1 4 2 15,0-2-2-15,4 4 1 16,-5-2 7-16,4 1-8 16,-2-1 0-16,-1-2 0 15,-1 2 2-15,3 0-1 16,-2-2 0-16,2 7 0 15,-5-3 2-15,3 0-2 16,-3 1 5-16,4-1-6 16,-1 0 1-16,0 2-1 15,3-8 1-15,-5-2 6 16,4 2-6-16,-1-3 0 0,1 3 0 16,-5 0 0-16,1 0 1 15,-1 2-1-15,4 2 0 16,-4 2 9-16,0-2-8 15,0 1 5-15,0-3 0 16,0 2 2-16,0-2-9 16,0 2 0-16,0 2 1 15,0 1 1-15,0-1-1 16,0 4 8-16,0-8-8 16,0-2 5-16,0 0-5 15,0-5 6-15,0-7-7 16,0 3 1-16,0 0 0 15,0-4 8-15,0 2-7 16,0-2-2-16,0 0 0 0,0 0 0 16,0 0 1-16,0 0 1 15,0 0-1-15,0 0 0 16,0 0-1-16,0 0-17 16,0 0-33-16,3 0-41 15,15-2-60-15,1-19-507 0</inkml:trace>
  </inkml:traceGroup>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2:52.846"/>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D0E2E172-68C7-4DDE-83D0-9D9B042AC298}" emma:medium="tactile" emma:mode="ink">
          <msink:context xmlns:msink="http://schemas.microsoft.com/ink/2010/main" type="inkDrawing" rotatedBoundingBox="1195,12418 2519,12452 2518,12477 1194,12444" shapeName="Other"/>
        </emma:interpretation>
      </emma:emma>
    </inkml:annotationXML>
    <inkml:trace contextRef="#ctx0" brushRef="#br0">-202 10344 55 0,'0'0'118'0,"0"0"-51"0,0 0 6 16,0 0 4-16,0 0-11 16,0 0-5-16,0 0-4 15,-6 0-13-15,6 0 6 16,0 0 6-16,0 0 9 15,0 0 8-15,0 0-23 0,0 0-9 16,0 0-5-16,0 0 0 16,0 0-3-16,0 0-5 15,0 0-5-15,0 0-9 16,0 0 5-16,0 0 1 16,0 0-2-16,0 0-8 15,0 0 9-15,0 0 5 16,0 0-6-16,0 0-5 15,0 0-6-15,0 0-6 16,0 0 0-16,0 0 0 16,-2 0 0-16,-1 0-1 15,3 0 0-15,0 0 2 16,0 0-1-16,0 0 6 0,0 0 1 16,0 5 2-1,3-4 6-15,14 7 1 0,9-6-1 16,0 2 3-16,7-1 6 15,-1 1-2-15,8-4-1 16,-2 0-5-16,1 0-7 16,3 0 9-16,-2 0-4 15,-2 0 1-15,2 0-8 16,1 0-2-16,-3 0 3 16,4 0-8-16,0 2 5 15,-2-2-5-15,-2 4 9 16,1 0-4-16,-4-3-3 15,0 3-2-15,0-4 5 16,-5 4 0-16,-1-4-5 16,4 0 6-16,-5 0 2 0,1 0-6 15,-1 0-2 1,2 0 1-16,-1 0-1 0,-1 0 1 16,-1 0-1-16,5 0 8 15,-7 0-8-15,0 0 0 16,-7 0 1-16,-8 0-2 15,5 0 1-15,-6 0 0 16,-1 0 0-16,7 0 0 16,0 0 0-16,-1 0 1 15,1-4-1-15,0 4 0 16,-9-4 0-16,1 4 1 16,-2 0-1-16,-5 0-1 15,0-1 1-15,0 1-1 16,0 0-29-16,0 0-19 0,-8 0-44 15,-46 0-8-15,2 0-91 16,2 0-204-16</inkml:trace>
  </inkml:traceGroup>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2:55.656"/>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FE52C7BA-1C6A-467E-966D-1E422142FDC1}" emma:medium="tactile" emma:mode="ink">
          <msink:context xmlns:msink="http://schemas.microsoft.com/ink/2010/main" type="inkDrawing" rotatedBoundingBox="-8,12094 1077,12185 1074,12216 -11,12125" shapeName="Other"/>
        </emma:interpretation>
      </emma:emma>
    </inkml:annotationXML>
    <inkml:trace contextRef="#ctx0" brushRef="#br0">-1417 10019 163 0,'0'0'195'16,"0"0"-94"-16,0 0-33 16,0 0-5-16,0 0 12 15,0 0 0-15,0 0 8 16,40 6-23-16,-29-2-12 16,6 0-16-16,2-3-2 15,-1 3 15-15,-1 0 11 16,3 0-15-16,0-2-4 0,-2 1-8 15,4 1 8-15,-4 0-3 16,7-2-8-16,-3 2 3 16,3 0-1-16,0-2-2 15,0 2 0-15,1 0-4 16,2-1-5-16,-3-1 1 16,0-2-7-16,2 4-2 15,-2-4 1-15,-3 4-1 16,-2 0-2-16,2-4 8 15,-2 0 1-15,-9 1-5 16,9-1-3-16,-3 0-7 16,1 0 9-16,1 0-8 15,-1 0 5-15,4 0-5 0,-5 0 0 16,4 4 4 0,1-4 0-16,0 4 1 0,0-4-5 15,-1 2-1-15,1 2 11 16,0-4-6-16,0 3 0 15,-1-3-5-15,-2 0 6 16,3 4-5-16,-2-4 4 16,-2 2-6-16,-3-2 3 15,0 0 7-15,-5 4 0 16,0-4-1-16,-5 0 0 16,-1 0-8-16,4 0 0 15,-6 0 5-15,1 0 3 0,7 0-8 16,-8 0 5-1,1 0 0-15,-3 0-6 0,0 0 0 16,0 0 2-16,0 0-2 16,0 0-19-16,0 0-27 15,0 0-19-15,0 0-31 16,-18 0-26-16,-1 0-114 16,2-6-309-16</inkml:trace>
  </inkml:traceGroup>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2:54.156"/>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9250820B-8E98-4AE1-942C-9E02F658E26F}" emma:medium="tactile" emma:mode="ink">
          <msink:context xmlns:msink="http://schemas.microsoft.com/ink/2010/main" type="inkDrawing" rotatedBoundingBox="1253,12982 2529,13008 2528,13035 1252,13009" shapeName="Other">
            <msink:destinationLink direction="with" ref="{C7590015-8015-4A95-A2EC-029F924349FF}"/>
          </msink:context>
        </emma:interpretation>
      </emma:emma>
    </inkml:annotationXML>
    <inkml:trace contextRef="#ctx0" brushRef="#br0">-155 10908 126 0,'0'0'141'0,"0"0"-69"0,0 0-7 15,0 0 7-15,0 0-8 16,0 0 1-16,0 0 0 15,4 0 0-15,-4 0-6 16,0 0 1-16,0 0-18 16,0 0-4-16,0 0 2 15,0 0-21-15,0 0 0 16,0 0-8-16,0 0 14 16,0 0 8-16,5 0-8 15,0 0 10-15,6 7 28 16,6-3-25-16,1-1-5 15,4-3-5-15,0 4 1 16,0-2-2-16,3-2-9 0,3 4 1 16,-1-4 1-16,1 4-1 15,4-4-5-15,-3 0 4 16,1 0-2-16,-5 0-2 16,3 0-2-16,-4 0-1 15,-1 0-9-15,2 0 4 16,-3 0-5-16,0 0 10 15,-4 0-9-15,-5 0-2 16,-1 0 2-16,-2 0-1 16,2 0-1-16,-2 0 1 15,1 0 0-15,0 0 0 16,0 0-1-16,3 0 3 0,-3 0-2 16,3 0 1-16,1 0 5 15,-4 0-7-15,4 0-1 16,-3 0 0-16,7 1 1 15,-6-1 0-15,2 4 1 16,-3-4 0-16,-1 4-1 0,3 0 1 0,1-4-1 16,0 0 1-16,-2 2 0 15,2-2 0-15,4 0 1 16,1 0 3-16,5 0-5 16,-3 0 0-16,-1 0 1 15,1 0-1-15,0 0 1 16,-4 0 0-16,4 0 0 15,-4 0 1-15,1 0 6 16,-3 0-8-16,-5 0 1 16,5 0 5-16,-9 0-6 15,3 0 1-15,5-2 8 16,-2 2-2-16,2 0 5 16,0-4 1-16,-1 4-4 0,-2 0-2 15,-2-4-6-15,1 4-1 16,-4 0 2-16,5-4-2 15,-2 4 6-15,-4 0-6 16,3 0 0-16,-9 0-1 16,3 0-8-16,-3 0-33 15,0 0-35-15,-12 0-55 16,-19-1-194-16,-6-3-465 0</inkml:trace>
  </inkml:traceGroup>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5:37.602"/>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63D18EC8-ED00-4992-A241-7EB22493B95D}" emma:medium="tactile" emma:mode="ink">
          <msink:context xmlns:msink="http://schemas.microsoft.com/ink/2010/main" type="inkDrawing" rotatedBoundingBox="8700,17094 9052,15109 10401,15349 10049,17333" hotPoints="10122,15286 10079,17168 8923,17142 8966,15260" semanticType="enclosure" shapeName="Rectangle">
            <msink:sourceLink direction="with" ref="{E07D1A6F-18AB-426D-BFF4-37C9D8974F1E}"/>
            <msink:sourceLink direction="with" ref="{463E4A3A-708F-4C61-8858-BDB4C0C20E6A}"/>
          </msink:context>
        </emma:interpretation>
      </emma:emma>
    </inkml:annotationXML>
    <inkml:trace contextRef="#ctx0" brushRef="#br0">-3 9 29 0,'0'0'72'0,"0"0"-14"0,0 0-2 16,0 0 0-16,0 0-15 15,0 0 9-15,0 0-1 16,0 0-20-16,0 0-7 16,0 0 1-16,0 0 14 15,0 0 15-15,0 0-4 16,0 0-8-16,0 0-5 16,0 0-5-16,0-4 4 15,0 4-4-15,0 0 3 16,0 0 3-16,0 0-4 15,5 0-9-15,2-4 0 16,1 4-1-16,-3 0 1 16,2 0-4-16,1 0-5 0,4 0-5 15,0 0-8 1,-4 0 11-16,10 0-11 0,0 0 10 16,1 0-5-16,2 0-5 15,-3 4 0-15,2 0 0 16,-2-1 0-16,-1-1 8 15,3 2-3-15,1 0-4 16,1-1 6-16,4-3-7 16,1 2 8-16,-2 2-8 15,0-4 0-15,-2 4 6 16,-3-2-1-16,2 2-5 16,-1-1-1-16,-2 1 1 0,-3-2-1 15,3-2 1 1,-1 4 0-16,0-4 0 0,1 3 1 15,2-3-1-15,-4 0-1 16,4 0 1-16,-4 0 0 16,3 0 4-16,-2 0-5 15,-1 0 0-15,5 0 1 16,-1 0 0-16,4 0 0 16,-3 0 0-16,-2 0 1 15,-1 0-2-15,-1 0 0 16,-5 0 1-16,7 0 1 15,-8 0-1-15,3 0 0 16,1 0 5-16,-7 0 3 16,2 0-8-16,-4 0 0 15,1 0 0-15,-1 0 12 0,0 0 6 16,4 0-2-16,-1 0-2 16,2 0-4-16,-5 0-3 15,3 0-7-15,-2 0 0 16,-1 0 6-16,-1 0-5 15,-2 0 5-15,-4 0 3 16,0 0-3-16,0 0 1 16,0 0 2-16,0 0-3 15,0 0 2-15,0 0-1 16,0 0-6-16,0 0 4 16,0 0 2-16,0 0 0 15,0 0-6-15,0 0 6 16,0 0-7-16,0 0 7 15,0 0-7-15,0 0 1 16,0 0-1-16,0 0 0 0,0 0-1 16,0 0 0-16,0 0-1 15,0 0 1-15,0 0-2 16,0 0 1-16,0 0-1 16,0 0 2-16,0 4-3 15,0 6 3-15,0 3 2 16,0 2-1-16,0-2-1 15,0 4 11-15,0-2-9 16,0 0 6-16,0 6 3 16,0-2-10-16,0 1 1 15,0 3 6-15,0-1-7 16,0 4 7-16,0-2-8 16,0 1 7-16,0-3-5 0,0 1 7 15,0-2-7-15,0-1 5 16,0 3-6-16,0-2 0 15,0 1 7-15,0 1-7 16,0-5 7-16,0 6-8 16,0-1 0-16,0 1 1 15,0-5-1-15,0 3 3 16,0 1-2-16,5 3 1 16,-5-5 5-16,3 5-7 15,0-3 1-15,-3 0-1 16,4-1 0-16,-1 1 1 15,-3-2 0-15,0-2 0 0,5 0 2 16,-5-2-2-16,0 0 9 16,0-2-10-16,0 2 1 15,0 0 1-15,0-2-1 16,0 4 1-16,0-1-1 16,0 5 1-16,3 3-1 15,-3-3 6-15,0 4-5 16,3-4-4-16,2 3 4 15,0 0-2-15,2-3 7 16,-4-4 2-16,6 0-2 16,-6-1-6-16,2-1 1 15,-3 0 6-15,-2-2-7 16,0-1 0-16,0 2 9 0,0-6-8 16,0 3 4-1,0-4-6-15,0 6 1 0,0-6 6 16,0 8-6-16,0-4 0 15,0 2 7-15,0 6-7 16,-7-2 0-16,0 3 9 16,-1 1-9-16,1-1 9 15,2 1-3-15,0-1-5 16,2 1-1-16,-5 0 0 16,1 0 8-16,1 0-9 15,-3-1 1-15,-1-1 12 16,4-2-11-16,-3-2-1 15,3-6 14-15,2 2-14 16,1-5 6-16,-2-3-6 16,5 1-1-16,-3-2 1 0,3-4-1 15,0 0 1-15,0 0 6 16,0 0-7-16,0 0 8 16,0 0-7-16,0 0 6 15,0 0-6-15,0 0 7 16,0 0-8-16,0 0-5 15,0 0-34-15,0 0-43 16,0-8-41-16,0-3-228 0</inkml:trace>
    <inkml:trace contextRef="#ctx0" brushRef="#br0" timeOffset="2459.3316">84 25 218 0,'0'0'121'0,"0"0"-52"16,0 0-11-16,0 0 11 15,0 0-11-15,0 0 7 16,0 0-9-16,0-7-9 16,0 7-7-16,0 0-1 15,0 0-6-15,0 0-1 16,0 0-5-16,0 0-6 15,0 0 0-15,0 0-3 16,0 0 3-16,0 0 10 16,0 0 6-16,0 0-9 15,0 0-8-15,0 0 0 16,0 0-18-16,0 0-1 0,0 0 6 16,0 0-6-16,0 0-1 15,0 0-1-15,0 0 1 16,0 4 2-16,0 9 9 15,0 2-3-15,-3 2 2 16,-2 0 9-16,-5 5 5 16,0-3-2-16,3 4-10 15,-1 1-5-15,1 3 0 16,0 3 2-16,2-6-8 16,2 3 7-16,1 3 1 15,-6-3 3-15,5 1-2 16,-6 2 6-16,-2-5-9 15,6 1 9-15,-5 0-3 0,5-1-6 16,1-3 3 0,-4 5-2-16,5-4-1 0,-1 4-1 15,1-1 2-15,0-4-7 16,-4 1 0-16,0 0 0 16,6-5 7-16,-2 1-7 15,-1 4 6-15,-2-1-6 16,1 1 0-16,-2 3 1 15,4 2-1-15,-4-2 0 16,4 0 1-16,3-1-1 16,-5 1 6-16,5-3-7 15,0 3 0-15,0-3 1 16,0-5-1-16,0 5 0 16,0-4 2-16,0 1-2 0,0 0 1 15,0 1 0-15,0-2 0 16,0 3-1-16,0-3 1 15,0 2 0-15,0-2 0 16,0 3-1-16,0-3 2 16,0 4-2-16,0-1 1 15,0-3-1-15,0 2 1 16,0-3 7-16,0 0-1 16,0-5-7-16,0 3 1 15,0 0 0-15,0 0 0 16,0 4-1-16,0-5 0 15,0 6 1-15,-4-2 0 16,4-4 0-16,-3 6 0 0,3-3-1 16,-3-1 0-16,-1 2 1 15,1-2 6-15,-2-2-6 16,2 3 7-16,-4-3 5 16,4-2-12-16,-1 4 0 15,3-8 0-15,1 1 0 16,0-3 1-16,0-1 0 15,0 2 0-15,0-3-2 16,0 3 1-16,0 1 0 16,0 1-1-16,0 3 1 15,0-6-1-15,0 5 0 16,0-3 1-16,0-3-1 16,0 1 0-16,0-5 1 0,0 2-1 15,0 0 0-15,0-1 6 16,0-3-4-16,0 2-2 15,0 2 2-15,0 0-1 16,1-2 1-16,6 5-2 16,3-3 1-16,5-2 5 15,0 2 1-15,2-1-6 16,1 1 1-16,0-2 4 16,4 2-6-16,-2-1 0 15,3-1 2-15,-3-2 4 16,3 4-5-16,1-4 4 15,-5 0-5-15,6 0 1 0,4 0 0 16,-5 0 0 0,1 0 0-16,0 0 0 0,1 0 1 15,-3 0-2-15,2 0 1 16,2 0-1-16,-10 0 1 16,1 0-1-16,0 0 1 15,1 0-1-15,-3 0 0 16,2 0 0-16,1 0 2 15,-3 0-1-15,-1 0 4 16,2 0-5-16,-9 0 0 16,1 0 0-16,-3 0 0 15,1 0 0-15,1 0-1 16,-1 0 1-16,-4 0 0 0,7 0 0 16,-5-4 1-1,5 4-1-15,2 0 0 0,1 0 1 16,2-2 0-16,0 2 0 15,-2-3 5-15,2-1-6 16,2 2 0-16,-5 2 1 16,3-4 0-16,-2 1 6 15,2-3-5-15,5 2 0 16,-4-3-1-16,1 5 5 16,-2-6-6-16,-1 6 2 15,-1-5-1-15,-6 3 6 0,1 4-6 16,-1 0 0-16,-5 0 5 15,-2 0-5-15,5 0-1 16,-5 0 0-16,5-2 0 16,-2 2 0-16,-1 0 1 15,-2 0-1-15,0 0 1 0,0 0-1 16,0 0-1-16,0 0-25 16,0 0-28-16,0 0-33 15,0 0-55-15,0-4-368 0</inkml:trace>
    <inkml:trace contextRef="#ctx0" brushRef="#br0" timeOffset="5056.6272">-164 1218 327 0,'0'0'110'0,"0"0"-41"0,0 0 15 15,0 0 18-15,0 0-27 16,0 0-5-16,0 0 6 16,40 23-5-16,-37-19-13 15,6-1-6-15,-3-1-2 16,1 2 0-16,0-2-11 15,4-2 0-15,-3 4-7 16,9-1-5-16,-2-3-2 16,-3 4-3-16,8-2 7 15,1-2-3-15,1 4-6 0,5-4-1 16,-4 4-4-16,2-4-5 16,0 0 6-16,4 0-3 15,-1 0-2-15,7 0 1 16,3 0 4-16,-5 0-7 15,4 0-2-15,0-8 2 16,-9 2-9-16,0 3 1 16,-1-3 8-16,-11 2-9 15,6 2 0-15,-9-1 1 16,9-1 0-16,0 2 0 16,-1-2-1-16,9 0 1 15,-5 1-1-15,3 1 6 0,-3-2-5 16,4 0-1-1,-4 0 0-15,-1 4 0 0,-2-1 0 16,3 1 0-16,-4-4 1 16,-1 4 0-16,3-4-1 15,0 4 1-15,1-2 0 16,-3 2 1-16,1 0-1 16,-1 0-1-16,1 0 1 15,-4 0 0-15,1 0-1 16,-6 0 1-16,5 0 1 15,-3 0-2-15,-2 0 1 16,-6 0-1-16,1 0 2 16,-1 0-2-16,-7 0-1 0,5 0-6 15,-5 0-19-15,0 0-14 16,0 0-13-16,0 0-27 16,0 0-65-16,0 0-215 15,-5 0-176-15</inkml:trace>
  </inkml:traceGroup>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3:55.357"/>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730BD059-8DC6-4ABB-87F9-DD9587EB651B}" emma:medium="tactile" emma:mode="ink">
          <msink:context xmlns:msink="http://schemas.microsoft.com/ink/2010/main" type="inkDrawing" rotatedBoundingBox="3570,14115 4086,14556 3823,14863 3308,14422" semanticType="callout" shapeName="Other">
            <msink:sourceLink direction="with" ref="{07F5C017-E306-4160-BFD6-9A75E1661921}"/>
          </msink:context>
        </emma:interpretation>
      </emma:emma>
    </inkml:annotationXML>
    <inkml:trace contextRef="#ctx0" brushRef="#br0">1986 12273 310 0,'0'0'123'0,"0"0"-47"16,0 0-15-16,0 0 5 16,0 0 4-16,0 0-5 15,0 0-12-15,0 0 6 16,0 0-5-16,0 0-15 15,0-2 11-15,0-1-11 16,0-1-13-16,0 2 9 0,0 2-12 16,0-4 2-16,0 0-8 15,0-1 14-15,3 1-17 16,5 0-5-16,2-1 8 16,9 1-4-16,3 0-13 15,6 2 1-15,0-2 8 16,9 1-3-16,-5 3 7 15,1 0-13-15,-1 0 9 16,-3 0 5-16,-4 0-6 16,0 0-8-16,-3 0 12 15,-4 0-12-15,-3 0 1 16,-8 7 1-16,-4 3-1 16,-3 5-1-16,0 2 1 15,0 1-1-15,0-1 1 16,-18 3 1-16,1-3 19 0,0-4 2 15,-3 0-16-15,2-3 0 16,1-5-5-16,-1 3 7 16,-1-4-2-16,1-2-1 15,-1-2 4-15,6 0-9 16,-2 0 5-16,2 0-6 16,4 0 0-16,3 0 7 15,2 0-7-15,4 0 0 16,0 0-1-16,0 0 1 15,0 0-2-15,0 0 0 0,0 0-7 16,10 3 9 0,20 3-1-16,5 5 1 0,12 0 0 15,3 10 0-15,9-2 9 16,-2 0 6-16,-7 3-1 16,-8-3-1-16,-10-2-3 15,-16-4-8-15,-4-7-1 16,-9 1 0-16,-3-1-1 15,0 2 6-15,0 2-3 16,-10-1 22-16,-11 1-6 16,-1-1-8-16,-3-1-1 15,-2-3 1-15,7-1-11 16,-8-4 0-16,9 0 2 16,-3 0 5-16,1 0-7 15,2 0 0-15,8 0-23 0,2 0 0 16,1 0-24-16,3 8-40 15,5 10-113-15,0 1-163 16,0 2-382-16</inkml:trace>
  </inkml:traceGroup>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4:01.873"/>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07F5C017-E306-4160-BFD6-9A75E1661921}" emma:medium="tactile" emma:mode="ink">
          <msink:context xmlns:msink="http://schemas.microsoft.com/ink/2010/main" type="inkDrawing" rotatedBoundingBox="2785,17600 3450,14995 5047,15403 4382,18008" hotPoints="4600,15311 4588,17671 3314,17665 3325,15305" semanticType="enclosure" shapeName="Rectangle">
            <msink:sourceLink direction="with" ref="{B49F424F-9ED4-433B-AB16-95117A656D2A}"/>
            <msink:destinationLink direction="with" ref="{730BD059-8DC6-4ABB-87F9-DD9587EB651B}"/>
          </msink:context>
        </emma:interpretation>
      </emma:emma>
    </inkml:annotationXML>
    <inkml:trace contextRef="#ctx0" brushRef="#br0">1924 14037 77 0,'0'0'200'0,"0"0"-87"16,0 0-38-16,0 0-10 15,0 0 5-15,0 0-15 16,0 0 3-16,0 0-2 15,0 0 2-15,0 0 16 16,0 0-5-16,0 0-1 16,0 0-12-16,0 0-1 15,0 0-7-15,0 0-9 0,0 0-6 16,0 0-9-16,0 0 3 16,0 0 2-16,8 0-11 15,-1 4-1-15,5-2 8 16,-2-2-4-16,1 3-5 15,-1 3-4-15,5-2-5 16,2-1 11-16,-2 1-10 16,4-2 7-16,-3 2 2 15,6 0-4-15,-4-1-11 16,4-3 15-16,0 0-11 16,-4 2 7-16,1-2-6 15,-6 0-7-15,5 4 0 0,1-4 12 16,-1 0-5-1,4 0-7-15,0 0 7 0,-2 0-1 16,2 0-6-16,-1 0 1 16,1 4 0-16,-4-4 9 15,-3 0-9-15,1 0-1 16,0 0 1-16,-1 0 3 16,-3 0-4-16,8 2 0 15,-2-2 0-15,3 0 2 16,-1 3-2-16,-4 1 1 15,3 0-1-15,-1-4 1 16,1 2-1-16,-3 2 1 16,6-1 0-16,0 1 0 15,-1-2 0-15,1 2 0 16,0 0 0-16,0-3 0 0,3 3-1 16,-4 0 0-16,1-4 0 15,-3 4 1-15,2-2 0 16,1 1-1-16,3-3 1 15,0 2 0-15,0-2 2 16,4 4-2-16,-4-4 0 16,-3 0 1-16,-1 4-1 15,-2-4-1-15,-4 0 1 16,-5 2 0-16,0-2-1 16,-2 0 1-16,-1 0 0 15,-4 0-1-15,-3 0 1 16,0 0-1-16,0 0 1 15,0 0-1-15,0 3-17 16,0-3-53-16,0 4-44 16,-3 0-112-16,-12-4-340 0</inkml:trace>
    <inkml:trace contextRef="#ctx0" brushRef="#br0" timeOffset="-1405.9632">1951 13346 192 0,'0'0'182'16,"0"0"-93"-16,0 0-21 16,0 0-17-16,0 0 2 15,0 0 2-15,0 0 7 0,-9-8-4 16,9 8 2-16,0 0-6 15,0 0-2-15,0 0-3 16,0 0-16-16,0 4-11 16,0 11 1-16,0 11 2 15,0 4 6-15,-10 7 16 16,2-1 12-16,1-4-24 16,0 3-13-16,2-3-8 15,-5-3 8-15,5 1-2 16,0 2-2-16,-3 0-4 15,5 1-4-15,-4 0 3 16,4-1 5-16,-2 0 1 16,3 0-12-16,-6 4 7 0,6-4-12 15,-6 0 21 1,4 3-10-16,1-3-4 0,3-4-3 16,0 2-5-16,0-3 10 15,0 1-11-15,0-2 13 16,0-1-11-16,0 1 11 15,0 0-3-15,0 3-9 16,0-2 9-16,0-1-2 16,0 4 6-16,0-5-12 15,3 3 11-15,1 2-13 16,4-2 7-16,-6 6-6 16,1-6 8-16,2 5 1 15,-3-3-10-15,3-1 8 16,-2 1-7-16,0-4 9 15,1 2-4-15,-4-5-5 0,0 3 0 16,3-3 9-16,-3-1-9 16,5-3 9-16,-5 5-8 15,3-4-1-15,-3-1 4 16,5 4-5-16,-3-5-1 16,1 5 1-16,-3 3 5 15,0-3-5-15,0 3 0 16,0-3 9-16,0-1-9 15,0 1 1-15,0-4-1 16,0 2 0-16,0-5 1 16,0 2 0-16,0 3-1 15,0-2 0-15,0 3-1 0,0 1 1 16,0 3 0 0,0-7 0-16,0 0 0 15,0-6 0-15,-3 4 0 0,3-4 0 16,-2 0 0-16,2 1 0 15,0 2 0-15,-5 0 1 16,5 0-1-16,-3 4 0 16,-2-5 0-16,2 2 0 15,-1 0 5-15,1-2-4 16,3-2 0-16,-3 1-1 16,-2-5-1-16,5-3 1 15,-2 1-1-15,2 3 1 16,-5-5 0-16,5 5 5 0,0 1-5 15,-3-2-1 1,3-3 0-16,0 1 1 0,0-1-1 16,0-2 1-16,0-4 7 15,0 0-5-15,0 4-2 16,0-4 1-16,0 0-1 16,0 0 0-16,0 0 0 15,0 0 5-15,0 0-5 16,0 0 0-16,0 1 0 15,0-1 5-15,0 0-4 16,8 4-1-16,5-4 1 16,2 0 0-16,5 0 8 15,-8 0 1-15,3 0-7 16,-1 4-3-16,1-4 0 16,0 0 1-16,-2 0 0 0,5 0-1 15,4 0 0-15,-2 0 2 16,7 0-2-16,1 0 0 15,-2 0 0-15,-1 0 0 16,1-8 2-16,-1 7-2 16,1-7 1-16,-5 2 6 15,1 3-6-15,-5-5 0 16,-6 6-1-16,-1-2 1 16,-1 4-1-16,-1 0 0 15,-3 0-6-15,-1 0 5 16,4 0 1-16,-1 0 0 15,3 0 0-15,5 0 0 16,3 0 0-16,4 0 5 0,0 0-4 16,-1 0-1-1,4-3 0-15,0 1 1 0,-4-6-2 16,2 3 2-16,0 1-1 16,-8-4 2-16,0 3-1 15,1 1 0-15,-3 2-1 16,-1-2 1-16,1 4-1 15,-1-3 0-15,1-1 0 16,-1 4 0-16,-1-2-1 16,0 2 1-16,4-4 0 15,-2 0 0-15,2 4 1 16,-2-1-1-16,-1-3 1 0,1 0-1 16,-1 4 0-16,-5 0 0 15,1 0 0-15,-1 0-1 16,3 0 1-16,2 0 1 15,-2 0-1-15,5 0 1 16,0 0 0-16,-2 0 0 16,2-2 0-16,-5 2-1 15,-1 0 0-15,-3 0 8 16,-2 0-8-16,-4 0 0 16,5-4 0-16,-5 4 1 15,0 0-1-15,0-3-40 16,0 1-17-16,0-6-25 15,0-7-40-15,0-6-55 16,0 3-439-16</inkml:trace>
    <inkml:trace contextRef="#ctx0" brushRef="#br0" timeOffset="-3773.3495">1976 13235 191 0,'0'0'134'0,"0"0"-36"16,0 0-16-16,0 0-7 15,0 0-24-15,0 0 9 16,0 0 5-16,-9-10-11 16,9 8-5-16,0 2 11 15,0-4 0-15,0 4 0 16,0 0-8-16,0 0-14 15,0 0-15-15,0 0 10 16,0 0-12-16,0 0 9 16,0 0-1-16,0 0-17 15,0 0-11-15,0 0 9 0,19 0-1 16,-1 0-8 0,4 0 0-16,1 0-1 0,4 0 7 15,-2 0 0-15,4 0-7 16,1 0 10-16,-2 0-1 15,0 0 5-15,4 0 2 16,-2 0-4-16,-5 0-1 16,4 0-2-16,-1 0-2 15,-3 0 8-15,2 0-14 16,-2 0-1-16,0 0 1 16,0 0 9-16,0 0-9 15,4 0-1-15,-1 0 0 16,2 0 0-16,-1 0 6 15,-1 4-6-15,4-2 0 0,-5 2 0 16,1 0 0 0,-1-2 1-16,-7 1 0 0,2 1-1 15,-4 0 2-15,-1-2 3 16,5-2-4-16,-1 0-1 16,1 3 0-16,0-3 1 15,0 0-1-15,-1 0 2 16,-2 0-1-16,-1 0 0 15,-8 0-1-15,-3 0 0 16,-7 0 1-16,3 0-1 16,-3 0 1-16,0 0 1 15,0 0-1-15,5 0 0 16,-1 0 2-16,2 0-2 16,-2 0-1-16,-1 0 0 15,5 0 1-15,-4 0 4 0,2 0-4 16,1 0-1-16,1 0-7 15,-1 0 7-15,-4 0 0 16,1 0 6-16,1 0-6 16,-2 0 0-16,-3 0 0 15,3 0 2-15,3 0-2 16,7 0 0-16,0 0 0 16,-1 0-1-16,-2 0-1 15,-2 0 3-15,-1 0-2 16,-7 0 2-16,0 0-1 15,0 0 0-15,0 0-1 16,0 0 1-16,0 0 0 16,0 0 2-16,0 0 5 0,0 0-7 15,0 0 9-15,3 0-9 16,1 0 7-16,2 0 2 16,8-3-9-16,-6 3 6 15,4 0-5-15,-5-2-2 16,-1 2 1-16,-1 0-2 15,0 0 4-15,-3 0-2 16,-2 0 1-16,3 0-1 16,-3 0 1-16,4 0 4 15,-1 0-5-15,5 0 1 16,-4-4-1-16,2 4 0 16,-6-4 0-16,4 4 1 0,-4 0 6 15,0 0-1-15,0 0-5 16,0 0-1-16,0 0 8 15,0 0 1-15,0 0-9 16,0 0 1-16,0 0 12 16,0 0-7-16,0 0-6 15,0 0-1-15,0 0 0 16,0 0-5-16,0 0 5 16,0 0 0-16,0 0-8 15,0 0 9-15,0 13 2 16,0 1-2-16,0 3-6 15,0-1 6-15,0 1 0 16,0 2 7-16,0 2-5 16,0-2-2-16,0 0 1 15,0-3 0-15,0 3-1 0,0-1 6 16,0 1-6-16,0-2 0 16,0 2 1-16,0-2 4 15,-4 5-5-15,1-3 0 16,0 4 10-16,-1-1-8 15,1 1-1-15,-2-1-1 16,2 1 7-16,-1-2-7 16,4 2 0-16,-3-8 5 15,1 6-5-15,2-6 1 16,-5 6 1-16,0-3-2 16,5 1 1-16,-3 2 1 15,3-4-1-15,-3 7 6 16,3-5-6-16,-4 4 0 0,1-1 0 15,0 1 7-15,-2 0-6 16,-2 0 9-16,2-2-10 16,0 1 0-16,-4 1 0 15,8-4 5-15,-4-1-5 16,1-4 6-16,4 1-7 16,0-2 0-16,0 0 0 15,-3 0 0-15,3 4 1 16,0-2 0-16,-5 6 1 15,3-2-1-15,-3 0-1 16,2-2 0-16,3 2 1 16,-5-2-1-16,5 0 0 15,-2-4 0-15,2 2 2 16,0 6-1-16,0-4-1 16,-3 4 0-16,3 1 0 0,0-3 1 15,-3 0 0-15,3 1 0 16,0-5-1-16,-4 2 1 15,4 1-2-15,0-3 2 16,-5 6 0-16,2-2-1 16,0 0 9-16,3 3-8 15,0 3-1-15,0-1 1 16,0 3 0-16,0-3 1 16,0 6 5-16,0-2 2 15,0 3-3-15,0-4 2 16,0-1-6-16,0-3 5 15,0 1 5-15,0 2-12 0,-4 3 16 16,1 3 3-16,-2 1-7 16,2-4-2-16,-4 5-2 15,3-5-1-15,1-3-6 16,0-3 5-16,-2-1 0 16,1 1-5-16,4-1 2 15,-3 1 3-15,0-1-6 16,3 1 0-16,0 0 0 15,0-5 1-15,0 4 5 16,0-7 2-16,0-2-8 16,0 0 0-16,0-3 0 15,0-3 0-15,0-5 9 16,0-2-9-16,0 0 0 0,0 0 1 16,0 0 7-16,0 0-2 15,0 0-5-15,0 0-1 16,0 0-3-16,0 0-52 15,-15 0-50 1,-2-2-45-16,-10-11-194 0</inkml:trace>
  </inkml:traceGroup>
</inkml:ink>
</file>

<file path=ppt/ink/ink5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4:22.043"/>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09793215-9EBF-47E1-BD69-57B9A01E58EE}" emma:medium="tactile" emma:mode="ink">
          <msink:context xmlns:msink="http://schemas.microsoft.com/ink/2010/main" type="inkDrawing" rotatedBoundingBox="4796,17384 5288,15117 6634,15410 6142,17676" hotPoints="6333,15344 6245,17494 5109,17448 5197,15298" semanticType="enclosure" shapeName="Rectangle">
            <msink:sourceLink direction="with" ref="{8F7EC5AD-B5BE-49AA-A4DA-C11EE07821D3}"/>
          </msink:context>
        </emma:interpretation>
      </emma:emma>
    </inkml:annotationXML>
    <inkml:trace contextRef="#ctx0" brushRef="#br0">3840 13255 322 0,'0'0'154'0,"0"0"-64"16,0 0-24-16,0 0-2 15,0 0 15-15,0 0 18 16,0 0 10-16,0 0-31 16,0-4-28-16,0 4-12 15,0 0-3-15,5-3-1 16,14 1 7-16,2-2-23 16,4 0 5-16,9 1-3 15,1 3 7-15,5 0-3 0,7 0-11 16,0 0 7-16,6 0-2 15,-1 0-6-15,-2 0-3 16,-3 0 3-16,-8 0-8 16,1 0-1-1,-3 0 9-15,-6 0-9 0,-2 0 1 16,1 0-1-16,-2 0 0 16,1 3 10-16,3-3-11 15,-2 4-1-15,1 0 1 16,-2 1 0-16,3-1 0 15,-6 2 0-15,3 1 0 16,-4-5 1-16,0 2 4 16,5 0-5-16,-5 0 0 15,0-3 1-15,0-1 0 16,-3 0 0-16,-5 4-1 0,-1-4 1 16,0 4-1-16,-11-4 1 15,1 0 1-15,-1 2 5 16,-5-2-7-16,4 0-1 15,-4 0 0-15,0 0 1 16,0 0 0-16,0 0 0 16,0 0 0-16,0 0 0 15,0 0 0-15,0 0 0 16,0 0 6-16,0 0-7 16,0 0 1-16,0 0-6 15,0 4 5-15,0 1-1 16,0 5 2-16,0 3-1 15,0 0 1-15,0 4 1 0,0-2 8 16,0 2-9 0,-4 2 2-16,-1 1 5 0,2 0-6 15,3-1 11-15,-3 7-12 16,-1 1 2-16,-2-1 5 16,0 4 5-16,1 6-11 15,-6 0 9-15,2 3 4 16,3 7-13-16,-4-1 14 15,3 2 13-15,-1-3-20 16,-2-5-6-16,1 1 9 16,3-5-11-16,-8-2 1 15,9-1 5-15,-2-2-4 16,-1-5 6-16,1 5-7 16,1-6 14-16,-1 7-9 15,-1-7 0-15,4 2-5 0,-2 1-1 16,2 0 3-16,-1 1 3 15,2-2 1-15,3 1-7 16,-3-1 0-16,-1-1 3 16,1 1-2-16,0 0 1 15,1-1-1-15,-5 1 0 16,4-3 0-16,0 4 0 16,-1-1 0-16,-3-3 0 15,2 3 10-15,2-3-11 16,-4-1 0-16,4 3 0 15,-4-3 0-15,2 5 0 16,2-5 0-16,1 1 0 0,2 0 7 16,0 0-6-16,0 0-2 15,0-3 1-15,0 3 0 16,0-4 0-16,0 3 1 16,0 1 0-16,0-1 0 15,0 1-1-15,0 0 1 16,0-5 0-16,0 3-1 15,2-2 0-15,6 2 0 16,-3-5 0-16,-3 2 1 16,1-1-2-16,1-4 1 15,-4 4 0-15,3-3 0 16,-3-5-1-16,0 4 1 16,0-7 0-16,0 3 0 15,0-7-1-15,0 6 1 0,0-5 0 16,0 3 0-16,0-2 0 15,0-4 0-15,0 3 1 16,0-3-1-16,0 0 1 16,0 0 0-16,0 0-1 15,0 0 0-15,0 0-30 16,0 0-22-16,3 0-31 16,2 0-71-16,2-13-729 0</inkml:trace>
    <inkml:trace contextRef="#ctx0" brushRef="#br0" timeOffset="3220.9645">3825 14037 215 0,'0'0'169'0,"0"0"-54"0,0 0-24 16,0 0-1-16,0 0-20 15,0 0 0-15,0 0-8 16,0 0 13-16,0 0-11 16,0 0-18-16,0 0 4 15,0 0-15-15,0 0 1 16,0 0 8-16,0 0-12 16,0 0-9-16,0 4-1 15,15 1 11-15,5 8-13 0,-1-3 5 16,2 3-3-16,1 0-2 15,3 0-3-15,0 1-1 16,4-1 0-16,1-8 5 16,2 5 0-16,3-8 0 15,2 5 5-15,-2-3-14 16,1-4 7-16,-4 2-6 16,2-2-2-16,-6 4-3 15,6-1-7-15,-6 1 1 16,0 2-2-16,4-1 0 15,-2 3 5-15,0-2-5 16,4 1 0-16,-1-5 5 16,2 2-5-16,-1 0 0 15,1-4 0-15,-2 0 1 16,-4 0 1-16,-4 0 10 0,-2 0-11 16,-6 0 0-16,-4 0-1 15,3 0 0-15,-3 0 1 16,-5-8 0-16,2 6 0 15,-1-7 6-15,-3 1-7 16,-2 3-8-16,-4-5-40 16,0-1-21-16,-10-4-63 15,-24 2-140-15,2-1-331 0</inkml:trace>
    <inkml:trace contextRef="#ctx0" brushRef="#br0" timeOffset="2018.1209">3793 13450 360 0,'0'0'95'16,"0"0"-42"-16,0 0 2 15,0 0-11-15,0 0 3 16,0 0 20-16,0 0 22 16,0 54 2-16,0-44-32 15,0 3-21-15,-1 0-3 0,-3 0-9 16,-2 4 33-16,2-2-29 16,-4 0 2-16,1 6-13 15,1-6 7-15,1 6-14 16,1-2-2-16,4 7-2 15,0-2 8-15,0 2-7 16,0 2 6-16,-3-2 5 16,3 1-1-16,0 1-9 15,-3-2 9-15,-1 3-12 16,4-3 9-16,0 2-6 16,0-1-10-16,0 3 13 15,0 2-4 1,0-3-8-16,0 1 9 15,0-2-8-15,0-2 7 0,0 3-1 16,0 1 0-16,0-4-8 0,0 3 3 16,0 1 13-1,0-2-10-15,0 3-5 16,0-5-1-16,4-2 7 0,-1 3 1 16,0-5-2-16,-3 1 0 15,4-4-5-15,1 3 4 16,-5 0-4-16,0-3 0 0,0 3-1 15,0-3 1-15,0 4 1 16,0 3-2-16,0 0 0 16,0-3 8-16,0 1-7 15,0-1 0-15,0 0-1 16,0 1 0-16,0-1 3 16,0 0-3-16,0 0 1 15,0-1-2-15,0 5 2 16,0-5-1-16,0 1 2 15,0-3-1-15,0 3-1 16,0-2 1-16,-5 1 0 16,5 1 0-16,-4-1-1 15,4 2 1-15,0-1-1 16,0-1 1-16,0-5 0 16,0-2 0-16,0-2 0 0,0-1-1 15,0-3 0-15,0-3-1 16,0 1 1-16,0-1 0 15,4-4 1-15,-4 5 6 16,0-1-7-16,5 1-1 16,-5 3 1-16,0-5-2 15,3 5 1-15,-3 1 0 16,3-2 1-16,1-3 0 16,-4 2 0-16,3-3 0 15,0 3 1-15,2-6 6 16,-1 5-7-16,-1-5 0 15,0 2 0-15,1 0 0 0,-3-1 1 16,-1-1-1 0,5 2 1-16,-5-4-1 0,0 4 0 15,5-4 0-15,-5 4 0 16,0-3 0-16,4 3 0 16,3-4 0-16,-4 5 1 15,9-3-1-15,-1 2 1 16,-1-1 2-16,7 1-3 15,0-2-1-15,-1-2 1 16,3 0 7-16,-6 4-6 16,6-4-1-16,-1 0 0 15,0 0-1-15,8 0 0 16,2 0 1-16,5 0 1 16,-1 0-1-16,0 0 7 15,5 0-6-15,-6 0-1 0,6 0 1 16,-8-6-1-16,-1 2 0 15,1 1 0-15,-8-1 0 16,1 4 1-16,-4 0-1 16,-8 0-1-16,6 0 0 15,-5 0 1-15,3 0-1 16,-3 0 1-16,3 0 0 16,2 0 0-16,4 0 7 15,2 0-7-15,0-2 2 16,0 2 5-16,-6-5-5 15,6 1 6-15,-3 4-2 16,-1-1-5-16,0-3 5 16,-1 0-5-16,-2 0 1 0,-3 4 0 15,-2-2-1 1,-8 2 0-16,3-3 1 0,-5 3-2 16,0 0-16-16,0 0-29 15,0-8-31-15,-26 6-92 16,1-5-245-16</inkml:trace>
  </inkml:traceGroup>
</inkml:ink>
</file>

<file path=ppt/ink/ink5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4:46.458"/>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27D7FFD5-0085-47C9-8AB4-51B23C456216}" emma:medium="tactile" emma:mode="ink">
          <msink:context xmlns:msink="http://schemas.microsoft.com/ink/2010/main" type="inkDrawing" rotatedBoundingBox="6574,17489 7060,15064 8338,15320 7852,17745" hotPoints="8029,15291 8050,17469 7001,17479 6981,15301" semanticType="enclosure" shapeName="Rectangle">
            <msink:sourceLink direction="with" ref="{B0EAE975-68AC-4832-9E5D-67D56DEDF6A9}"/>
          </msink:context>
        </emma:interpretation>
      </emma:emma>
    </inkml:annotationXML>
    <inkml:trace contextRef="#ctx0" brushRef="#br0">5616 13242 95 0,'0'0'175'15,"0"0"-73"-15,0 0-24 16,0 0 9-16,0 0-1 15,0 0-2-15,0 0-9 0,-11-9-26 16,11 9 5 0,0 0-14-16,0 0 2 0,0 0-6 15,0 0-5-15,0 0 2 16,0 0 9-16,0 0 11 16,0 0-5-16,0 0-13 15,6 0-9-15,14 0 0 16,0 0-6-16,7 0-4 15,2 0-1-15,-1 0-5 16,0 0-3-16,6 0 0 16,-2 0-5-16,-1 0 5 15,6 0 2-15,3 0-8 16,0 0 5-16,-1 0-4 16,1 0 4-16,-5 0-5 15,0 0 8-15,-8 0-9 0,-2 0 0 16,0 0 1-16,-6 0 0 15,-1 0 0-15,4 0 1 16,-4 0-1-16,-1 0 0 16,3 0 0-16,-5 0 0 15,2-4 6-15,-4 0-6 16,5 2-1-16,-2-2 1 16,-3 4-1-1,2-3 1-15,-8 3 0 16,-1-4 0-16,3 4 0 15,-6 0-1-15,4 0 0 0,1 0 0 16,-1-2 1 0,-2 2-1-16,0 0 0 0,3 0 1 15,-8 0-1-15,2 0 1 16,-2 0-1-16,0 0 0 16,0 0 1-16,0 0 1 15,0 0 7-15,0 0-7 16,0 0-1-16,0 0 6 15,0 0-5-15,5 0 5 16,2 0 2-16,1 0-9 16,4 0 0-16,-4 0 2 15,4 0-1-15,-2 0 8 16,-2 0-8-16,-1 0 0 16,6 0 0-16,-1 0 11 15,6 0-12-15,4 0 0 0,6 0 0 16,-3 0 7-16,-1 0-7 15,-4 0 0-15,-10 0 0 16,-2 0 0-16,-4 0 0 16,-4 0 0-16,0 0 9 15,0 0-3-15,0 0 2 16,0 0-6-16,0 0 5 16,0 0 0-16,0 0-5 15,0 0-1-15,0 0 0 16,0 0 7-16,0 0-1 15,0 0 0-15,0 0-6 16,0 0 9-16,0 0-4 16,0 0-5-16,0 0 6 0,0 0-6 15,0 0-1-15,0 0-2 16,0 0-6-16,0 0 8 16,0 2-2-16,0 15 2 15,0 0-1-15,-4 2 1 16,1-1 0-16,-2 5 0 15,2 3 1-15,3 3 6 16,-4 1-6-16,1 2-1 16,-4 1 7-16,4 2-1 15,-7 1-3-15,5 0 6 16,2 0-8-16,-4-4 9 16,2 3-8-16,1-3 5 0,1 5 0 15,0-1-5 1,3-1 11-16,-4-3-7 0,4-3-5 15,0-3 0-15,-3 0 1 16,3 1-1-16,-7-3 9 16,6 3-9-16,-3-4 0 15,1 0 0-15,0-1 1 16,-1-5-1-16,-1 2 1 16,2 2-2-16,0-3 1 15,-1 5-1-15,-2 0 1 16,2 1 0-16,-1 0 1 15,2 1 4-15,0 2-5 16,3 0 1-16,0 1-1 16,0-2 1-16,0 0-1 15,0-1 8-15,0-3-9 0,-4-1 4 16,4-6-4-16,0-2 0 16,-3 4-1-16,3-4 1 15,-3-3 0-15,-2 3 1 16,-2 0-1-16,3 1 2 15,1 5-2-15,0 0 0 16,-6 4 5-16,6 3-3 16,-2 0-2-16,0-1 0 15,2 1 1-15,-2 0 6 16,5 1-7-16,0-5 0 16,0 1 1-16,0 0-1 15,0-4 3-15,0 2-3 16,0-6 0-16,0-2 2 0,0 0 5 15,0-3-9-15,0-1 2 16,0 4-1-16,0 0 1 16,0 1 1-16,0 1 0 15,0 2-1-15,0-2 0 16,-4 2 0-16,1-1 1 16,0-2-1-16,3 1 1 15,-4-2-1-15,4 5 0 16,-5 1 1-16,2-1-1 15,0 3 0-15,-1-6 2 16,3 6 7-16,1-8-7 16,0 0 0-16,0-2-1 15,0-5 0-15,0 2 0 0,0-5 0 16,0-3 0-16,0 2 1 16,0-2-1-16,0 0-1 15,0 0 2-15,0 0 6 16,0 0-8-16,-9 0-47 15,-24 0-45-15,4 0-79 16,-6-2-485-16</inkml:trace>
    <inkml:trace contextRef="#ctx0" brushRef="#br0" timeOffset="2108.8752">5645 13261 172 0,'0'0'167'16,"0"0"-70"-16,0 0-18 15,0 0-8-15,0 0-5 16,0 0-5-16,0 0-9 16,0-6-13-16,0 6-10 0,0 0 10 15,0 0 36-15,0 10-20 16,-2 3 13-16,-3 2-23 15,-2 4-2-15,4 1 2 16,-2 9 0-16,5 1-3 16,-3 5-6-16,3 2 10 15,0 1-5-15,-4 7 1 16,4-4-20-16,-5 6 8 16,5 0-11-16,-1 1 3 15,-4-1-2-15,1 2-6 16,-1-7 9-16,0 1-13 15,2-5-3-15,-1 1 9 16,-1 1-10-16,2-4 1 0,0 0 1 16,-1 0 3-1,4-2-9-15,0-2 5 0,0 3 5 16,-3-1-5-16,3 3 3 16,0-5-2-16,0 4 5 15,0-4-13-15,0 0 6 16,0-4 3-16,0-2-8 15,0 4 7-15,0-7-8 16,0 2 0-16,0-2 0 16,0 3 7-16,0 0-6 15,0 1-1-15,0-3 1 16,3 6-1-16,1-7 1 16,-1 3 1-16,0-3-1 15,2-1 6-15,-1-2 0 16,-1 3-6-16,0-4-1 0,-3-3 0 15,2 3 0-15,-2 2 0 16,0-6 1-16,0 2-1 16,0-6 1-16,0 2 0 15,0 4-1-15,0-3 1 16,0-1-1-16,0 0 1 16,0 0 0-16,0 2-1 15,0-2 0-15,0 0 2 16,0 5 5-16,0-5-6 15,0 3-1-15,0-3 0 16,-2 4-1-16,2-2 0 16,-3-2 1-16,3 4-1 0,-3-2 1 15,-1-2 0-15,-4 0 0 16,5 0 1-16,3-3-1 16,-4 3 0-16,4 0 0 15,-6-2 0-15,1 6 0 16,-2 0 1-16,0-2-1 15,1-2 0-15,-3-2 1 16,6-4 1-16,0-1-2 16,3 1 0-16,-4-5 0 15,4-2 1-15,0 4-1 16,-3-4 0-16,3 4 0 16,-5 0 0-16,2 1 0 15,-1 3 0-15,-3-3 1 0,-1 1-1 16,5 2 1-1,-1-5-1-15,4-1 0 0,-3-2 0 16,3 4 8-16,0-4-8 16,0 0-1-16,0 0 1 15,0 0 0-15,0 0 7 16,0 0-7-16,0 0-2 16,0 0 1-16,0 0 1 15,0 0 0-15,0 0-8 16,0 0 7-16,0 0-1 15,7 0 1-15,11 0 1 16,4 0 1-16,3 0-1 16,-3 0 0-16,1 0 0 0,4 0 0 15,-2-4 0 1,8-1 0-16,-4-3 0 0,3 2 0 16,-2 3 0-16,-2-3-1 15,-3-1 1-15,0 5 0 16,-3-6 0-16,0 2 0 15,-4-1 0-15,-4 1 0 16,4 3 0-16,-3-1 1 16,-2 2 0-16,-1 2-1 15,-4-5 0-15,6 1 0 16,-4 3 0-16,2 1 0 16,-4-4 0-16,5 4 0 15,-3-4 0-15,2 0 0 16,0 4 0-16,-7-2 0 15,10 2 0-15,-5-3-1 0,3 3 1 16,2 0 0-16,0-4 0 16,0 0 0-16,4 2 0 15,-2-2 0-15,1 1 0 16,-1 3 0-16,3-2 0 16,-7 2 0-16,5 0-1 15,-6 0 1-15,2 0 0 16,-1 0 0-16,-1 0 0 15,-1 0 0-15,3 0 0 16,-3 0 0-16,-1 0-1 16,-1 0 1-16,-2 0 0 15,-4 0 1-15,0 0-1 0,2 0-1 16,-5 0-6 0,4 0-38-16,-4 0-11 0,0 0-11 15,0 0-22-15,0 0-37 16,3 0-203-16,0-4-714 0</inkml:trace>
  </inkml:traceGroup>
</inkml:ink>
</file>

<file path=ppt/ink/ink5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5:41.581"/>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AE83909A-E988-435B-BE5D-E4060DD3C323}" emma:medium="tactile" emma:mode="ink">
          <msink:context xmlns:msink="http://schemas.microsoft.com/ink/2010/main" type="inkDrawing" rotatedBoundingBox="9067,15894 10102,15895 10101,15904 9066,15903" semanticType="underline" shapeName="Other">
            <msink:sourceLink direction="with" ref="{463E4A3A-708F-4C61-8858-BDB4C0C20E6A}"/>
          </msink:context>
        </emma:interpretation>
      </emma:emma>
    </inkml:annotationXML>
    <inkml:trace contextRef="#ctx0" brushRef="#br0">82 658 4 0,'0'0'31'0,"0"0"-2"16,0 0 7-16,0 0-11 15,0 0 14-15,0 0 7 0,0 0-3 16,-44 0 0-16,44 0-14 16,-3 0-4-16,3 0 4 15,0 0-2-15,0 0 5 16,0 0 8-16,0 0 11 15,0 0-1-15,0 0 6 16,0 0-4-16,0 0 5 16,0 0-10-16,0 0 2 15,0 0 3-15,0 0 16 16,0 0 12-16,0 0-11 16,0 0-27-16,0 0-6 15,0 0-10-15,0 0 8 16,0 0-8-16,0 0 3 15,0 0-9-15,0 0-7 0,0 0 3 16,0 0-1-16,3 0-5 16,-3 0-9-16,0 0 11 15,0 0-11-15,0 0 11 16,0 0-11-16,0 0 9 16,0 3-9-16,0-3 7 15,0 0 2-15,0 0-3 16,0 0 5-16,4 0-2 15,4 0 0-15,5 0 2 16,6 2 1-16,-1-2 1 16,3 4-1-16,4-4 0 15,0 0-4-15,4 0 0 16,2 0-8-16,6 0 5 0,-6 0-5 16,6 0-1-16,-1 0 9 15,-4 0-8-15,-4 0 5 16,-3 0-5-16,-3 0 1 15,-3 0 6-15,-2-4-6 16,-4 4-1-16,6 0 0 16,-1 0 6-16,0 0-7 15,0 0 0-15,2 0 1 16,4 0-1-16,-8 0 0 16,6 0 0-16,-2 0 0 15,-9 0 1-15,8 0-1 16,-4 0 1-16,3 0 0 15,-1 0-1-15,-3 0 2 16,5 0-1-16,-1 0 5 16,-8 0-6-16,2 0 0 0,-7 0 0 15,3 0 0-15,-5 0 0 16,6 0 0-16,-3 0 0 16,4 0 0-16,2 0-9 15,6 0-14-15,-1 0-9 16,4 0-7-16,7 0-24 15,2 0-41-15,-5 0-202 16,-3 0-85-16</inkml:trace>
  </inkml:traceGroup>
</inkml:ink>
</file>

<file path=ppt/ink/ink5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5:32.041"/>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5238A884-99B3-4D74-9066-8BFF166656ED}" emma:medium="tactile" emma:mode="ink">
          <msink:context xmlns:msink="http://schemas.microsoft.com/ink/2010/main" type="writingRegion" rotatedBoundingBox="9388,14582 6752,15961 6160,14828 8796,13449"/>
        </emma:interpretation>
      </emma:emma>
    </inkml:annotationXML>
    <inkml:traceGroup>
      <inkml:annotationXML>
        <emma:emma xmlns:emma="http://www.w3.org/2003/04/emma" version="1.0">
          <emma:interpretation id="{8365029F-110A-4205-9297-07E1D6FF49CF}" emma:medium="tactile" emma:mode="ink">
            <msink:context xmlns:msink="http://schemas.microsoft.com/ink/2010/main" type="paragraph" rotatedBoundingBox="9388,14582 6752,15961 6160,14828 8796,13449" alignmentLevel="1"/>
          </emma:interpretation>
        </emma:emma>
      </inkml:annotationXML>
      <inkml:traceGroup>
        <inkml:annotationXML>
          <emma:emma xmlns:emma="http://www.w3.org/2003/04/emma" version="1.0">
            <emma:interpretation id="{EDEAEA23-06D5-49A1-B96F-8B12AF3E7E7F}" emma:medium="tactile" emma:mode="ink">
              <msink:context xmlns:msink="http://schemas.microsoft.com/ink/2010/main" type="line" rotatedBoundingBox="9388,14582 6752,15961 6160,14828 8796,13449"/>
            </emma:interpretation>
          </emma:emma>
        </inkml:annotationXML>
        <inkml:traceGroup>
          <inkml:annotationXML>
            <emma:emma xmlns:emma="http://www.w3.org/2003/04/emma" version="1.0">
              <emma:interpretation id="{C6E3BCE5-EEE5-4A78-8521-A8EEABCA48C1}" emma:medium="tactile" emma:mode="ink">
                <msink:context xmlns:msink="http://schemas.microsoft.com/ink/2010/main" type="inkWord" rotatedBoundingBox="9388,14582 8882,14847 8673,14448 9180,14183"/>
              </emma:interpretation>
              <emma:one-of disjunction-type="recognition" id="oneOf0">
                <emma:interpretation id="interp0" emma:lang="" emma:confidence="1">
                  <emma:literal/>
                </emma:interpretation>
              </emma:one-of>
            </emma:emma>
          </inkml:annotationXML>
          <inkml:trace contextRef="#ctx0" brushRef="#br0">460 17 273 0,'0'0'153'0,"0"0"-45"15,0 0-10-15,0 0-23 16,0 0-23-16,0 0 3 15,0 0 0-15,12 0-2 16,-12 0-5-16,0 0-12 16,0 0 9-16,0 0-12 15,0 0-4-15,0 0-10 16,0 0 10-16,0 0-3 16,0 0 0-16,0 0-12 15,-15 0 4-15,-2 0-17 16,-6 0 9-16,6 0-9 0,-2-2 11 15,-2-1-11 1,-4 3 5-16,0-4-5 0,-1 4 0 16,1 0 8-16,0 0-8 15,4 0 0-15,2 0 5 16,1 0 3-16,1 0-8 16,5 0 6-16,-3 0-6 15,2 0-1-15,1 0 0 16,-3 0 1-16,5 4-1 15,3 1 0-15,-4 3 1 16,6-3 1-16,-9 5-1 16,8-3 0-16,-1 4 0 15,-1-2 1-15,1 4-2 16,2 4 1-16,0-2 6 16,2 6-5-16,-1-2 4 15,4-1 2-15,0 3-7 16,0-10 7-16,0-1-7 0,0-3 0 15,0-3 0-15,0-4 10 16,0 2-5-16,0-2 0 16,0 0 1-16,10 0 1 15,12 0-1-15,6 0-1 16,1 0 1-16,8 0-6 16,-6-2 0-16,3-9 0 15,-2 5-1-15,-4-3 2 16,-3 3-1-16,-3 2 6 15,3 1-7-15,-7 3 0 0,4 0-1 16,-4 0 1 0,-3 3 1-16,-3 11 0 0,-3-3-1 15,-1 6 1-15,-5 0 7 16,-3-2 2-16,0 2 3 16,0 0-3-16,0-2 0 15,0-2 3-15,-11 1 5 16,-3-1-5-16,-1-3 0 15,-7-1-4-15,1 0 7 16,-4 3-9-16,-1-7-1 16,-2 5-6-16,0-7 2 15,3 3-2-15,-6 2-16 16,6 1-17-16,4 0-25 16,-4 14-37-16,6-4-103 15,6-2-156-15</inkml:trace>
        </inkml:traceGroup>
        <inkml:traceGroup>
          <inkml:annotationXML>
            <emma:emma xmlns:emma="http://www.w3.org/2003/04/emma" version="1.0">
              <emma:interpretation id="{6DDA7BA5-344D-4F26-8BE7-D767C40055C6}" emma:medium="tactile" emma:mode="ink">
                <msink:context xmlns:msink="http://schemas.microsoft.com/ink/2010/main" type="inkWord" rotatedBoundingBox="7541,14763 7157,14964 6887,14448 7272,14247"/>
              </emma:interpretation>
            </emma:emma>
          </inkml:annotationXML>
          <inkml:trace contextRef="#ctx0" brushRef="#br0" timeOffset="-48028.7766">-1522-41 199 0,'0'0'189'0,"0"0"-78"16,0 0-4-16,0 0 9 15,0 0-1-15,0 0-12 16,0-15 9-16,0 11-28 16,0 0-17-16,0-1-12 15,0 1-4-15,0 0-28 16,0 2 9-16,0-2 7 15,0 4-9-15,0-1-1 16,0 1-1-16,0 0-5 16,0 0 6-16,0 0-4 0,0 0-12 15,0 0-3-15,0 0-10 16,0 0-10-16,0 7 10 16,0 19 7-16,0 10 3 15,0 9 3-15,-8 5 6 16,-4 7-12-16,1 3 9 15,-1 2 2-15,-3-2 8 16,1-1 3-16,3-2-2 16,1-10-10-16,1-6-4 15,6-7 0-15,0-8-7 16,3-11 3-16,0-1 0 0,0-4-8 16,0-6 11-16,0-4-11 15,0 4 14-15,0-4-2 16,0 0 5-16,0 0-2 15,0 0-4-15,0 0-4 16,0 0-8-16,0 0-9 16,0 0-36-16,0 0-55 15,-7 0-37-15,4-4-27 16,-2-4-437-16</inkml:trace>
        </inkml:traceGroup>
        <inkml:traceGroup>
          <inkml:annotationXML>
            <emma:emma xmlns:emma="http://www.w3.org/2003/04/emma" version="1.0">
              <emma:interpretation id="{A4805044-2210-431F-91DC-A3D208A419F4}" emma:medium="tactile" emma:mode="ink">
                <msink:context xmlns:msink="http://schemas.microsoft.com/ink/2010/main" type="inkWord" rotatedBoundingBox="7081,15733 6730,15917 6538,15550 6889,15367"/>
              </emma:interpretation>
              <emma:one-of disjunction-type="recognition" id="oneOf1">
                <emma:interpretation id="interp1" emma:lang="" emma:confidence="1">
                  <emma:literal/>
                </emma:interpretation>
              </emma:one-of>
            </emma:emma>
          </inkml:annotationXML>
          <inkml:trace contextRef="#ctx0" brushRef="#br0" timeOffset="-8137.2716">-1898 1137 58 0,'0'0'163'0,"0"0"-66"0,0 0-14 16,0 0-6-16,0 0-12 15,0 0 0-15,0 0 2 16,-3-2 13-16,3 2-2 16,0 0 4-16,0 0-10 15,0-4 6-15,0 4-10 16,0 0-20-16,0 0 1 15,0 0-15-15,0 0-1 0,0 0-3 16,0 0 1-16,0 0-2 16,0 0-6-16,0 0 0 15,0 0 2-15,0 0-6 16,0 0-2-16,0 0 1 16,0 0 2-16,-4-4-1 15,1-2-6-15,0-1-10 16,-1-2 3-16,1 3-6 15,-5-2 0-15,4-1 0 16,-1 3-1-16,-5-1 1 16,7 1 0-16,3 2 0 15,0 4 0-15,0 0 0 16,0 0 1-16,0 0-1 0,0 0 0 16,0 0-9-16,0 0 8 15,0 0-5-15,0 0-6 16,0 0 11-16,0 4-5 15,0 11 5-15,3 6 1 16,9-2 1-16,-2 3-1 16,5-3 1-16,0 3 0 15,-5-3 6-15,5-3-6 16,-5-2-1-16,-1-1 1 16,-3-2 1-16,1 0-1 15,-5-5-1-15,-2 3 0 16,5 1 0-16,-5-3-1 15,0-1 1-15,0 2 1 16,0-5 0-16,0 1-1 16,0 0 2-16,0 5-2 0,0 3 1 15,-7-1 0-15,-6 2-1 16,1 4 0-16,-3-4 1 16,5 0 0-16,-2 0 0 15,5 1 6-15,1-9-5 16,2 5-1-16,1-2 0 15,3-2 1-15,0 1-1 16,0-5 5-16,0 2-6 16,-5-4 0-16,5 4 1 15,0-4 0-15,0 0 2 16,0 0-2-16,0 0 0 16,-3 0 0-16,3 0 0 0,-4 2-1 15,-1 5 1-15,-5-1-1 16,0 5 0-16,4-2 0 15,-6-3 1-15,9 2 0 16,-2-6 0-16,3 1 0 16,2-3-1-16,0 0 0 15,0 0 0-15,0 0 1 16,0 0 1-16,0 0-1 16,0 0 1-16,-4 4-2 15,4-4 0-15,-5 2 0 16,-1 2 0-16,6-1 0 15,-4-3 1-15,4 4 0 16,0-4 6-16,0 0-6 0,0 0 6 16,0 0-1-1,0 0-6-15,0 0 6 0,0 0-4 16,0 0-2-16,0 0 2 16,0-4-2-16,0-9 0 15,10 4 0-15,1-8 0 16,4 2 0-16,-4-2 0 15,-1 0 0-15,2 1 0 16,-5-5 0-16,1 6 0 16,-1-2-2-16,-1-1 2 15,-2 1-1-15,4-2-5 16,-1-2 6-16,0 4-16 16,4-4 8-16,-4 6 8 15,-4-2-2-15,6 8 2 16,-9 0-1-16,3-1 1 0,-3-1-1 15,0 2 1-15,0-1 0 16,0 5-1-16,0-4 1 16,0 3-2-16,0-1 1 15,0 1-10-15,0-1 10 16,0 5-1-16,-8-2-4 16,-2-3-1-16,3 5 7 15,-5-2-1-15,5 4 0 16,-1 0 0-16,1 0 0 15,-3 0 0-15,2 0 1 16,1 0-1-16,2 0 0 16,-5 0 1-16,5 0-18 0,0 0-12 15,2 0-21 1,3 0-35-16,0 0-101 16,0 6-157-16</inkml:trace>
          <inkml:trace contextRef="#ctx0" brushRef="#br0" timeOffset="1890.1754">-2232 1265 147 0,'0'0'150'0,"0"0"-52"0,0 0-25 16,0 0-19-16,0 0-3 15,0 0-5-15,0 0-4 16,0 0-6-16,0 0-3 15,0 0 3-15,0 0 2 16,0 0 1-16,0 0 10 16,0 0 6-16,0 0-7 15,0 0-2-15,0 0-7 16,0 0-10-16,0 0-9 16,0 0 0-16,0 0-7 0,15 0 2 15,13 0 4-15,4 0-2 16,5 0-7-16,6 6-3 15,1-2-5-15,-3 1-1 16,-4-1 5-16,-5 0 1 16,-7-2-6-16,2 2 0 15,-10-1 0-15,-2-3-1 16,-5 0-5-16,1 4-14 16,-1-4-48-16,2 0-89 15,-7 0-81-15,0 0-257 0</inkml:trace>
        </inkml:traceGroup>
      </inkml:traceGroup>
    </inkml:traceGroup>
  </inkml:traceGroup>
</inkml:ink>
</file>

<file path=ppt/ink/ink5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7:39.648"/>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E452E530-D362-4D59-AE39-A9B20E6EF005}" emma:medium="tactile" emma:mode="ink">
          <msink:context xmlns:msink="http://schemas.microsoft.com/ink/2010/main" type="inkDrawing" rotatedBoundingBox="10881,17474 11316,14958 12599,15180 12164,17696" hotPoints="12377,15183 12236,17557 11167,17493 11309,15119" semanticType="enclosure" shapeName="Rectangle">
            <msink:sourceLink direction="with" ref="{E69AABF7-5905-482C-8967-CDFB63F89E9E}"/>
            <msink:sourceLink direction="with" ref="{8C1BB4F8-5CBB-4976-A1C5-037A9BDD9B27}"/>
          </msink:context>
        </emma:interpretation>
      </emma:emma>
    </inkml:annotationXML>
    <inkml:trace contextRef="#ctx0" brushRef="#br0">497 26 123 0,'0'0'161'0,"0"0"-71"0,0 0-2 16,0 0-2-16,0 0 1 15,0 0 4-15,0 0-12 16,0-8-14-16,0 8 2 16,0 0 4-16,0 0-14 15,0 0-9-15,0 0-2 16,0-2-5-16,7-1-11 0,23-1-14 16,11 0-4-1,10 4-6-15,7 0-5 0,2 0 9 16,11 0-4-16,-8 0-4 15,6 0-1-15,-4 0 0 16,-3 4 1-16,-5 0-1 16,-4-1 0-16,-1-3 8 15,-2 0-8-15,-6 2-1 16,-1-2 2-16,-4 0-2 16,-3 0 1-16,-7 0 0 15,-1 0 0-15,-6 0 0 16,-4 0 1-16,-11 0-1 15,3 0 2-15,-8 0 3 16,-2 0-6-16,0 0 0 16,0 0 1-16,0 0 1 0,0 0 5 15,0 0-6 1,0 0 8-16,0 0-6 0,0 0-2 16,0 0 1-16,0 0-1 15,0 0-1-15,0 0 1 16,0 4-1-16,0 3 0 15,0 3 1-15,0 5 0 16,0-2 7-16,0 4-6 16,0-1 8-16,0 1 0 15,-2 0-3-15,-5-2-6 16,4 6 1-16,-4-3 12 16,4 5-5-16,-4 1 6 15,-1 3-5-15,1 3-4 16,1-2 1-16,-3 2-1 0,8 3-5 15,-4-1 2-15,1 0-2 16,1 2 7-16,-2-4-7 16,2 4 10-16,-4-2-3 15,2 0-1-15,3 0-6 16,-1 3 7-16,-2-3-1 16,3 0-7-16,2 0 8 15,-5-4-6-15,2 2-2 16,3 0 8-16,-4-2-8 15,4 4 6-15,0 3-6 16,0-3 3-16,0 0 7 16,0 4-9-16,0-4 9 15,0 4-9-15,0-1-1 0,0-3 1 16,0 1-1-16,0 3 1 16,0-4 7-16,0 4 3 15,0-1-10-15,0 5 6 16,0-6-7-16,0 5 8 15,-3-2-7-15,-2-5 0 16,2 2 6-16,-1-6-7 16,-1-2 1-16,0 3 0 15,2-7 0-15,-5 4 5 16,4-3-6-16,-2-4 1 16,-3 4-1-16,-1 0 2 15,3 3-2-15,-4 1 1 16,4-1-1-16,-5 0 0 0,6 3 0 15,-1 3 0 1,-1 0 1-16,1 3 0 0,2 2-1 16,-3-5 0-16,3 2 1 15,1-2-1-15,1-6 1 16,3-5-1-16,-3 1 1 16,3-5-1-16,0-2 1 15,0 2 0-15,-4-4 0 16,4 1-1-16,-5 3 0 15,-2-5 0-15,4 5 0 16,1-4 0-16,-6 0 0 16,5-4 0-16,-1-3 0 0,4 2 0 15,0-3 0 1,0-1 1-16,0-4 0 0,0 0-1 16,0 0 1-16,0 0 7 15,0 0-7-15,0 0 5 16,-5 0-5-16,5 0 0 15,0 0 11-15,0 0-11 16,-3 0 7-16,-5 0-8 16,1 0-1-16,-6-4 1 15,-9-5 0-15,-3-4-12 16,-9 3 12-16,-7 1 0 16,-8 1 0-16,-1 3 0 15,-4-1-1-15,1 2 1 16,-2 1 0-16,1-1 1 15,1 4-1-15,1 0 1 0,2 0-1 16,-1 0 1-16,5 0 0 16,-1 0-1-16,7 0 1 15,5 0 0-15,3 0 0 16,-2 0-1-16,6 0 0 16,-2 0 0-16,1 0 1 15,4 0 0-15,0 0-1 16,0 0 1-16,3 0-1 15,1 0 3-15,2 0-3 16,6 0 1-16,-2 0-1 16,5 0 1-16,1 0 0 15,-1 0-1-15,4 0 2 16,1 0-1-16,-2 0 5 0,0 0-5 16,-1 0-1-1,-2 0 0-15,3 0 0 0,-1 0 0 16,5 0 0-16,3 0 1 15,0 0 6-15,0 0-1 16,0 0 0-16,0-2 10 16,0-3 3-16,0 0 3 15,0-3-10-15,0-5-1 16,0 0-9-16,0-2-1 16,0-6 5-16,6 2 4 15,6-3-2-15,-2-7 2 16,5-1-9-16,0-6 8 15,-2 1 1-15,3-2-2 16,-1 1-7-16,-2 1 11 16,2 1-12-16,-2-6 1 0,6 3 0 15,-4-3 0-15,3 1 0 16,-1 0 1-16,-2-4-1 16,3 3 0-16,-4 1 0 15,4-1-1-15,-3 1 1 16,-6-1-1-16,7 4 1 15,-6 0 1-15,2 8-2 16,-2-3 1-16,-7 7-1 16,4-2 1-16,-2 1-1 15,-5 1 1-15,3-1-1 16,-3 3 0-16,4-6 0 16,-4 2 0-16,5 0 0 0,-2-1 1 15,0 3-1-15,1-2 1 31,1 3 0-31,-5 0-1 0,2 1 0 16,-2 3 0-16,3-2 0 16,-3 6 0-16,0-6 0 15,0 6 0-15,0-6 0 16,0 6 0-16,0-2 1 16,0 2-1-16,0-2 1 15,0-2-1-15,0 0 0 16,0-1 1-16,0 1 0 15,0 0 0-15,0 2-1 16,0-2 0-16,0 2 0 0,0 4 1 16,0-2-1-16,0 1 1 15,0 1 0-15,0 0 0 16,0 0-1-16,0 3 1 16,0-3 0-16,0 4-1 15,0-5 1-15,0 5-1 16,0-8 0-16,0 4 0 15,0-2 0-15,0-2 0 16,0 2 0-16,0-6 0 16,0 6 0-16,0-4 0 15,0-1 0-15,0 1 0 0,0-3 0 16,0 3 0-16,0 0 1 16,0 3-1-16,3-3 2 15,1-2-2-15,1 6 0 16,-2 2-2-16,4-2 4 15,-4-2-2-15,5 2 0 16,-1-6 0-16,0 2 0 16,1 2 0-16,-1-1 0 15,-1-2 0-15,-2 7-2 16,1-1 2-16,-2 7 0 16,-3 5 0-16,3-2 0 15,-3 4 0-15,0-3 0 16,0 3 2-16,0-4-2 0,0 4 0 15,0-2 0-15,0 2-2 16,0-4 2-16,4 0-21 16,-1-1-23-16,1 1-14 15,11 0-30-15,6 4-14 16,34 0-53-16,-9 11-228 16,-3 8-493-16</inkml:trace>
    <inkml:trace contextRef="#ctx0" brushRef="#br0" timeOffset="1122.8632">407 1049 345 0,'0'0'143'0,"0"0"-39"16,0 0-3-16,0 0 1 15,0 0-25-15,0 0-4 16,0 0 3-16,0-30-29 16,0 26-18-16,0 2 20 15,0-1 1-15,0-1-11 16,0-2-7-16,0 2-11 15,0-3-9-15,0 5 4 16,0-5-2-16,0 5-6 16,0-6-1-16,0-1-6 15,0 3 5-15,0 2-3 16,0-3-2-16,0 5 5 0,0 2-4 16,0-4-1-16,0 4 9 15,0 0-9-15,0 0 1 16,0 0 8-16,0 0 1 15,0 0 0-15,0-4-3 16,0 4 4-16,10 0-5 16,8-4-5-16,7 2-1 15,9-2 8-15,4 4-3 16,5 0-6-16,1 0 7 16,6 0-6-16,0 0 5 15,2 0 3-15,-2 0-8 16,2 0 9-16,-3 6 4 0,-6 6-1 15,1-10-3 1,-6 5 0-16,-1-3 2 0,-5-4-5 16,1 2-1-16,-8 2-5 15,4-1 0-15,-4 3 1 16,1-2 0-16,-2 0 6 16,3-2-7-16,-2 1 5 15,-4 1-6-15,1-2 7 16,-2-2-6-16,-5 4 6 15,-3-4 0-15,-5 0-6 16,-6 0 0-16,-1 0-1 16,0 0 0-16,0 0-27 15,0 0-26-15,-15 0-69 0,-15 0-101 16,-7 0-156-16</inkml:trace>
  </inkml:traceGroup>
</inkml:ink>
</file>

<file path=ppt/ink/ink5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7:49.611"/>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4CF5BAAF-B647-4241-B49A-076F22B84A2F}" emma:medium="tactile" emma:mode="ink">
          <msink:context xmlns:msink="http://schemas.microsoft.com/ink/2010/main" type="writingRegion" rotatedBoundingBox="11993,16887 10975,18429 8825,17009 9843,15468"/>
        </emma:interpretation>
      </emma:emma>
    </inkml:annotationXML>
    <inkml:traceGroup>
      <inkml:annotationXML>
        <emma:emma xmlns:emma="http://www.w3.org/2003/04/emma" version="1.0">
          <emma:interpretation id="{EF08ADEB-98E2-420F-AE1F-7B196B32E2C2}" emma:medium="tactile" emma:mode="ink">
            <msink:context xmlns:msink="http://schemas.microsoft.com/ink/2010/main" type="paragraph" rotatedBoundingBox="11907,17496 10427,17358 10489,16690 11969,16827" alignmentLevel="1"/>
          </emma:interpretation>
        </emma:emma>
      </inkml:annotationXML>
      <inkml:traceGroup>
        <inkml:annotationXML>
          <emma:emma xmlns:emma="http://www.w3.org/2003/04/emma" version="1.0">
            <emma:interpretation id="{53FBDBAC-5C04-4232-B31D-AC59C43C009A}" emma:medium="tactile" emma:mode="ink">
              <msink:context xmlns:msink="http://schemas.microsoft.com/ink/2010/main" type="line" rotatedBoundingBox="11907,17496 10427,17358 10489,16690 11969,16827"/>
            </emma:interpretation>
          </emma:emma>
        </inkml:annotationXML>
        <inkml:traceGroup>
          <inkml:annotationXML>
            <emma:emma xmlns:emma="http://www.w3.org/2003/04/emma" version="1.0">
              <emma:interpretation id="{2C3D7DAB-8AEA-4AF4-B4A1-B8A418517471}" emma:medium="tactile" emma:mode="ink">
                <msink:context xmlns:msink="http://schemas.microsoft.com/ink/2010/main" type="inkWord" rotatedBoundingBox="10950,17101 10455,17055 10480,16781 10976,16827"/>
              </emma:interpretation>
            </emma:emma>
          </inkml:annotationXML>
          <inkml:trace contextRef="#ctx0" brushRef="#br0">2116 2490 396 0,'0'0'158'0,"0"0"-60"16,0 0-17-16,0 0 10 15,0 0 21-15,0 0-3 0,0 0-34 16,0 0-20-16,0 0-15 16,0 0-12-16,0 0-9 15,0 0-11-15,0 0 3 16,0 4-3-16,0 15 5 16,6 0-3-16,1 1 1 15,1-1-1-15,-1 3-2 16,-4-7-6-16,6-2 5 15,-6 0-6-15,0-7 6 16,-3 1-6-16,4-1-1 16,-4-2 2-16,0-1-1 15,0-1 0-15,0 6 12 16,-4-3-3-16,-14 3 5 0,-7 1-2 16,0 1-6-1,-2-1 3-15,-3-1-4 0,3-3-5 16,11 1 6-16,-3-2-6 15,6 0-1-15,4-4-28 16,1 1-28-16,5 3-76 16,3 4-163-16,0-8-105 0</inkml:trace>
          <inkml:trace contextRef="#ctx0" brushRef="#br0" timeOffset="-593.5853">1671 2625 199 0,'0'0'192'0,"0"0"-85"0,0 0-25 16,0 0-4-16,0 0 6 15,0 0-5-15,0 0-7 16,0-4 9-16,0 4 0 15,0 0-14-15,0 0-2 16,18 0-14-16,16 0-5 16,6 0-14-16,2 0 1 15,9 0-7-15,-4 0-7 16,0 0-7-16,-3 4-5 16,-9-2 3-16,-4 5-8 15,0-3 5-15,-10-2-1 16,-7 1-5-16,-6-3 0 0,-5 4 2 15,1-4-3 1,-4 0-13-16,3 4-25 0,-3-4-14 16,0 0-54-16,0 0-105 15,0 0-3-15,0 0-23 16,0 0-313-16</inkml:trace>
        </inkml:traceGroup>
        <inkml:traceGroup>
          <inkml:annotationXML>
            <emma:emma xmlns:emma="http://www.w3.org/2003/04/emma" version="1.0">
              <emma:interpretation id="{E69AABF7-5905-482C-8967-CDFB63F89E9E}" emma:medium="tactile" emma:mode="ink">
                <msink:context xmlns:msink="http://schemas.microsoft.com/ink/2010/main" type="inkWord" rotatedBoundingBox="11907,17496 11395,17448 11457,16780 11969,16827">
                  <msink:destinationLink direction="with" ref="{E452E530-D362-4D59-AE39-A9B20E6EF005}"/>
                </msink:context>
              </emma:interpretation>
              <emma:one-of disjunction-type="recognition" id="oneOf0">
                <emma:interpretation id="interp0" emma:lang="" emma:confidence="1">
                  <emma:literal/>
                </emma:interpretation>
              </emma:one-of>
            </emma:emma>
          </inkml:annotationXML>
          <inkml:trace contextRef="#ctx0" brushRef="#br0" timeOffset="1685.6486">2975 2543 342 0,'0'0'139'0,"0"0"-53"16,0 0-41-16,0 0-12 16,0 0-3-16,0 0 17 15,0 0 15-15,-38 19-22 16,33-2-5-16,0-3-11 15,5-3-9-15,0 2-8 0,0-3 9 16,21-3 3-16,8-3-1 16,8-2-5-16,-6-2-13 15,-1 0 1-15,-3 0-1 16,-5 0 6-16,-7-2 3 16,0-11-3-16,-8 3 1 15,-2-7 17-15,-5 4 43 16,0-5-27-16,0 3-9 15,0-2-21-15,-20 4-9 16,-4 0-1-16,-2 4 13 16,-6-1-11-16,3 5-2 15,-1 1-29-15,9 4-80 16,7 0-25-16,6 0-44 0,8 0-184 16</inkml:trace>
          <inkml:trace contextRef="#ctx0" brushRef="#br0" timeOffset="3544.581">2634 2770 261 0,'0'0'162'0,"0"0"-64"15,0 0-33-15,0 0-13 16,0 0 0-16,0 0 19 15,0 0-11-15,15-14 7 16,-15 14 3-16,0 0 3 16,0 0-14-16,0 0-13 15,0 0-5-15,0 0-9 16,0 0-8-16,0 0-6 16,0 0-2-16,0 0-2 15,0 0-5-15,0 0-1 16,0 0 1-16,0 0 0 15,0 0-2-15,0 0 2 0,0 0 4 16,0 0 0-16,0 0-4 16,2 0 2-16,6 0 4 15,-5 6-4-15,6 7 2 16,-6 0-1-16,0 4-3 16,2-2-8-16,-3 2 11 15,3 2-5-15,-5-1-6 16,4-1 0-16,-4-2 5 15,0 6-5-15,0-6 1 16,0 2 8-16,0 0-9 16,0-2 9-16,0 0-10 15,0-2 1-15,0 0 0 16,0 0 1-16,0-3-1 16,0-1 5-16,0 0-4 0,0 3-2 15,0-7 2-15,0 5-1 16,0-7 0-16,0 3 0 15,0 2 1-15,0-5-1 16,0-1-1-16,0-2 0 16,0 4 2-16,0-4-1 15,0 0 0-15,0 0 0 16,0 0 8-16,0 0-3 16,0 0 1-16,0 0-1 15,0 0 5-15,0 0 2 16,0 0 5-16,0 0-2 15,0 0 6-15,0 0-3 16,0 0-6-16,0 0-7 16,0-6-5-16,0-7 0 0,0-4 1 15,0-2-1-15,0-1-1 16,0 1 1-16,0-7-1 16,0 1 7-16,0-5-6 15,0 2 0-15,0-2 0 16,0-3 0-16,1 5 0 15,8-6 0-15,2 6-1 16,-4 5 0-16,0 0 1 16,-4 8 1-16,2 2-2 15,0 0 0-15,-5 5 0 16,2 3 1-16,-2-3-1 16,0 6 0-16,0 2 0 0,0 0-1 15,0 0-6-15,0 0 6 16,0 0-5-16,0 0-6 15,0 0-10-15,0 0-10 16,0 0-16-16,0 0-3 16,0 2-8-16,-17 25-98 15,-3-1-135-15,-2-7-52 0</inkml:trace>
          <inkml:trace contextRef="#ctx0" brushRef="#br0" timeOffset="732.7481">2634 2828 472 0,'0'0'172'0,"0"0"-74"0,0 0-8 15,0 0 25-15,0 0-6 16,0 0-30-16,0 0-14 16,0-17-2-16,0 17-11 15,0 0 0-15,0 0-8 16,0 0-14-16,0 0-8 0,0 0-13 16,0 0-9-16,0 0 0 15,0 0 0-15,0 13 11 16,8 8-9-16,-4-1 11 15,1 6-3-15,3-4-1 16,-5-3-1-16,6 0-6 16,-9-6 9-16,3 4-9 15,-3-7-1-15,0 3 0 16,3-8 5-16,-3 1-5 16,0-2-1-16,0 0 7 15,0-1-7-15,0-1-10 16,0-2-30-16,0 4-26 15,0-4-58-15,0 0-146 0,0 0-97 16</inkml:trace>
        </inkml:traceGroup>
      </inkml:traceGroup>
    </inkml:traceGroup>
    <inkml:traceGroup>
      <inkml:annotationXML>
        <emma:emma xmlns:emma="http://www.w3.org/2003/04/emma" version="1.0">
          <emma:interpretation id="{411600C6-3B8F-43C5-A706-7170CC89990A}" emma:medium="tactile" emma:mode="ink">
            <msink:context xmlns:msink="http://schemas.microsoft.com/ink/2010/main" type="paragraph" rotatedBoundingBox="10167,16079 9332,17344 8825,17009 9660,15744" alignmentLevel="1"/>
          </emma:interpretation>
        </emma:emma>
      </inkml:annotationXML>
      <inkml:traceGroup>
        <inkml:annotationXML>
          <emma:emma xmlns:emma="http://www.w3.org/2003/04/emma" version="1.0">
            <emma:interpretation id="{463E4A3A-708F-4C61-8858-BDB4C0C20E6A}" emma:medium="tactile" emma:mode="ink">
              <msink:context xmlns:msink="http://schemas.microsoft.com/ink/2010/main" type="line" rotatedBoundingBox="10167,16079 9332,17344 8825,17009 9660,15744">
                <msink:destinationLink direction="with" ref="{63D18EC8-ED00-4992-A241-7EB22493B95D}"/>
                <msink:destinationLink direction="with" ref="{AE83909A-E988-435B-BE5D-E4060DD3C323}"/>
              </msink:context>
            </emma:interpretation>
          </emma:emma>
        </inkml:annotationXML>
        <inkml:traceGroup>
          <inkml:annotationXML>
            <emma:emma xmlns:emma="http://www.w3.org/2003/04/emma" version="1.0">
              <emma:interpretation id="{36F1D7EE-A754-4FAA-848F-0FAA13695239}" emma:medium="tactile" emma:mode="ink">
                <msink:context xmlns:msink="http://schemas.microsoft.com/ink/2010/main" type="inkWord" rotatedBoundingBox="10167,16079 9332,17344 8825,17009 9660,15744"/>
              </emma:interpretation>
              <emma:one-of disjunction-type="recognition" id="oneOf1">
                <emma:interpretation id="interp1" emma:lang="" emma:confidence="1">
                  <emma:literal/>
                </emma:interpretation>
              </emma:one-of>
            </emma:emma>
          </inkml:annotationXML>
          <inkml:trace contextRef="#ctx0" brushRef="#br0" timeOffset="-50966.8487">579 1862 320 0,'0'0'145'16,"0"0"-47"-16,0 0-13 15,0 0 9-15,0 0 0 16,0 0-8-16,0 0-2 16,0-6-9-16,0 6-15 0,0 0-11 15,0-4-10-15,0 4-16 16,0 0-4-16,0-3-6 15,15 3-3-15,3 0-1 16,7 0-3-16,0 0-4 16,2 0 6-1,0 0-7-15,-5 0 0 16,-4 7 6-16,-3 3-7 16,-5-1 0-16,0-3 0 0,-10-1-1 15,0 3 0-15,0-3 1 16,0-1 0-16,0 2 0 15,-10 1 1-15,-3-3 0 16,-2 2 6-16,3-2-5 16,4-3-1-16,-1-1 1 15,6 4 0-15,-2-4 4 16,5 0 2-16,0 0-2 16,0 0-5-16,0 0 1 15,0 0-2-15,0 4 0 16,0 0 1-16,5 1 0 0,8 1-1 15,6 2 0 1,2 1 3-16,-2 0-2 0,-6 4 0 16,2-3-1-16,-5 1-1 15,-5-4 1-15,-1-2 0 16,-4-1-2-16,0 4 0 16,0-3 2-16,0-1 7 15,0 2-6-15,-12-2 9 16,-1 1-9-16,-6 3 5 15,1-5-5-15,3-1 0 16,1-2 1-16,-2 4-2 16,-1-4-22-16,7 0-33 15,-2 0-97-15,9 0-101 16,3 0-101-16</inkml:trace>
          <inkml:trace contextRef="#ctx0" brushRef="#br0" timeOffset="-29549.2678">656 2322 276 0,'0'0'145'16,"0"0"-62"-16,0 0-39 16,0 0-3-16,0 0-14 0,0 0-5 15,0 0 5-15,18-19 1 16,-11 19 14-16,-4-5 2 15,2 5-5-15,0-4-8 16,2 1 9-16,1 1 5 16,-1-2-3-16,5 0-2 15,-2 1-14-15,0 3-7 16,-2 0 1-16,4 0-7 16,1 0-4-16,2 0-8 15,4 0 8-15,-3 0-8 16,-1 0 2-16,0 0-2 15,-1 3 0-15,-3 7 5 16,0-3-6-16,-5 4 8 0,-2 2-2 16,1 0-4-16,-5 2 19 15,0 2 4-15,0 0-9 16,0 2 0-16,0-2-5 16,0-4-5-16,-5-2 7 15,1 2-13-15,1-7 10 16,0 1 2-16,-3-1-6 15,5-2 10-15,-3 0 7 16,-2-3-10-16,-6 3 6 16,0 0 0-16,-1 2 2 15,-9 1 0-15,4-1 5 16,-4 1-6-16,0-1-5 16,4-2-2-16,1-2-3 15,2-2-1-15,0 0 2 16,5 0 2-16,3 0-1 0,-1 0 4 15,1 0-10-15,1 0 2 16,-3 0-6-16,3 0 4 16,-1-10 0-16,-1 1-6 15,1-1-6-15,0-3-10 16,4 0-35-16,-7-2-13 16,5-2-21-16,-5 2-114 15,-2 2-96-15,2 3-109 0</inkml:trace>
          <inkml:trace contextRef="#ctx0" brushRef="#br0" timeOffset="-48432.0349">674 2349 325 0,'0'0'162'0,"0"0"-38"16,0 0-22-16,0 0-21 15,0 0-37-15,0 0 68 16,0 0-5-16,0-36-37 15,0 36-4-15,0 0-25 16,0 0-18-16,0 0-14 16,0 0-9-16,0 0 3 15,0 19 11-15,0 7 17 16,0 1-12-16,0-3 0 16,0 1-1-16,0-10-3 15,0 0-5-15,0-2-1 0,0 0-2 16,0-5 3-16,0-3-10 15,0-5 1-15,0 4 0 16,0-4 0-16,0 0 6 16,0 0 1-16,0 0 0 15,0 0-7-15,0 0 9 16,0 0-10-16,0 0 0 16,0 0-33-16,-8 0-44 15,-2 0-178-15,-4 0-93 0</inkml:trace>
          <inkml:trace contextRef="#ctx0" brushRef="#br0" timeOffset="-49088.1265">400 2617 403 0,'0'0'199'0,"0"0"-60"16,0 0-11-16,0 0-8 15,0 0-3-15,0 0-31 0,0 0-30 16,3 0-7-16,-3 0-14 15,0 0-1-15,0 0-10 16,0 0-12-16,0 0-6 16,5 0 4-16,4 13 0 15,-4 10 7-15,1-1-6 16,-2 12 7-16,4-4-9 16,-5 4 1-16,1-2-8 15,-4 0 11-15,0-1-7 16,3-6 1-16,-3-3-6 15,0-5 0-15,0-7 6 16,0-3-7-16,0-5 0 0,0 2-15 16,0-4-20-16,0 0-19 15,0 0-29-15,0 0-228 16,2-4-613-16</inkml:trace>
          <inkml:trace contextRef="#ctx0" brushRef="#br0" timeOffset="-50311.9483">1070 1605 426 0,'0'0'175'0,"0"0"-3"16,0 0-9-16,0 0-13 16,0 0-46-16,0 0-31 15,0 0-23-15,0-13-13 16,0 13-21-16,0 0 0 16,0 0-9-16,0 19 7 15,0 7 18-15,0 6 9 16,-5 0-16-16,5 2 4 15,-3-5-6-15,3-3-9 16,0-3 1-16,0-6 1 0,0-8-9 16,0 1 1-1,0-3-7-15,0-1 6 0,0-6-7 16,0 4-7-16,0-4-45 16,0 0-31-16,0 0-70 15,3 0-350-15</inkml:trace>
          <inkml:trace contextRef="#ctx0" brushRef="#br0" timeOffset="-24001.2147">1052 1650 123 0,'0'0'94'16,"0"0"30"-16,0 0-51 15,0 0-27-15,0 0-14 16,0 0 1-16,0 0 21 16,-12 10-4-16,12-10-5 15,0 0-8-15,0 0-8 16,0 0-1-16,0 0-7 15,0 0-2-15,0 0 3 0,0 0-6 16,0 0 10-16,0 0 3 16,0 0 4-16,0 0-4 15,0 0 3-15,0 0 8 16,0 0-10-16,5 0-9 16,-5 0 5-16,0 0 1 15,4 0 1-15,-4 0-14 16,0 0-1-16,0 0 6 15,0 0-7-15,0 0-1 16,0 0 4-16,0 0-4 16,0 0 2-16,0 0-4 15,0 0-8-15,0 0 8 16,0 0-2-16,0 0-6 0,0 0-1 16,0 0 0-16,0 0-7 15,0 0 5-15,0 9 2 16,0 8 10-16,0-4-4 15,0 0 4-15,0 0-3 16,0-1-6-16,-4 2 0 16,-1-1 8-16,5-4-8 15,-3 5 14-15,0-1-7 16,-4-4-6-16,4 2-1 16,-2 1 14-16,1-1-14 15,4 2 1-15,0-3 0 0,0 5 7 16,0-2-9-16,0 2 1 15,0-2 0-15,0 0 8 16,0 0-9-16,9-7 1 0,-6 5 5 0,0-5-6 16,4-2 3-1,-4 1-2-15,6-1 0 0,-3 0 5 16,-2-4-4-16,2 2 6 16,-1-2-6-16,-1 0-1 15,2 0 9-15,6 0-9 16,-2 0 0-16,5-2 7 15,-1-8-8-15,1-1 1 16,3-2 1-16,-5 4-1 16,6-1-1-16,-4 5 1 15,-5-3 0-15,2 2-1 16,-6 3 2-16,-2-1-2 0,-1 2 1 16,0 2 0-16,2-4 0 15,-1 0-1-15,-1-1 6 16,0 1-4-16,-3-2 0 15,4 1 5-15,-1-3 5 16,2 3-11-16,-2-5 0 16,1-1 5-16,-1 1-4 15,0 5-1-15,1-5 0 16,-4 3 7-16,3-3-1 16,-3 3-7-16,0-2 11 15,0 3 0-15,0-4-9 16,0 3 11-16,0-2-12 15,0-1 0-15,0 2 0 16,0-2 0-16,-3 1-1 16,-4 3 1-16,0-5 8 0,-1 5-8 15,1 1 9-15,4-3-10 16,0 4 1-16,-1-1 0 16,4 1 0-16,-5 4 0 15,2 0-1-15,-7 0-39 16,-8 0-51-16,-8 0-7 15,-10 0-31-15,-14 9-154 16,9 5 14-16,13-5-355 0</inkml:trace>
        </inkml:traceGroup>
      </inkml:traceGroup>
    </inkml:traceGroup>
  </inkml:traceGroup>
</inkml:ink>
</file>

<file path=ppt/ink/ink6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8:03.833"/>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2BC9F93E-76AE-4D68-8BB6-8462A587703D}" emma:medium="tactile" emma:mode="ink">
          <msink:context xmlns:msink="http://schemas.microsoft.com/ink/2010/main" type="inkDrawing" rotatedBoundingBox="13181,17563 13347,15192 14593,15279 14428,17650" hotPoints="14578,15326 14383,17626 13216,17527 13410,15227" semanticType="enclosure" shapeName="Rectangle">
            <msink:sourceLink direction="with" ref="{70DA9869-2CA0-4B9E-8480-E2575361C432}"/>
          </msink:context>
        </emma:interpretation>
      </emma:emma>
    </inkml:annotationXML>
    <inkml:trace contextRef="#ctx0" brushRef="#br0">-221 1151 228 0,'0'0'234'0,"0"0"-107"15,0 0-25-15,0 0 9 16,0 0 19-16,0 0-30 15,0 0-25-15,26 0-27 16,-1 0-7-16,8 0-5 16,2 0-6-16,12 0-1 15,7 0-13-15,1 0-3 16,3 0-3-16,-1-3-8 16,8 3-1-16,1 0 11 15,-1 0-11-15,2 0 0 16,-2 0 5-16,-7 0-3 15,-4 0 3-15,-11 0-5 16,-6 0 0-16,-8 0 0 16,-8 0 0-16,-7 0 0 15,1 0 9-15,-10 0-8 0,5 0 12 16,-5 0-4-16,0 0 3 16,-5 0-7-16,3 0-4 15,-3 0-1-15,0 0 0 16,0 0 1-16,0 0-1 15,0 0-1-15,0 0 8 16,0 0-7-16,0 0 0 16,0 0 0-16,0 0 0 15,0 0-1-15,0 0-4 16,0 7 4-16,0 8 7 16,0 6-6-16,0 2 1 15,0-1 4-15,-3 6 5 0,-4 8 1 16,4 2-5-16,-2 10 6 15,-2-1-1-15,4 2-3 16,3 2-2-16,0 2-6 16,0 0 5-16,-4-1-6 15,4 1 9-15,0-3-8 16,-3-4 1-16,3-5-1 16,0-1 6-16,-5-3 1 15,5-5-7-15,-3 4 1 16,-1-3 6-16,1 1 1 15,-4 2-8-15,4-4 1 16,-5 4 6-16,4 1-2 16,-2 3-4-16,2-1 0 0,-1-1 9 15,2 0-3 1,0 1-6-16,-1 5 5 0,-2-6 0 16,2 6-5-16,-4-3-1 15,4-1 7-15,1-3 3 16,1 5-9-16,2-2 5 15,0-4-7-15,-5 4 1 16,0-8 0-16,2 4-1 16,-4-8 2-16,1 4-1 15,1 0 1-15,-2 2-2 16,2-6 2-16,-3 7-2 16,3-6 1-16,3-3 0 15,2 2 1-15,0-5-1 16,0 3 6-16,0-7-6 15,0 4-1-15,0-4 0 0,0 2 0 16,0-3 0-16,0 3 0 16,0-1 1-16,0-5 0 15,0 2-1-15,0-8 0 16,0-1 0-16,0-2 0 16,0 1 0-16,0-1 0 15,-5 3 0-15,2 1 0 16,-1 1 1-16,-1 2-1 15,2-3 1-15,0-5 0 16,-1 1-1-16,-1 1 0 16,5-5 2-16,-2-2-2 15,2 4 1-15,-3-4 0 16,-4 0 0-16,-1 0 0 16,-2 0 0-16,-8 0-1 15,-4 0 2-15,-6 0-1 0,-3 0 1 16,1 0-2-16,-8-4 6 15,1-5-6-15,2 0 6 16,0-1-6-16,-5 1 0 16,0-5 2-16,-1 5-1 15,6 0 0-15,-5 1-1 16,2 2 1-16,-2-1-1 16,-1 1 0-16,3 1 0 15,-6 1 0-15,4 4 1 16,0-4-1-16,0 4 1 15,5-4-1-15,3 2 0 16,-3 2 1-16,12 0 0 0,1-3 0 16,4 3 0-16,4 0-1 15,-1-4 1-15,8 4 0 16,-1 0 0-16,-2 0 0 16,0 0-1-16,-2-4 0 15,-6 4 0-15,1 0 0 16,0-2 1-16,2 2-1 15,7 0 1-15,0-4-1 16,1 4-1-16,4 0 1 16,-1 0 1-16,4 0 0 15,0 0 1-15,0-3 4 16,0 3-5-16,0-2 20 16,0-2-1-16,0-4-5 15,0-2-8-15,0-3 3 16,0 0-4-16,0-6-4 0,0 0 9 15,0-2-5-15,0-3 0 16,0-3-4-16,0-1 5 16,0-4-6-16,4-2 5 15,-1-2-5-15,0 3 0 16,1-3 9-16,1 4-9 16,-2-4 1-16,0 4 5 15,1 0 2-15,-3 0-8 16,4-2 6-16,0-3-6 15,-1 5 8-15,-3-4-8 16,8 4-1-16,-6-2 2 0,6 1-2 16,-6 4 0-1,0-1 1-15,2 2-1 0,-3 0 1 16,1 2 0-16,-3 3 0 16,5 1-1-16,0-1 0 15,-5 4 0-15,2-3 1 16,-2-1-1-16,3 0 0 15,-3 1 1-15,4-1-1 16,-4-3 0-16,3 2 0 16,2-6 1-16,-2 4-1 15,1-3 0-15,2-1 0 16,1 2 0-16,0-1 0 0,-2-3 1 16,-2 2-1-1,0 2 0-15,1 1-1 0,1 0 1 16,-2 1 0-16,-3 3 0 15,3-3 0-15,4 1 1 16,-3-1 0-16,4-1-1 16,-5-1 0-16,4-2 0 15,0 1 0-15,-2-3 0 16,-2 1-1-16,-3 5 0 16,0 3 1-16,3 1-1 15,-3 1-1-15,0 0 2 16,4-1 1-16,-4 3-1 15,3 0 0-15,0-2 0 16,2 2 0-16,-5-2-1 16,4 2 1-16,-1 0-12 0,0-2 11 15,-1 6-14-15,3-6 8 16,-2 6 6-16,2 0-5 16,-5-2-6-16,4 4 12 15,-1 0-18-15,-3 7-13 16,0-1-2-16,0 1-17 15,0 6-13-15,0 0-21 16,0 0-32-16,0 0-92 16,0 4-165-16,0 5-139 0</inkml:trace>
  </inkml:traceGroup>
</inkml:ink>
</file>

<file path=ppt/ink/ink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8:30.421"/>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63B4FFFD-95CE-4170-95F4-0C18FE4B3439}" emma:medium="tactile" emma:mode="ink">
          <msink:context xmlns:msink="http://schemas.microsoft.com/ink/2010/main" type="inkDrawing" rotatedBoundingBox="15145,17255 15458,15192 16641,15371 16328,17435" hotPoints="16534,15362 16396,17368 15428,17302 15566,15296" semanticType="enclosure" shapeName="Rectangle">
            <msink:sourceLink direction="with" ref="{ADF917D2-8957-40CE-B07D-7750E494D0BA}"/>
          </msink:context>
        </emma:interpretation>
      </emma:emma>
    </inkml:annotationXML>
    <inkml:trace contextRef="#ctx0" brushRef="#br0">1662 1178 189 0,'0'0'217'0,"0"0"-76"16,0 0-39-16,0 0-12 15,0 0-1-15,0 0 5 16,0 0 22-16,0 0-34 16,0 0-25-16,0 0-11 0,0 0-10 15,0 0-5-15,14 0-2 16,11 0-8-16,12 0-2 16,6 0 0-16,7 0-7 15,12 0-1-15,-2 0-3 16,6 2-7-16,-1 1 0 15,-8 1 1-15,-4 2 6 16,-4-3-1-16,-11-3-7 16,-4 4 0-16,-9-4 0 15,-4 0 1-15,-7 0 1 16,-4 0-1-16,-5 0 0 16,-2 0 6-16,1 0-6 0,-1 0-1 15,5 0 0 1,-4 0 2-16,2 0-2 0,3 0 2 15,1 0-2-15,-4 0 0 16,6 0 1-16,-2 0 0 16,-1 0-1-16,1 0 0 15,-4 0 1-15,-1 0-1 16,2 0 1-16,-4 0-1 16,1 0 0-16,-1 0 0 15,5 0 0-15,2 0 0 16,2 0 1-16,-2 0 0 15,-3 0 0-15,1 0 6 16,-4 0-7-16,-4 0 0 16,0 0 0-16,3 0-1 15,-3 0 2-15,0 0-1 0,0 0 1 16,0 0 0-16,2 0 1 16,3 0 4-16,3 0-5 15,2 2 7-15,5 6-2 16,-2-5-4-16,2-1 8 15,-5 2-3-15,4 0-5 16,-6 0 0-16,-4-3-2 16,4 3 1-16,2 0 8 15,5-4-8-15,7 2 2 16,-1 2 3-16,5-4-5 16,-5 0-1-16,-2 1 1 15,-9-1 0-15,-4 0-1 16,-2 4 1-16,-4-4-1 0,0 0 0 15,0 0 0-15,0 0 1 16,0 0 0-16,0 0 0 16,0 0 5-16,0 0-6 15,0 0 0-15,0 0 1 16,0 0-1-16,0 0 0 16,0 0-1-16,0 0 0 15,0 0 0-15,0 4-8 16,0 2 9-16,0 3-1 15,0 8 1-15,-7 0 0 16,-1 2 0-16,3 7 0 16,-2 0 0-16,-1 0 1 15,1 8-1-15,-1 1 0 16,-1 1 1-16,8 2 0 16,-6-2 7-16,-2 1-8 0,6 3 0 15,0 0 1 1,-4 0 0-16,2 1 0 0,2-3 0 0,-1 1 8 15,4-3-9-15,0 0 1 16,0-3 6-16,0-1-6 16,-3 1 0-1,3-1 0 1,-3 2 1-16,-1 2 0 16,-4 0-1-16,1-1 0 0,-3-2 0 15,2 1 6-15,1-6-7 16,4-1 2-16,-5-5-2 15,4 1 1-15,1 0 0 16,-2-1 0-16,0 1 1 16,-4-1 0-16,3 1-1 15,2 3 0-15,-4 1 0 16,5-2-1-16,-4 5 0 16,5-2 1-16,-6 2 5 15,5-5-5-15,-1 1 0 16,-1 0-1-16,5-3 0 15,-3 0 2-15,3 0-2 0,0-4 0 16,0 2 2-16,0 1-1 16,-3-3-1-16,3 2 0 15,0 1 1-15,-5-5 0 16,5 4-1-16,-2-2 0 16,2 0 0-16,-5 1 0 15,2-1 1-15,3-2-1 16,-5 2 1-16,3 2-1 15,-1-2 0-15,-4 4 0 16,2 3 2-16,1-3-2 16,1-4 0-16,3-1 0 15,-3-1 0-15,3-4 1 16,0-3-1-16,0-4 1 0,0-3-1 16,-4-3 1-1,4 0-1-15,0 0 2 0,0 0-1 16,0 0 6-16,0 0-5 15,-3 0-1-15,3 0 9 16,-5 0-4-16,0 0-6 16,0 0 0-16,-7 0-4 15,-1-3 4-15,-5-7 1 16,-4 4 0-16,-7-1 0 16,1 1 0-16,-9 3-1 15,-5-5 1-15,-1 2-1 16,3 1 1-16,-9 1-1 15,4 2 0-15,2-2 0 16,-1 1 1-16,4-1-1 16,5 2 1-16,5 2 0 0,1-4-1 15,8 4 0-15,-1 0 0 16,0 0 0-16,0 0 0 16,6 0 0-16,-3 0 1 15,4 0 1-15,2 0-2 16,-2 0 0-16,3 0 0 15,5 0 1-15,1 0-1 16,-1-4 0-16,2 4 1 16,2 0-1-16,3 0 1 15,0-1-1-15,0 1 1 16,-4 0 1-16,4-4-1 16,0-4 0-16,-3 6 8 0,3-5-9 15,-5 1 2-15,5-1 7 16,0-7 1-16,-2 1-10 15,2 2 2-15,0-6 4 16,0-2-5-16,0-2 1 16,0-2 11-16,0 1-12 15,0-5 8-15,0 3-3 16,0-6-6-16,0 1 2 16,0-1-2-16,0 6 2 15,0-3-1-15,0 1 0 16,0-1 0-16,0 1 0 15,0 3 2-15,0-1 4 16,0 1-5-16,0-3-2 0,0-1 0 16,0-1 1-1,2 2-1-15,-2-3 1 0,5 2 0 16,-5 1 0-16,0 3-1 16,0 1 8-16,0-5-7 15,0 5-1-15,0-3 0 16,0 3 1-16,0-1-1 15,0-1 1-15,0 1 0 0,0 1-1 0,0 3 0 16,0-5 1-16,0 2 0 16,3-1-1-16,1 1 0 15,-1-1 0-15,2 0 0 16,-2-3 0-16,1 0 1 16,1 1-1-16,-5-1 1 15,1-4-1-15,-1 1-1 16,0-3 1-16,0-4 0 15,0 0 0-15,0 0 0 16,0 1 0-16,0 3 0 16,0 0 0-16,0 1-1 0,0 4-5 15,0 5 5-15,0 3 0 16,0 0 1-16,0-2-1 16,0 6 1-16,-1-3-1 15,-8 1 1-15,6-2-3 16,-2-2 3-16,5 2 0 15,-3-3 0-15,3 3 0 16,0-5 0-16,0 2 0 16,0 1-13-16,-4 2-2 15,4 6-18-15,-3 0-20 16,-2 4-25-16,-10 9-24 0,7 0-234 16,-8 0-60-16</inkml:trace>
  </inkml:traceGroup>
</inkml:ink>
</file>

<file path=ppt/ink/ink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8:27.210"/>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BF45CBFF-6B1D-486E-A842-827BFDAE4315}" emma:medium="tactile" emma:mode="ink">
          <msink:context xmlns:msink="http://schemas.microsoft.com/ink/2010/main" type="writingRegion" rotatedBoundingBox="17595,12647 16754,15144 15636,14768 16478,12271"/>
        </emma:interpretation>
      </emma:emma>
    </inkml:annotationXML>
    <inkml:traceGroup>
      <inkml:annotationXML>
        <emma:emma xmlns:emma="http://www.w3.org/2003/04/emma" version="1.0">
          <emma:interpretation id="{396DA7F7-F3FF-4DEA-A7C1-22632541A4F3}" emma:medium="tactile" emma:mode="ink">
            <msink:context xmlns:msink="http://schemas.microsoft.com/ink/2010/main" type="paragraph" rotatedBoundingBox="17595,12647 16754,15144 15636,14768 16478,12271" alignmentLevel="1"/>
          </emma:interpretation>
        </emma:emma>
      </inkml:annotationXML>
      <inkml:traceGroup>
        <inkml:annotationXML>
          <emma:emma xmlns:emma="http://www.w3.org/2003/04/emma" version="1.0">
            <emma:interpretation id="{9996793C-4802-4028-AC3D-03EDBEB29A25}" emma:medium="tactile" emma:mode="ink">
              <msink:context xmlns:msink="http://schemas.microsoft.com/ink/2010/main" type="line" rotatedBoundingBox="17595,12647 16754,15144 15636,14768 16478,12271"/>
            </emma:interpretation>
          </emma:emma>
        </inkml:annotationXML>
        <inkml:traceGroup>
          <inkml:annotationXML>
            <emma:emma xmlns:emma="http://www.w3.org/2003/04/emma" version="1.0">
              <emma:interpretation id="{D5C5EA08-214D-4C83-A483-51687B8E8A05}" emma:medium="tactile" emma:mode="ink">
                <msink:context xmlns:msink="http://schemas.microsoft.com/ink/2010/main" type="inkWord" rotatedBoundingBox="17595,12647 16754,15144 15636,14768 16478,12271"/>
              </emma:interpretation>
              <emma:one-of disjunction-type="recognition" id="oneOf0">
                <emma:interpretation id="interp0" emma:lang="" emma:confidence="1">
                  <emma:literal/>
                </emma:interpretation>
              </emma:one-of>
            </emma:emma>
          </inkml:annotationXML>
          <inkml:trace contextRef="#ctx0" brushRef="#br0">2346 321 160 0,'0'0'114'0,"0"0"-56"0,0 0 20 16,0 0-20-16,0 0 4 15,37-17-22-15,-35 15 16 16,-2-2-15-16,5 4 14 15,-5-4 7-15,0 1 1 16,0 3 22-16,0-2 15 16,0 2-12-16,0-4-36 15,0 4-23-15,0-4-16 16,-17 4-12-16,-10 0 12 16,-1 0 0-16,-7 0-4 15,1 0 8-15,-2 0-4 16,6 0 6-16,-2 0-9 15,5 0 3-15,0 0 0 0,6 4-4 16,4 2-8-16,5-3 4 16,9 1-5-16,3 0-9 15,0-2 9-15,0 7 6 16,0 8-5-16,0 0 9 16,3 2-8-16,19 3-1 15,6 1 5-15,9 1 1 16,7 3-7-16,2-1 2 15,-6-3 6-15,-8-1-8 16,-7 0 1-16,-10-11-1 16,-10 2 1-16,-5-1-1 15,0-3-1-15,0-3-7 16,-5 3 8-16,-28-1 13 16,-6-6-2-16,-12 5 4 0,-6-3-14 15,-2-2 5-15,6 1-6 16,1-3-19-16,0 0-81 15,14 4-161-15,14-4-234 0</inkml:trace>
          <inkml:trace contextRef="#ctx0" brushRef="#br0" timeOffset="33104.1533">3007-1393 121 0,'0'0'158'0,"0"0"-66"15,0 0-3-15,0 0-14 16,0 0-31-16,0 0-4 16,35-19 8-16,-35 15-6 15,5 4 5-15,-5-2-5 0,0 2-3 16,0 0-7-1,0 0 0-15,0 0 1 16,0 0-19-16,0 0 1 0,-27 0-14 16,-11 0 58-16,-9 0-22 15,-8 10 2-15,5-1-2 16,0-3-6-16,6 1-1 16,7-1 11-16,4-2-14 15,-2 0 6-15,6 1-11 16,3-1-10-16,9 2-11 15,3-3 7-15,1 1-6 16,11-2-1-16,-1-2-1 16,3 0-7-16,0 4-1 15,0-4 8-15,0 7 1 16,0-1 5-16,0 7 4 0,10 4-1 16,5 0-8-1,-3 7 1-15,-2-1 5 0,0 1-5 16,2-1-2-16,3 3 2 15,-2-2 5-15,5-2-6 16,1-1 1 0,3 2-1-16,-1-4 7 15,-2 1 5-15,4-5-5 16,-8-2-7-16,-3-1 7 16,-5 1-7-16,-7 0 5 15,0 0-6-15,0 0 1 16,0 4 7-16,-4-2 2 15,-14-1-1-15,-4-1 4 0,-3 0 3 16,0-3-6-16,0-2-1 16,-2-3-8-16,4-1 0 15,-7-4 8-15,4 0-1 16,1 0-2-16,4 0-6 16,2 0 0-16,9 0-24 15,4 0-13-15,6 0-12 16,0 0-100-16,0 0-134 15,3-13-76-15</inkml:trace>
          <inkml:trace contextRef="#ctx0" brushRef="#br0" timeOffset="34213.2202">3313-1652 209 0,'0'0'192'0,"0"0"-89"0,0 0-25 16,0 0-11-16,0 0-9 15,0 0-10-15,0 0-18 16,0 0-5-16,0 0-2 15,0 0 33-15,-12 6 12 16,-1 11-17-16,-2 5 11 16,5-3-20-16,0 7 1 15,-2-3-5-15,4 3-17 16,8-3 7-16,0 0-6 0,0-5-8 16,0 1 5-1,11-1 10-15,10-1-15 0,12-6 11 16,4-3-9-16,-2-4-4 15,5-4-12-15,-3 0 12 32,-5 0-6-32,-7 0 2 0,-7-12-7 0,-3 1 0 15,-5-6-1-15,-3-1 9 16,-4-1-8-16,-3 1 0 31,0-5-1-31,0 2-4 0,-20 2 4 0,-13 1 7 16,-1 1-7-16,-4 5-1 15,-2-1 1-15,4 6 6 16,3 1-5-16,1-1-1 16,6 7 0-16,2 0-22 0,2 0-64 15,-3 7-119 1,7 8-48-16,3 2-12 0</inkml:trace>
          <inkml:trace contextRef="#ctx0" brushRef="#br0" timeOffset="36797.0318">2405-542 314 0,'0'0'108'0,"0"0"-33"0,0 0 4 16,0 0 18-16,0 0-49 16,0 0 21-16,0 0-23 15,79 0-1-15,-68-4 0 16,3 4-11-16,1 0 33 16,-2 0-28-16,2 0-9 15,7 0 1-15,-5 0 2 16,3 4-20-16,-9 9 0 15,-2 6-7-15,-1 0 4 16,-8 3-9-16,0 1 1 0,0-4 4 16,0 2 5-16,-15-3-4 15,-7 1 6-15,-6-2-4 16,-1 0 3-16,-4-6 2 16,1 6 4-16,4-6-10 15,-2 2 4-15,5-4-1 16,1 1-5-16,4-3 0 15,7 3 1-15,-1-7-7 16,9 3 0-16,-1 1 0 16,2-1 0-16,4 2 0 15,0-3 1-15,0 3 0 16,0 1 16-16,14-3 1 16,11 1 2-16,5-1-6 15,-2-2 1-15,7-2-8 0,2-2 1 16,-5 0-7-16,5 0 4 15,-10 0-5-15,-1 0-7 16,-6 0-9-16,-11 0-17 16,2 0-34-16,-4 0-87 15,-4 0-42-15,2 0-25 16,-5-6-486-16</inkml:trace>
          <inkml:trace contextRef="#ctx0" brushRef="#br0" timeOffset="37422.4667">3074-740 335 0,'0'0'168'0,"0"0"-77"0,0 0 1 16,0 0 12-16,0 0 1 16,0 0-32-16,0 0-26 15,-60 3 43-15,35 22-22 16,3 1-25-16,3 1 2 16,6-5-27-16,8 1 0 15,5-8-10-15,0-2 6 16,0 1-4-16,12-5 8 15,9-1-1-15,11-2-2 16,2-6-5-16,1 0-9 16,2 0 0-16,-9 0 9 0,-3 0-8 15,-3-14-1-15,-4-1 6 16,-8-6-5-16,-8 2-1 16,-2-4 4-16,0 1-5 15,-2-1-6-15,-23 2 3 16,-7 3 3-16,-1 6 0 15,-2 3 0-15,-2 5-13 16,5 4-41-16,4 0-17 16,-2 0-100-16,8 4-33 15,9 7-99-15</inkml:trace>
          <inkml:trace contextRef="#ctx0" brushRef="#br0" timeOffset="38531.616">2751 254 329 0,'0'0'222'0,"0"0"-113"0,0 0 4 16,0 0-38-16,0 0-4 16,0 0-5-16,0 0-1 15,3-6-20-15,-3 6-16 16,0 0-13-16,0 0 20 16,-11 11 22-16,1 6-9 15,-5-2-12-15,5 5-16 16,1-5 0-16,3 2-2 15,-1-4-6-15,4 1-3 16,3-1 4-16,0-4-4 16,0 1-2-16,0-1 3 15,0-3-9-15,0 3 11 16,0-5-12-16,3 1 15 0,10-1-4 16,9 0 0-16,3-4-4 15,9 0-6-15,-1 0-2 16,-1 0-5-16,-4 0-32 15,-3 0-6-15,-3 0-55 16,-12-13-118-16,-2 3-21 16,-8 1-112-16</inkml:trace>
          <inkml:trace contextRef="#ctx0" brushRef="#br0" timeOffset="38625.3089">2751 254 345 0</inkml:trace>
          <inkml:trace contextRef="#ctx0" brushRef="#br0" timeOffset="38812.8006">2751 254 345 0,'116'80'107'0,"-122"-80"-8"0,6 13 20 0,-3 2-4 15,-4 8-12-15,4-1 17 0,-5 5-28 16,-2-1-25-16,3-4-20 16,-1 1 0-16,-2 0-14 15,3-4-10-15,-5-2-10 16,6-4-5-16,2 1-1 15,-6-9 0-15,8 1-7 16,-1-2-34-16,3-1-90 16,0-3-24-16,0 0-17 15,0 0-110-15</inkml:trace>
          <inkml:trace contextRef="#ctx0" brushRef="#br0" timeOffset="39468.861">3219-57 502 0,'0'0'173'15,"0"0"-102"-15,0 0 3 0,0 0 18 16,0 0 53-16,0 0-56 15,0 0-13-15,0 0-24 16,-127 134-19-16,124-115-14 16,3-2-3-16,0-6 1 15,0 0 1-15,0-5-1 16,12 0-5-16,13-3-4 16,0-3 3-16,0 0-10 15,3 0 12-15,-3 0-12 16,-1-13 6-16,-7 0-5 15,-7-4 8-15,-2-4-9 16,-8 3 5-16,0 1-6 16,0-2-14-16,-29 6 14 0,-9 3 0 15,-4 7-8-15,-8 3-16 16,3 0-24-16,4 0-78 16,-4 0-91-16,15 0-16 15,10 3-329-15</inkml:trace>
        </inkml:traceGroup>
      </inkml:traceGroup>
    </inkml:traceGroup>
  </inkml:traceGroup>
</inkml:ink>
</file>

<file path=ppt/ink/ink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7:59.566"/>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225F256D-9515-4721-9DB2-7CAF17578101}" emma:medium="tactile" emma:mode="ink">
          <msink:context xmlns:msink="http://schemas.microsoft.com/ink/2010/main" type="writingRegion" rotatedBoundingBox="14389,14117 14445,17447 12781,17475 12726,14144"/>
        </emma:interpretation>
      </emma:emma>
    </inkml:annotationXML>
    <inkml:traceGroup>
      <inkml:annotationXML>
        <emma:emma xmlns:emma="http://www.w3.org/2003/04/emma" version="1.0">
          <emma:interpretation id="{AFF92587-BAE9-4B5E-AE92-BFFD706611A9}" emma:medium="tactile" emma:mode="ink">
            <msink:context xmlns:msink="http://schemas.microsoft.com/ink/2010/main" type="paragraph" rotatedBoundingBox="14389,14117 14445,17447 12781,17475 12726,14144" alignmentLevel="1"/>
          </emma:interpretation>
        </emma:emma>
      </inkml:annotationXML>
      <inkml:traceGroup>
        <inkml:annotationXML>
          <emma:emma xmlns:emma="http://www.w3.org/2003/04/emma" version="1.0">
            <emma:interpretation id="{BC6D5C70-114A-4744-9B3D-EFC70EF66F11}" emma:medium="tactile" emma:mode="ink">
              <msink:context xmlns:msink="http://schemas.microsoft.com/ink/2010/main" type="line" rotatedBoundingBox="14389,14117 14445,17447 12781,17475 12726,14144"/>
            </emma:interpretation>
          </emma:emma>
        </inkml:annotationXML>
        <inkml:traceGroup>
          <inkml:annotationXML>
            <emma:emma xmlns:emma="http://www.w3.org/2003/04/emma" version="1.0">
              <emma:interpretation id="{94617003-580B-4EA2-B56D-C0CA76805C40}" emma:medium="tactile" emma:mode="ink">
                <msink:context xmlns:msink="http://schemas.microsoft.com/ink/2010/main" type="inkWord" rotatedBoundingBox="14002,13970 14507,14430 14064,14915 13559,14456"/>
              </emma:interpretation>
            </emma:emma>
          </inkml:annotationXML>
          <inkml:trace contextRef="#ctx0" brushRef="#br0">69 36 631 0,'0'0'121'0,"0"0"-38"15,0 0 9-15,0 0-5 0,0 0 8 16,0 0-22-16,10-36-24 15,-7 32-9 1,-3 4 1-16,0 0-18 0,0 0-3 16,0 0-14-16,0 0-6 15,0 0-1-15,0 4-1 16,0 20 2-16,-17 12 1 16,-1 7 14-16,-4-1 1 15,7-1-2-15,5-5-1 16,9-4 5-16,1-1-5 15,0-8 7-15,5-1-2 16,23-3 2-16,12 2 0 16,4-8 8-16,6-8-9 15,3-1-6-15,2-4-6 16,-1 0 0-16,-2 0-5 0,-9 0-1 16,-4 0-1-16,-7 0-32 15,-7-7-9-15,-7 1-33 16,-3-7-46-16,-5 3-209 15,-2-3-311-15</inkml:trace>
          <inkml:trace contextRef="#ctx0" brushRef="#br0" timeOffset="281.1854">527 117 552 0,'0'0'88'16,"0"0"0"-16,0 0 22 0,0 0 37 15,0 0-44-15,-74 168-11 16,64-129-27-16,-1-3-21 16,4-4-20-16,-3 2-9 15,2 0-14-15,-2 2 12 16,-5-2-7-16,1 10-6 15,-8 5-41-15,-3 15-157 16,7-10-68-16,0-9-463 0</inkml:trace>
        </inkml:traceGroup>
        <inkml:traceGroup>
          <inkml:annotationXML>
            <emma:emma xmlns:emma="http://www.w3.org/2003/04/emma" version="1.0">
              <emma:interpretation id="{70DA9869-2CA0-4B9E-8480-E2575361C432}" emma:medium="tactile" emma:mode="ink">
                <msink:context xmlns:msink="http://schemas.microsoft.com/ink/2010/main" type="inkWord" rotatedBoundingBox="14409,15295 14445,17447 12781,17475 12745,15323">
                  <msink:destinationLink direction="with" ref="{2BC9F93E-76AE-4D68-8BB6-8462A587703D}"/>
                </msink:context>
              </emma:interpretation>
            </emma:emma>
          </inkml:annotationXML>
          <inkml:trace contextRef="#ctx0" brushRef="#br0" timeOffset="5579.7305">390 1170 484 0,'0'0'186'0,"0"0"-50"15,0 0-34-15,0 0-29 16,0 0 5-16,0 0 23 16,0 0-19-16,10 32-12 0,-10-7-21 15,0-5-20-15,0 3-3 16,0-1-8-16,0 5-2 15,0-1-5-15,0 0 0 16,0 0-4-16,-10 0-6 16,-5 0-1-16,5-3-26 15,-2 9-25-15,5-6-123 16,4-7-186-16</inkml:trace>
          <inkml:trace contextRef="#ctx0" brushRef="#br0" timeOffset="12344.4249">-1030 1255 150 0,'0'0'136'0,"0"0"-35"15,0 0-32-15,0 0 10 16,0 0 1-16,0 0-11 0,0 0 19 16,0 0-13-1,0 0-8-15,0 0-1 0,-2 0 6 16,2 0-14-16,0 0 0 16,0 0-16-16,0 0-16 15,0 0-4-15,0 0-8 16,0 0-2-16,0 2-6 15,2 18-5-15,22 5 13 16,6 5 9-16,1 2-4 16,10 5 3-16,-3-2-5 15,9-3 2-15,5 2 2 16,-11-9-1-16,6-3-13 16,-7-3 6-16,-6-2 0 15,-6-8 2-15,-3-1 1 16,-6-6-3-16,-9 2-3 0,-2-4 0 15,-8 0-9-15,4 0 0 16,-4 0 6-16,0 0-7 16,0 0-14-16,0 0-22 15,0 0-20-15,0 0-5 16,0 0-95-16,0 0-116 16,0 0 3-16,-4-10-226 0</inkml:trace>
          <inkml:trace contextRef="#ctx0" brushRef="#br0" timeOffset="13047.3509">-620 1336 400 0,'0'0'169'16,"0"0"-68"-16,0 0-3 15,0 0-4-15,0 0 34 16,0 0-19-16,0 0-27 0,0-8-24 16,0 8-16-16,0 0-9 15,0 0-11-15,0 0 3 16,0 0-15-16,0 0 3 16,0 0-12-16,0 0 7 15,0 0-7-15,0 8 9 16,0 7-8-16,0 7 15 15,0 9-2-15,3-2-5 16,9 4 3-16,3 3-4 16,5 2-8-16,3-2 11 15,1 1-5-15,-1-3-1 16,-6-7-5-16,-2-4 1 0,-8-8-1 16,-1-6 0-16,-6-5 1 15,4 0-2-15,-4-4 7 16,0 0 3-16,0 0-8 15,0 4 5-15,-22-2 3 16,-5 1 8-16,-15 1-4 16,4 2-1-16,-2-3 1 15,3 3-6-15,5-2 8 16,4-4-10-16,3 0 7 16,6 0-3-16,4 0-2 15,5 0-3-15,-1 0-5 16,4 0 0-16,0 0 0 15,4 0-7-15,-2 0-31 0,1 7-18 16,4-1-16 0,0 7-34-16,0-3-176 0,0-1-105 0</inkml:trace>
          <inkml:trace contextRef="#ctx0" brushRef="#br0" timeOffset="5079.8427">154 1472 340 0,'0'0'150'0,"0"0"-40"16,0 0-15-16,0 0 52 16,0 0-17-16,0 0 5 15,0 0-34-15,12-41-50 16,-12 37-19-16,0 0 4 15,0 4-26-15,-4-2 13 16,-21 2-13-16,-8 0 5 16,-6 0 4-16,-1 0 1 15,0 0 3-15,5 0-2 0,10 2-5 16,3 6-2 0,11-6-1-16,4 1-13 0,7 5-1 15,0 1 1-15,0 4 1 16,0 6 8-16,0 4-9 15,0 1 1-15,8 3 7 16,12 3-3-16,-1-6-3 16,-1 2-1-16,7 2-1 15,-1-6 1-15,-1-1 5 16,2-2-5-16,3-4-1 16,1 2 2-16,-2 2-1 15,-4-2 7-15,-1-2-7 16,-7 2-1-16,-8-4 0 15,-4-4-1-15,-3 1 1 0,0-3 0 16,0-1 1-16,0-1 0 16,0 3-1-16,-12-4 10 15,-11 1-9-15,-2 1 0 16,-4-2-1-16,-4 3 1 16,1-5 8-16,4-2-9 15,1 0-19-15,7 4-32 16,8-4-12-16,9 0-199 15,3 0-111-15</inkml:trace>
          <inkml:trace contextRef="#ctx0" brushRef="#br0" timeOffset="4268.567">-336 1936 157 0,'0'0'136'15,"0"0"-6"-15,0 0-28 16,0 0-38-16,0 0 4 16,0 0 27-16,0 0-3 15,-7-23 11-15,4 23 4 0,3 0-12 16,0 0-31-16,-3 0-15 16,3 0-18-16,-4-4-5 15,-1 4-5-15,-1 0-10 16,-4-3-1-16,-5 3-4 15,0-4-4-15,1 2-1 16,-4-2 8-16,6 1-7 16,2 1 6-16,3 2-7 15,-1-4 0-15,5 4 5 16,3 0-3-16,-4 0-2 16,4 0 6-16,0 0-7 15,0 0 1-15,0 0 6 16,0 0-6-16,0 0 5 0,0 0-6 15,7 0 10 1,15 0 2-16,3 9 2 0,5 4-6 16,5 1 5-16,5 1 1 15,4 6-6-15,-1-6-1 16,7-1 6-16,4-1 6 16,4 0-5-16,-3-6 1 15,1-1-5-15,-4 0 6 16,-2-3-6-16,-2-3-4 15,-3 0 4-15,-5 0-1 16,2 0 3-16,-2 0-5 16,1 0-1-16,-6 0-6 15,-2 0 1-15,2 10 1 16,-1-3-1-16,-6 3-1 0,-3-1 1 16,-6 1-1-16,-4-5 0 15,-5 3-9-15,-4-3-23 16,3 3-11-16,-9-2-34 15,0 1-19-15,0-1-200 16,0-6-222-16</inkml:trace>
          <inkml:trace contextRef="#ctx0" brushRef="#br0" timeOffset="8079.8059">375 2168 459 0,'0'0'140'0,"0"0"-30"0,0 0 27 15,0 0 33-15,0 0-38 16,0 0-41-16,0 0-33 15,0-13-28-15,0 13-2 16,0 0-19-16,0 0 2 16,0 11 14-16,0 12-5 15,-4-1 14-15,1 6-8 16,-5-4-10-16,4 2-2 16,4-3 5-16,0-2-9 15,0-2 2-15,0-8-3 16,0 2-8-16,0-4 7 15,0-1-8-15,-3-2 0 0,3 1-26 16,-7-1-28-16,-8 3-59 16,-3 2-162-16,5-9-322 0</inkml:trace>
          <inkml:trace contextRef="#ctx0" brushRef="#br0" timeOffset="7501.9934">-97 2333 396 0,'0'0'168'0,"0"0"-31"0,0 0-29 15,0 0 6-15,0 0 9 16,0 0-55-16,0 0-9 16,29-13 1-16,-16 13-12 15,5 0-17-15,-3 0-6 16,-1 9-10-16,1 10-1 16,-8 3 1-16,-2 1-7 0,-5 0 2 15,0-5-2 1,0 3-1-16,0-2 0 0,-15-6-5 15,-4 0 8-15,1-2 1 16,3-2 1-16,3-2-9 16,0-1 7-16,4-2-1 15,5 2-9-15,-1 1 1 16,4-1-1-16,0 1 0 16,0-1 2-16,0 0-1 15,0 1 6-15,0-3 2 16,0-2-7-16,7 1 9 15,13 1 1-15,3 0-5 16,6-4-6-16,1 0 6 16,-2 0-7-16,1 0-20 15,-9 0-14-15,3 0-9 0,-8 0-2 16,-5 0-79-16,-6 0-117 16,-4 0-35-16,0 0-367 0</inkml:trace>
          <inkml:trace contextRef="#ctx0" brushRef="#br0" timeOffset="6688.8431">-465 2701 186 0,'0'0'204'0,"0"0"-96"16,0 0-16-16,0 0-21 15,0 0-8-15,0 0 7 16,0 0-1-16,-3-2 3 16,3 2-1-16,0 0-4 15,0 0-11-15,0 0 8 16,0 0-9-16,0 0-10 0,7 0-2 16,14 0 8-16,15 0-18 15,4 2-2-15,10 7-12 16,5 2 1-16,2 1-8 15,5 1-1-15,3-2-2 16,-1-2 0-16,4 1-1 16,-3-4 0-16,4 6-7 15,-4-7 11-15,-8 1-12 16,-2 5 2-16,-8-5 6 16,-9 0-6-16,-7 1-2 15,-6-1 1-15,-4 1 0 16,-7-1-1-16,4 1 0 15,-6-5 1-15,-4 6-1 16,-3-4 0-16,-1-4-22 16,-4 0-14-16,0 1-12 0,0-1-28 15,0 0-161-15,0 0-259 16</inkml:trace>
          <inkml:trace contextRef="#ctx0" brushRef="#br0" timeOffset="9579.4525">-127 2893 567 0,'0'0'177'15,"0"0"-1"-15,0 0 15 16,0 0-88-16,0 0-47 16,0 0-24-16,0 0-13 15,0-9-10-15,0 9-8 16,0 19 27-16,-23 9 8 0,-4 4 18 16,-5 8-19-1,2-5-6-15,5 2-15 0,3-7 5 16,11-6-10-16,6-3 1 15,1-6-3-15,4-2 1 16,0 1 0-16,0-5 4 16,20-3-3-16,10 1 7 15,5-5 0-15,6 2-6 16,-1 0-9-16,3-4 8 16,-4 3-9-16,-6-3-4 15,-1 0-18-15,-7 0-19 16,-3 0-10-16,-4 0-21 15,-3 0-62-15,-5 0-262 16,-8-3-495-16</inkml:trace>
          <inkml:trace contextRef="#ctx0" brushRef="#br0" timeOffset="10298.0191">403 2939 608 0,'0'0'211'0,"0"0"-65"0,0 0-39 16,0 0-31-16,0 0-21 16,0 0 0-16,0 0 11 15,-18 15-16-15,15 5-8 16,-4-1-5-16,0 0-4 16,4 3-5-16,-2 1-15 15,5 2-3-15,-4-6-3 16,4-4-5-16,-3 2 6 15,-2 0-8-15,3-4-13 16,-11 1-23-16,-14-3-48 16,2 2-118-16,0-7-298 0</inkml:trace>
          <inkml:trace contextRef="#ctx0" brushRef="#br0" timeOffset="9813.7518">65 3012 544 0,'0'0'118'16,"0"0"23"-16,0 0 73 16,0 0-68-16,0 0-52 15,0 0-36-15,-108 187-26 16,101-170-13-16,-1 4-6 0,1-6-4 15,0-2-8-15,-1 0-1 16,1 0-7-16,1 0-37 16,-3-3-85-16,3-1-136 15,2-1-94-15</inkml:trace>
        </inkml:traceGroup>
      </inkml:traceGroup>
    </inkml:traceGroup>
  </inkml:traceGroup>
</inkml:ink>
</file>

<file path=ppt/ink/ink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8:41.987"/>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5A63A351-6F24-48D7-B68E-994D6B508120}" emma:medium="tactile" emma:mode="ink">
          <msink:context xmlns:msink="http://schemas.microsoft.com/ink/2010/main" type="writingRegion" rotatedBoundingBox="14891,15436 15510,15436 15510,16099 14891,16099"/>
        </emma:interpretation>
      </emma:emma>
    </inkml:annotationXML>
    <inkml:traceGroup>
      <inkml:annotationXML>
        <emma:emma xmlns:emma="http://www.w3.org/2003/04/emma" version="1.0">
          <emma:interpretation id="{34DAD908-029E-4C10-9482-CD07189D32A1}" emma:medium="tactile" emma:mode="ink">
            <msink:context xmlns:msink="http://schemas.microsoft.com/ink/2010/main" type="paragraph" rotatedBoundingBox="14891,15436 15510,15436 15510,16099 14891,16099" alignmentLevel="1"/>
          </emma:interpretation>
        </emma:emma>
      </inkml:annotationXML>
      <inkml:traceGroup>
        <inkml:annotationXML>
          <emma:emma xmlns:emma="http://www.w3.org/2003/04/emma" version="1.0">
            <emma:interpretation id="{03C14579-865A-43B7-9638-04E3B78998D7}" emma:medium="tactile" emma:mode="ink">
              <msink:context xmlns:msink="http://schemas.microsoft.com/ink/2010/main" type="line" rotatedBoundingBox="14891,15436 15510,15436 15510,16099 14891,16099"/>
            </emma:interpretation>
          </emma:emma>
        </inkml:annotationXML>
        <inkml:traceGroup>
          <inkml:annotationXML>
            <emma:emma xmlns:emma="http://www.w3.org/2003/04/emma" version="1.0">
              <emma:interpretation id="{072BC3F5-D6B7-471F-AEC6-0314BE58BED6}" emma:medium="tactile" emma:mode="ink">
                <msink:context xmlns:msink="http://schemas.microsoft.com/ink/2010/main" type="inkWord" rotatedBoundingBox="14891,15436 15510,15436 15510,16099 14891,16099"/>
              </emma:interpretation>
              <emma:one-of disjunction-type="recognition" id="oneOf0">
                <emma:interpretation id="interp0" emma:lang="" emma:confidence="1">
                  <emma:literal/>
                </emma:interpretation>
              </emma:one-of>
            </emma:emma>
          </inkml:annotationXML>
          <inkml:trace contextRef="#ctx0" brushRef="#br0">1532 1463 477 0,'0'0'191'0,"0"0"-51"0,0 0-33 16,0 0-41-16,0 0-27 15,0 0-4-15,0 0 17 16,0 26 27-16,7-3-2 16,11 1-13-16,4-1-21 15,0 3-11-15,3-3 0 16,0-1-3-16,-4-3-3 15,-2 3-10-15,-6-7-7 16,-6 2-8-16,1 1 6 16,-8 5-5-16,0 1-1 15,0 1 12-15,0-3-5 0,-18 1 6 16,-4-4-4 0,-6-6 1-16,-1 0 6 0,-7 0 2 15,4-3-7-15,-5-3-11 16,5-1 11-16,4 1-5 15,3-1-6-15,10-2-1 16,8-2-14-16,0 6-36 16,7-2-40-16,0 5-191 15,14-5-309-15</inkml:trace>
          <inkml:trace contextRef="#ctx0" brushRef="#br0" timeOffset="12085.333">1500 1306 33 0,'0'0'166'15,"0"0"-89"-15,0 0-31 16,0 0-1-16,0 0-9 16,0 0-6-16,0 0 2 15,0 0 5-15,0 0 8 16,0 0 1-16,0 0 3 0,0 0-3 16,0 0-8-16,0 0 2 15,0 0-4-15,0 0 3 16,0 0 0-16,0 0-4 15,0 0-3-15,0 0-12 16,0 0 6 0,0 0-1-16,0 0-11 15,0 0 18-15,0 0-13 16,0 0 18-16,0 13 15 0,10-4-20 16,0 4-13-16,2 4 1 15,-2-2 2-15,2 3-3 16,-6-1-12-16,3 2 6 15,-6-2 3-15,4 2-7 16,-4-1-8-16,1-1 12 16,4 0-1-16,-5-2-6 15,1-1 4-15,2 1-1 16,-2-2-1-16,1 0-6 16,-2 0 4-16,0 0 1 15,4-3-6-15,0 3 0 16,1-4 5-16,-1 1 1 15,-1 0-1-15,6 1-5 16,-5-1-1-16,1-1 1 16,-1-3 2-16,-4 1-2 0,-1 3 0 15,3-7 0-15,-5 3-1 16,0 2 1-16,0-3 0 16,0 5 0-16,0 3 5 15,-10 4 3-15,-12 2-1 16,0-4 10-16,-3 5-5 15,4-8-4-15,-1-1-8 16,0-5 6-16,7 1-5 16,5-5 11-16,-2-2-12 15,2 0 5-15,4 0-4 16,-9 0 8-16,-4 0-9 16,-4 0-1-16,-1 0-30 0,-4 0-14 15,-1 0-21-15,1 0-141 16,1 0-72-1,14 0-244-15</inkml:trace>
          <inkml:trace contextRef="#ctx0" brushRef="#br0" timeOffset="-484.234">1112 1502 46 0,'0'0'393'15,"0"0"-209"-15,0 0-68 16,0 0-28-16,0 0 16 16,0 0 12-16,0 0-8 15,5 6-20-15,7-2-25 16,1 1-18-16,9 1-9 15,3 1 2-15,12 3 1 0,8 3-4 16,7 0-5-16,5 6-4 16,1-2-5-16,-1 2-8 15,-5-2-6-15,-10-2 2 16,-5-1-8-16,-16-5 1 16,-6 1 4-16,-5-7-5 15,-3 1-1-15,-2-4 2 16,-5 4-2-16,0-4-8 15,4 0-17-15,2 0-14 16,4 0-30-16,2 0 3 16,3 0-123-16,-15 0-94 15,0 0 42-15,0 0-420 0</inkml:trace>
        </inkml:traceGroup>
      </inkml:traceGroup>
    </inkml:traceGroup>
  </inkml:traceGroup>
</inkml:ink>
</file>

<file path=ppt/ink/ink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8:32.296"/>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ADF917D2-8957-40CE-B07D-7750E494D0BA}" emma:medium="tactile" emma:mode="ink">
          <msink:context xmlns:msink="http://schemas.microsoft.com/ink/2010/main" type="writingRegion" rotatedBoundingBox="15235,17298 15659,15137 16709,15343 16284,17504">
            <msink:destinationLink direction="with" ref="{63B4FFFD-95CE-4170-95F4-0C18FE4B3439}"/>
          </msink:context>
        </emma:interpretation>
      </emma:emma>
    </inkml:annotationXML>
    <inkml:traceGroup>
      <inkml:annotationXML>
        <emma:emma xmlns:emma="http://www.w3.org/2003/04/emma" version="1.0">
          <emma:interpretation id="{8DE3E5E1-E3B4-480A-8200-7C90D1C2113D}" emma:medium="tactile" emma:mode="ink">
            <msink:context xmlns:msink="http://schemas.microsoft.com/ink/2010/main" type="paragraph" rotatedBoundingBox="15480,15278 16421,15278 16421,17431 15480,17431" alignmentLevel="1"/>
          </emma:interpretation>
        </emma:emma>
      </inkml:annotationXML>
      <inkml:traceGroup>
        <inkml:annotationXML>
          <emma:emma xmlns:emma="http://www.w3.org/2003/04/emma" version="1.0">
            <emma:interpretation id="{493290D3-4530-4C80-8F80-36F563AA1DE8}" emma:medium="tactile" emma:mode="ink">
              <msink:context xmlns:msink="http://schemas.microsoft.com/ink/2010/main" type="inkBullet" rotatedBoundingBox="15235,17298 15659,15137 16709,15343 16284,17504"/>
            </emma:interpretation>
          </emma:emma>
        </inkml:annotationXML>
        <inkml:trace contextRef="#ctx0" brushRef="#br0">2365 1453 385 0,'0'0'133'0,"0"0"-32"16,0 0-2-16,0 0 18 0,0 0 6 15,0 0-22-15,0 0-18 16,-39-9-20-16,16 9-29 16,-9 0 16-16,-8 0-2 15,3 0-4-15,5 9-15 16,6 1-9-16,9-5-7 16,7 3-6-16,7 1-6 15,3 1 0-15,0-1 5 16,0 4-5-16,0 2-1 15,13 6 8-15,12-2-7 16,9 0 6-16,1 1 2 16,-2-1-8-16,-1 0 0 15,-7-1 6-15,-3-5-2 0,-11-7-5 16,-6 1 0 0,0-3-1-16,-5-2 0 0,0 5 0 15,0 3 1-15,0 3 5 16,-6 0 3-16,-13 2-6 15,-2-4 9-15,-4 1-5 16,-1-1-4-16,5-2 8 16,-1-3-10-16,4 3-1 15,4-3-19-15,2-2-7 16,6 3-34-16,6-1-92 16,0-2-98-16,0-4-153 0</inkml:trace>
        <inkml:trace contextRef="#ctx0" brushRef="#br0" timeOffset="1015.4431">2549 1279 393 0,'0'0'205'16,"0"0"-55"-16,0 0 5 15,0 0 1-15,0 0-39 16,0 0-16-16,0 0-36 15,18-32-12-15,-18 32-8 0,0 0-16 16,0 0-8 0,0 0-12-16,0 0-8 0,0 0-1 15,4 0 0-15,-4 13 1 16,3 10 10-16,-1 0 2 16,3-3-11-16,-2 3 5 15,-3-8 2-15,5-6-3 16,-5 4-4-16,0-12-1 15,2 3 7-15,-2-4-7 16,0 4 9-16,0-4-2 16,0 0-7-16,0 0 0 15,0 0 2-15,0 0-2 16,0 0 1-16,0 0-2 16,0 0 0-16,0 0 0 15,0 2 0-15,0 2-1 0,0 3 1 16,0 3 0-16,0-1 0 15,0 4 0-15,0 2-1 16,0 2 1-16,-2 0 0 16,-3-4 0-16,2 0 0 15,3-9 0-15,-5-4 1 16,5 4-1-16,0-4 1 16,0 0 5-16,0 0 2 15,0 0 0-15,0 0-7 16,0 0 18-16,0 0 1 15,0-8-19-15,0-9 8 16,0-1-8-16,0-7 0 0,0 1 1 16,0-6-2-16,0 0 3 15,0 0-3-15,0 2 1 16,0-2-1-16,0 2 1 16,0 1 0-16,5 5-1 15,-2 3 1-15,2 2 0 16,-3 4 0-16,-2 7-1 15,5 3 0-15,-5 3 0 16,0 0-1-16,0 0 0 16,0 0 0-16,0 0-12 15,0 0-8-15,0 0-12 16,0 0-17-16,0 0-11 16,-5 0-11-16,-12 20-172 0,2-5-35 15,1 2-408-15</inkml:trace>
        <inkml:trace contextRef="#ctx0" brushRef="#br0" timeOffset="4498.9453">2433 2010 393 0,'0'0'134'0,"0"0"-15"16,0 0 0-16,0 0-9 16,0 0 52-16,0 0-30 15,0 0-50-15,4-19-40 16,-4 16 3-16,0 1 1 0,0 2-8 16,0-4 0-16,0 4-8 15,0 0-6-15,0 0-5 16,0 0 1-16,0 0-6 15,0 0-2-15,0 0 0 16,0 0-2-16,0 0-9 16,0 0 5-16,0 0-6 15,0 0-8-15,0 0 6 16,0 4 0-16,0 18 2 16,0-3 0-16,0 4 9 15,0-1-8-15,0 1 5 16,0-4-5-16,0-1-1 15,0-4 7-15,0-1-5 0,0-6-1 16,0-1 5 0,0-2-5-16,0-1 0 0,0-3 11 15,0 0-11-15,0 0 7 16,0 0 1-16,0 0 9 16,0 0 11-16,0-7-10 15,3-10-18-15,9-6-1 16,-6 1 1-16,1-1 0 15,-3-1 0-15,1-3-1 16,-5 1-1-16,0 4 1 16,0-1-8-16,0 4-8 15,0 1-1-15,0 9-14 16,0 3-17-16,0 6-41 0,-12 0-92 16,2 0-117-1,1 15-29-15</inkml:trace>
        <inkml:trace contextRef="#ctx0" brushRef="#br0" timeOffset="3577.3008">2034 2231 307 0,'0'0'164'15,"0"0"-35"-15,0 0-9 0,0 0-9 16,0 0 10-16,0 0-4 16,0 0-11-16,-5-9-32 15,5 9-24-15,15-5-25 16,10 3-8-16,3 2 5 16,2 0-6-16,-1 0-3 15,-7 0 2-15,-12 2-14 16,-4 16 0-16,-6 1-1 15,0 3 2-15,0-1 6 16,-3-2 4-16,-14 0-5 16,2-6 0-16,0 0-1 15,5-4 4-15,0-3-1 16,2-2-2-16,1 0-6 0,0-3 0 16,-4 3 6-16,4 0-6 15,-1 2 1-15,1-3-1 16,0 5 0-16,0-6 0 15,-1 5 0-15,5-5 6 16,-1 2-6-16,1 0 0 16,3-1 0-16,0-1 6 15,0-2-6-15,0 4 9 16,0 0 6-16,18-2-2 16,3 2 2-16,5-1-15 15,3 1 1-15,-1-4 7 16,1 2-8-16,1-2-1 0,-2 0-10 15,-3 0-17-15,-6 0-7 16,-3 0-11-16,-7 0-27 16,-3 0-189-16,-6 0-103 0</inkml:trace>
        <inkml:trace contextRef="#ctx0" brushRef="#br0" timeOffset="2671.2747">1731 2586 273 0,'0'0'130'0,"0"0"-55"15,0 0-22-15,0 0 6 16,0 0 0-16,0 0 11 16,0 0-8-16,0-4-12 0,0 4 1 15,0 0 1-15,0 0 7 16,3 0-1-16,6 0-12 15,-1 0-1-15,14 0 22 16,3 0-9-16,8 0-19 16,11 0-5-16,6 4-9 15,7 1-6-15,8 3 3 16,4-2-9-16,-7-1-3 16,-6 3 6-16,-7-3-3 15,-6 7-4-15,4-7-2 16,-15-3 0-16,0 6-1 15,-7-3 3-15,0-1 1 16,-7 2-3-16,-3-2 2 16,-3-1-8-16,1-1 7 15,-6-2-8-15,-4 4 0 0,-3-4 2 16,4 0-1-16,1 4-1 16,-2-4 0-16,6 0-20 15,4 0-15-15,0 0-16 16,2 0-61-16,-5 0-135 15,2 0-58-15,-9 0-386 0</inkml:trace>
        <inkml:trace contextRef="#ctx0" brushRef="#br0" timeOffset="5920.5111">1965 2903 514 0,'0'0'192'15,"0"0"-103"-15,0 0-1 16,0 0 12-16,0 0 7 16,0 0-14-16,0 0-21 15,0-4-24-15,0 4-9 16,0 0-6-16,0 0-11 15,0 0-9-15,0 0-3 0,0 0-10 16,0 0 1-16,0 0 4 16,0 17 5-16,-8-2-2 15,-4 6 8-15,7-10-8 16,0 2-7-16,3 0 9 16,2-3-4-16,0 3-4 15,0-4 12-15,0 3-5 16,0-3 1-16,0-3-9 15,0 3 11-15,0-5 2 16,12 4 1-16,11-6 5 16,6 2-1-16,8 0-13 15,-2-4 0-15,2 3 1 16,-2-3-7-16,-2 0-7 0,-4 0-12 16,-11 0-13-16,-5 0-9 15,-9 0-24-15,-4 0-90 16,0 0-194-16,-4 0-264 15</inkml:trace>
        <inkml:trace contextRef="#ctx0" brushRef="#br0" timeOffset="6061.1334">1965 2903 16 0</inkml:trace>
        <inkml:trace contextRef="#ctx0" brushRef="#br0" timeOffset="6217.2954">1965 2903 16 0,'238'36'497'0,"-238"-36"-396"0,0 1 23 0,0 16 15 0,-15 0 16 16,1 6-48-16,-1-1-12 16,5 1-34-16,-3-4-22 15,4 2-7-15,1-2-13 16,5-6-9-16,-1 1-1 15,1-1-3-15,0-4-6 16,-6-3-9-16,3 3-55 16,-9-1-94-16,1-3-98 15,-1 3-261-15</inkml:trace>
        <inkml:trace contextRef="#ctx0" brushRef="#br0" timeOffset="7092.0986">2469 2672 502 0,'0'0'150'16,"0"0"-65"-16,0 0-14 15,0 0 3-15,0 0 30 16,0 0-16-16,0 0 3 16,0 0-11-16,0 32-19 15,0-19-18-15,0 1-12 16,0-1-10-16,0 2-9 0,0-6-3 15,0 5-8-15,0-2-1 16,0-1 0-16,0 0-34 16,-14 8-61-16,2-6-138 15,2 0-162-15</inkml:trace>
        <inkml:trace contextRef="#ctx0" brushRef="#br0" timeOffset="7910.0056">2012 2884 221 0,'0'0'206'16,"0"0"-80"-16,0 0-22 16,0 0-3-16,0 0-2 15,0 0 7-15,0 0-11 0,0 0-28 16,0 0-30-16,0 0-12 16,0 4-5-16,0 11 29 15,0 4-8-15,-8-1-6 16,-4 3-2-16,-5-2-10 15,2 0 3-15,5-6-15 16,3 0 5-16,-1 0-5 16,1-3 1-16,4-1 2 15,0 0-5-15,3-4-7 16,0-1 0-16,0 0-1 16,0-1 12-16,0 3-4 15,11-2 7-15,9 2 3 16,14 1-7-16,1-5-5 15,5 5-6 1,0-5 0-16,-1 2 0 16,-6 4 0-16,-4-7 7 15,-4 3-8-15,-10 0 1 0,-9-4-1 16,-2 0 0-16,-4 0-7 16,0 0-12-16,0 0-11 15,0 0-25-15,-15 0-69 16,-24 0-142-16,7-8 43 15,1-1-153-15</inkml:trace>
        <inkml:trace contextRef="#ctx0" brushRef="#br0" timeOffset="8253.6602">2174 2931 443 0,'0'0'154'0,"0"0"-73"15,0 0 10-15,0 0-9 16,0 0 16-16,0 0 19 16,0 0 6-16,9 94-50 15,-9-68-20-15,0 2-21 16,0-6 7-16,0 5 1 15,0-5-13-15,0 1-9 16,0-1 0-16,-5-3 0 16,1 0-17-16,1-6 12 15,-1 0-11-15,-1-3-1 16,2-5 5-16,0 7-6 16,-2-7-12-16,3-1-34 0,-6 0-34 15,3-2-148-15,0-2-81 16</inkml:trace>
        <inkml:trace contextRef="#ctx0" brushRef="#br0" timeOffset="-796.6548">1769 1991 67 0,'0'0'344'0,"0"0"-182"0,0 0-60 15,0 0-5-15,0 0 20 16,0 0 20-16,0 0-31 16,0-3-34-16,0 3-18 15,0 0-6 1,0 0-11-16,0 0-9 15,0 0-11-15,0 0-2 16,0 0-9-16,0 0-6 16,0 0 2-16,0 0 9 15,0 0-4-15,0 0-5 16,-3-2-1-16,-4-6 4 0,6 2-4 0,-9-1 5 16,5 5-5-1,0-5-1-15,-2 1-1 0,2 2-10 16,-2-4-14-16,-1 2 5 15,6 2 7-15,-3 2 11 16,2 2 2-16,3-3 0 16,0 3 2-16,0 0 5 15,0 0-4-15,0 0-2 16,10 0 17-16,5 0-7 16,2 0-3-16,-1 0-7 15,3 0 10-15,1 0-2 16,7 0-9-16,-2 0 9 15,10 0 3-15,2 0-5 16,9 0 3-16,5 0-1 16,2 0 7-16,6 5-3 0,-6 5-4 15,6 2-1 1,-6 1 10-16,-8-4-4 0,-1 1-5 16,-7-1-2-16,-7 1-7 15,-13-3 1-15,1-1 0 16,-6 1 0-16,-2-1-1 15,5-2-1-15,-2-2-13 16,5 1-20-16,16-3-31 16,-6 0-63-16,-3 0-264 0</inkml:trace>
      </inkml:traceGroup>
    </inkml:traceGroup>
  </inkml:traceGroup>
</inkml:ink>
</file>

<file path=ppt/ink/ink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20:00:52.419"/>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C13BA718-A5FE-425C-9779-4078DD6871B4}" emma:medium="tactile" emma:mode="ink">
          <msink:context xmlns:msink="http://schemas.microsoft.com/ink/2010/main" type="inkDrawing" rotatedBoundingBox="21164,17392 21531,15128 22908,15351 22541,17616" hotPoints="22707,15378 22510,17538 21416,17439 21613,15278" semanticType="enclosure" shapeName="Rectangle">
            <msink:sourceLink direction="with" ref="{5E8B3380-0A6A-41A6-91B7-1BBCE609704C}"/>
          </msink:context>
        </emma:interpretation>
      </emma:emma>
    </inkml:annotationXML>
    <inkml:trace contextRef="#ctx0" brushRef="#br0">203 89 454 0,'0'0'107'16,"0"0"-38"-16,0 0 6 15,0 0 2-15,0 0 11 16,0 0 23-16,0 0-36 16,227 0-18-16,-168 0-17 15,-2 0-5-15,1-4-5 16,-1 0 1-16,2-2-10 15,-6-1-6-15,1 3 5 16,-7-2 3-16,-7 1-7 0,-3 1-7 16,-7 4 3-1,1 0-11-15,-4 0 7 0,0 0-7 16,-2 0 1-16,0 0 8 16,-3 0-10-16,3 0 1 15,-3 0 0-15,-1 0 0 16,1 0 5-16,0 0-5 15,-5 0 1-15,1 0 5 16,-3 0-6-16,-5 0-1 16,2 0 2-16,-9 0-2 15,-3 0 1-15,3 0 0 16,-3 0 6-16,0 0 3 16,0 0-4-16,0 0-5 15,0 0 9-15,0 0-8 0,0 0-2 16,0 0 13-16,0 0-12 15,0 0 5-15,0 0-5 16,0 0-1-16,0 0 0 16,0 0 1-16,0 6-1 15,0 14 7-15,0-1-5 16,0 0-1-16,0 7 5 16,0-1-5-16,4 9 12 15,-1-2-6-15,1 4 8 16,4 4-5-16,-1 1 0 15,-4 4-2-15,5 4-6 16,-1 2 7-16,-4 3-2 16,1-3-5-16,-1 1 4 0,2-1-5 15,-2 2 9 1,-3-6-2-16,0 6-1 0,0-4-1 16,0 2-5-16,0 2 5 15,-8-3 1-15,-5 8-6 16,-6-4 0-16,1 1 5 15,6 0-6-15,-8 3 1 16,5 1 0-16,-3 3 1 16,-2-2-2-16,1 6 5 15,-3-5-4-15,1 5 0 16,-1-4-1-16,4-5 1 16,2-3-1-16,3-4 1 15,1-5-1-15,6-9 0 16,2-2 0-16,4-6 7 15,-3-2-7-15,3-3 0 0,0 0 1 16,0-1-1-16,0 1 0 16,0-3 0-16,0-4 0 15,0 0 1-15,0-3-1 16,0-4 1-16,0 2-1 16,3-5 1-16,-3-2 0 15,4-4 0-15,-4 4 0 16,0-4-1-16,0 0 6 15,0 0-5-15,0 0 9 16,0 0-9-16,0 0-1 16,0 0 13-16,0 0-7 15,-7 0-5-15,-18-14 0 16,-12 3 1-16,-6 0 5 0,-8-2-7 16,-2 1 0-1,-7 3 2-15,-4 3 4 0,1-1-5 16,1 5-1-16,8-3 1 15,-1 5 0-15,5 0 0 16,3-4-1-16,2 4 1 16,1 0-1-16,3-1 2 15,9 1-2-15,7-4 1 16,0 0 0-16,6 0 0 16,1 2 0-16,0-1-1 15,1-1 1-15,-10 0 0 16,7 2-1-16,-2-2 0 0,4 4 1 15,3-3-1-15,5 3 1 16,3-2 0-16,4-2 0 16,3 0 1-16,-5 1-1 15,5-3 9-15,0-4-2 16,0-3-1-16,0-4-6 16,0-1 0-16,0-7 5 15,0-1-5-15,0-4-1 16,0-2 1-16,0-8 0 15,0 3-1-15,8 0 0 16,-1-3 1-16,-4 3 0 16,4-3 0-16,-2 4 1 15,2-3-1-15,-2 2-1 16,5 0 1-16,-7-3-1 16,4 4 6-16,-1-5-5 0,3 2-1 15,-3-3 1 1,1-4-1-16,1 1 0 0,2 0-1 15,-1 0 0-15,-3-1 1 16,3 3 0-16,-4 2 0 16,7 0 1-16,-6 4 0 15,1-3-1-15,6 3 1 16,-4 1-1-16,-1-4 0 16,-1 1 0-16,-1 0 0 15,-2-4 0-15,1-2 0 16,-2 3 0-16,-3-3 0 15,0 0 0-15,0 1 0 16,0 6 0-16,0 3 0 0,0 3 1 16,0 0-1-1,0 5 0-15,0-3 0 0,0 6 0 16,0-6 0-16,0 2 0 16,3 6 0-16,4-1 0 15,-3 1 0-15,4 3 0 16,-5-2 0-16,-3 6 1 15,0 2-1-15,0 2 0 16,0-6-9-16,0 3-33 16,0-2 9-16,-3 0-13 15,-12 3-21-15,-7 6 4 16,0 5-37-16,-3 2-184 0,4 9 8 16,5 14-506-16</inkml:trace>
  </inkml:traceGroup>
</inkml:ink>
</file>

<file path=ppt/ink/ink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8:46.606"/>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357226B0-CF38-4AAE-AC30-B437F98911CA}" emma:medium="tactile" emma:mode="ink">
          <msink:context xmlns:msink="http://schemas.microsoft.com/ink/2010/main" type="writingRegion" rotatedBoundingBox="18762,14224 18823,17700 16792,17735 16732,14260"/>
        </emma:interpretation>
      </emma:emma>
    </inkml:annotationXML>
    <inkml:traceGroup>
      <inkml:annotationXML>
        <emma:emma xmlns:emma="http://www.w3.org/2003/04/emma" version="1.0">
          <emma:interpretation id="{A47F570C-B50F-4214-8D59-9DFE95FF1A40}" emma:medium="tactile" emma:mode="ink">
            <msink:context xmlns:msink="http://schemas.microsoft.com/ink/2010/main" type="paragraph" rotatedBoundingBox="18762,14224 18823,17700 16792,17735 16732,14260" alignmentLevel="1"/>
          </emma:interpretation>
        </emma:emma>
      </inkml:annotationXML>
      <inkml:traceGroup>
        <inkml:annotationXML>
          <emma:emma xmlns:emma="http://www.w3.org/2003/04/emma" version="1.0">
            <emma:interpretation id="{F4E398EA-BF1B-46EF-9487-9AF4249933EC}" emma:medium="tactile" emma:mode="ink">
              <msink:context xmlns:msink="http://schemas.microsoft.com/ink/2010/main" type="line" rotatedBoundingBox="18762,14224 18823,17700 16792,17735 16732,14260"/>
            </emma:interpretation>
          </emma:emma>
        </inkml:annotationXML>
        <inkml:traceGroup>
          <inkml:annotationXML>
            <emma:emma xmlns:emma="http://www.w3.org/2003/04/emma" version="1.0">
              <emma:interpretation id="{D69D25C1-13A6-4D8A-8D12-9CC63AB1B69D}" emma:medium="tactile" emma:mode="ink">
                <msink:context xmlns:msink="http://schemas.microsoft.com/ink/2010/main" type="inkWord" rotatedBoundingBox="18014,14237 18023,14790 17735,14795 17725,14243"/>
              </emma:interpretation>
              <emma:one-of disjunction-type="recognition" id="oneOf0">
                <emma:interpretation id="interp0" emma:lang="" emma:confidence="1">
                  <emma:literal/>
                </emma:interpretation>
              </emma:one-of>
            </emma:emma>
          </inkml:annotationXML>
          <inkml:trace contextRef="#ctx0" brushRef="#br0">3958 145 159 0,'0'0'200'0,"0"0"-97"0,0 0-12 16,0 0-9-16,0 0-8 15,0 0 6-15,0 0 0 16,-8-13 1-16,8 9-5 16,-3-2-19-16,3 2 11 15,0 4-3-15,0-1-14 16,0 1-4-16,0 0-2 16,0-4-17-16,0 4-6 15,15 0-14-15,17 0 0 16,8 0-1-16,3 0-6 15,-3 0 10-15,-5 0 0 16,-6 0-11-16,-4 9 7 0,-10 4-6 16,-2-1-1-16,-11 5-1 15,-2 0 0-15,0 1 0 16,0 1 0-16,-18-2 1 16,-9 0 0-16,-8-1 9 15,3-7-7-15,0 3 8 16,-1-3-9-16,8-5 1 15,3-2 6-15,7 2-7 16,3-1-1-16,4-1 6 16,3-2-5-16,5 0 0 15,0 4 0-15,0-4-1 16,0 4 0-16,0 1-1 16,8 3 1-16,14 5 1 0,6 0 0 15,1 2 0 1,-2 2 7-16,4 2-8 0,-9 0 0 15,-5 0-1 1,-2 1 1-16,-8-1-1 0,-4 0 1 16,-3-2 0-16,0 3 0 15,0-3 1-15,-5-1 9 16,-10-2-8-16,-2-3 4 16,2-4-5-16,3 3 1 15,-3-4 5-15,-1-3-6 16,4 5 0-16,-3-6-1 15,5 5-23-15,-2-1-18 16,5 1-59-16,4-1-244 16,0-6-207-16</inkml:trace>
        </inkml:traceGroup>
        <inkml:traceGroup>
          <inkml:annotationXML>
            <emma:emma xmlns:emma="http://www.w3.org/2003/04/emma" version="1.0">
              <emma:interpretation id="{22BB3759-D238-4022-B629-E006C5B31342}" emma:medium="tactile" emma:mode="ink">
                <msink:context xmlns:msink="http://schemas.microsoft.com/ink/2010/main" type="inkWord" rotatedBoundingBox="18782,15335 18823,17700 16792,17735 16751,15370"/>
              </emma:interpretation>
              <emma:one-of disjunction-type="recognition" id="oneOf1">
                <emma:interpretation id="interp1" emma:lang="" emma:confidence="1">
                  <emma:literal/>
                </emma:interpretation>
              </emma:one-of>
            </emma:emma>
          </inkml:annotationXML>
          <inkml:trace contextRef="#ctx0" brushRef="#br0" timeOffset="33186.0945">4604 2181 522 0,'0'0'157'0,"0"0"-27"0,0 0-17 15,0 0 4-15,0 0-22 16,0 0-28-16,0 0-25 16,-12-2-6-16,4 17 38 15,3 13-17-15,-7 2-7 16,2-2-16-16,2 4-8 15,1-6-6-15,0-3-7 16,4 0-1-16,-4-8-10 16,7-2 0-16,-1-4 8 15,-3 2-10-15,1-5-6 0,0 4-50 16,-1-1-37-16,-1 2-164 16,5-5-235-16</inkml:trace>
          <inkml:trace contextRef="#ctx0" brushRef="#br0" timeOffset="27374.2571">3756 1227 314 0,'0'0'109'16,"0"0"-21"-16,0 0-4 16,0 0-23-16,0 0-1 15,0 0 4-15,0 0-9 0,0 0-3 16,0 0 3-1,0 0 1-15,7 0 2 0,5 0-2 16,8 0-7-16,0 1-11 16,11 3 5-16,3 0-15 0,16-2-11 15,0-2-2-15,10 4-2 32,6-3 0-32,6 3-6 15,-1 0 3-15,-2 0 2 16,0-4 1-16,-4 0-3 15,-3 0-1-15,-9 0 2 0,-4 0-5 0,-4 0-4 16,-8 0-1-16,-2 0 6 16,-8 0-1-16,4 0-6 15,-6 0 1-15,0 0 0 16,4 0-1-16,-7 0 2 0,-1 0 0 16,-2 0-2-1,-6 0 2-15,-1 0-1 16,-5 0 5-1,1 0 1-15,-5 0-6 16,1 0 0-16,-4 0 7 16,0 0 3-16,3 0-2 15,0 0 0-15,4 0-8 16,-2 0 8-16,-2 0-8 0,-3 0 6 16,0 0-6-1,0 0-1-15,0 0 0 0,0 0 0 16,4 0-6-16,-4 2 5 15,0 7 1-15,0 4 0 16,0 4 0-16,0 2 2 16,0 4-1-16,0 3 0 15,0 5 9-15,3 1-8 16,-3 4 5-16,0-1 0 0,0 3-5 16,0-2-1-16,0 0 0 0,0-1 9 15,0 2-8-15,2-1 5 16,-2-1-6-16,0 1 1 15,0 2 7-15,0-2-8 16,0-1 6-16,0 1-7 16,0 1 1-16,0-2 0 15,0 5 6-15,0-4-6 16,-2 1 6-16,-5 1-7 16,4 5 1-16,-2 0-1 15,2 2 1-15,-1-2 5 16,1 2-6-16,0-3 0 15,-1-1 1-15,1-2 1 16,-4 2-1-16,6-5 0 0,-3 1 2 16,1 3-2-16,-4-3 1 15,2-1-2-15,2 4 2 16,-4-4-1-16,4 0-1 16,-6-4 6-16,6 0-6 15,3 4 0-15,-3-8 0 16,3 6 0-16,0-6 1 15,0-2 0-15,0 2-1 16,0-6 2-16,0 1-1 16,0 3-1-16,0 1 0 15,0-3 0-15,0 2 0 16,0-1 1-16,0 5-1 16,0-2 1-16,0-2 0 0,0 2 0 15,0-6-1 1,0-3 1-16,0-6 0 0,0-1-1 15,0-3 1-15,0-3-1 16,0-3 1-16,3 1-1 16,-3-4 1-16,0 2-1 15,0 2 0-15,0 0-1 16,0-1 1-16,0-1 1 16,0 2 0-16,0 0-1 15,0-2 0-15,-7 5 1 16,-8-5-1-16,-1 2 0 15,-6 0 0-15,-12 1 1 16,3-1-1-16,-6-2 1 16,2-2 6-16,-2 0-5 0,-3 0-1 15,-2 0 1-15,-5 0-1 16,0 0 0-16,-4 0 0 16,2-2 2-16,1-2-2 15,1-1 0-15,0-3 6 16,7 2-7-16,-2 1-1 15,0-3 1-15,4 6 1 16,-2-1 0-16,1-1 0 16,-1 0-1-16,3 2-1 15,-1-2 1-15,1 1 0 16,2-1 1-16,1 2-1 16,3 2 1-16,7-4-1 15,1 0 0-15,-1 3 0 0,8-3 1 16,-3 4-1-16,6-4 0 15,-2 4 1-15,5 0-1 16,-2 0 1-16,5 0-1 16,4 0 2-16,-2 0-1 15,2-4-1-15,3 4 0 16,-4 0 1-16,4 0-1 16,0 0 2-16,0 0 7 15,0 0-2-15,0 0-6 16,0-2 0-16,-3 2 0 15,-4-3 0-15,4-1 0 16,-2 4-1-16,2-4 2 16,-1 4-1-16,-2-2 0 0,2-2 0 15,-4 1-1 1,4 1 0-16,1-2 0 0,-4 4 0 16,4-4 0-16,-5 4 0 15,1 0 0-15,-1 0 0 16,1 0-1-16,2 0 1 15,0 0-1-15,2 0 0 16,3 0 0-16,0 0 0 16,0 0 1-16,-4 0-1 15,1 0 0-15,-5 0-1 16,-7 0 2-16,4 0 0 16,-4 0-1-16,5 0 1 15,4 0 0-15,1 0 1 16,5 0-1-16,0 0 0 15,0 0 8-15,0 0-8 0,0 0 7 16,0 0-5-16,0 0 4 16,0 0 8-16,0-9 1 15,0-4-9-15,0 0-5 16,0-7 0-16,0-1 0 16,0-3 0-16,0-3 0 15,0 1 0-15,0 0 1 16,0 1 8-16,0-5-9 15,5 6-1-15,-2-6 6 16,4 3-6-16,-1-2 1 16,-1 3 1-16,2-4 7 15,-2 5-3-15,0-5-5 16,-1 2 0-16,1 0 0 16,-4-6 8-16,8 5-8 0,-6-7 0 15,2 4 0-15,-2-4 1 16,-3-3 5-16,4 1-7 15,-4 2 1-15,0 0-1 16,0 1 6-16,0 2-5 16,0-1-1-16,0 2 2 15,0 4-1-15,3-6-1 16,4 4 1-16,3 0 0 16,1 1-1-16,1-1 1 15,-2 8-1-15,0-2 0 16,-1 5 0-16,-3-1 1 15,1-3-2-15,-2 4 1 16,2-3 0-16,-4-1 0 0,0 1 0 16,1-1-1-16,-4 0 1 15,3-3-5-15,-3 4 5 16,5-2 1-16,-2 1-1 16,1-3 1-16,-1 4-1 15,0-7 1-15,1-1 0 16,1 6-1-16,-2-6 0 15,0 3-7-15,1 5 6 16,-1 3 1-16,-1 0-1 16,4-3 1-16,-2 7-1 15,-4-1 1-15,0 2-1 16,3-1 0-16,-3 2 1 16,0 0 0-16,0-4 0 0,0 4 0 15,0-2-3 1,0 2 2-16,0-2 1 0,0-2 0 15,0 0-1-15,0 2 1 16,0-6 0-16,0 2 0 16,0 1 0-16,0-1 0 15,0 3 0-15,0-3 0 16,0 2 0-16,0 6 0 16,0-3 0-16,0 1-10 15,0 4-8-15,0 1-14 16,0 3-16-16,0-1 10 15,0 6-13-15,0 0-23 16,0 0-51-16,0 0-208 16,7 0-27-16</inkml:trace>
          <inkml:trace contextRef="#ctx0" brushRef="#br0" timeOffset="29014.4921">3540 2008 160 0,'0'0'194'0,"0"0"-102"0,0 0-24 16,0 0-12-16,0 0 5 15,0 0-2-15,0 0-4 16,0 0 7-16,0 0 4 16,0 0 5-16,0 0 0 15,0 0-12-15,0 0-13 16,0 0 2-16,0 0-3 16,0 2 4-16,7 6 0 15,8 1-20-15,7 0-11 16,-2 5-4-16,10-5 10 15,5 0-1-15,9 3 4 0,6-5-5 16,2 1-3-16,5-3 0 16,1 3-2-16,-1-2-6 15,5-3-1-15,-2 3-2 16,7-2-6-16,-7 1 7 16,5-1-2-16,-4 0-6 15,-3 0 0-15,-1-4 0 16,-10 2 5-16,-4-2-5 15,-6 0 6-15,-9 0-6 16,1 0 11-16,-1 0-5 16,-6 0-6-16,3 0 12 15,-6 0-11-15,1 0 5 16,0 0 3-16,-5 0-4 16,-2 0-5-16,2-2 1 15,-3-2-1-15,3 4 0 0,-10-4 4 16,-2 4-5-16,-3 0-1 15,0 0-19-15,0 0-27 16,0 0-12-16,0 0-20 16,0 0-190-16,-16-4-100 15,-8 3-310-15</inkml:trace>
          <inkml:trace contextRef="#ctx0" brushRef="#br0" timeOffset="45159.2533">3288 2185 367 0,'0'0'148'0,"0"0"-61"15,0 0-8-15,0 0-23 16,0 0-22-16,0 0-7 16,0 0-1-16,-3 0 29 15,3 4 43-15,0 11-10 16,0 3-24-16,0 1 0 16,3 3-8-16,7 4-11 15,3 1-17-15,-1-5-7 16,0 1 1-16,-2-4-10 15,1-2-1-15,-4-2-3 16,0-6 6-16,1-1-5 0,-4-3 2 16,-1-1 0-1,-3 0-9-15,0-2 0 0,0 2 4 16,0 3-6-16,0 2 2 16,0 1 5-16,-3 3-1 15,-16 0-6-15,1 1 2 16,-7-1 5-16,1-3-6 15,1-1 6-15,4-3 0 16,3 1-7-16,-1-3-16 16,12-2-13-16,-5 2-30 15,10 2-140-15,0-3-135 16,0 1-498-16</inkml:trace>
          <inkml:trace contextRef="#ctx0" brushRef="#br0" timeOffset="64469.9842">4626 2226 320 0,'0'0'149'0,"0"0"-36"16,0 0-37-16,0 0-12 0,0 0 3 16,0 0 13-1,0 0 1-15,-106 112-16 0,100-95-23 16,6-2-6-16,0 0-19 15,0 2 8-15,3 0 8 16,25-4 13-16,9-7-11 16,7 0-6-16,-6-6-13 15,2 0-4-15,-3 0-5 16,-8 0 0-16,-1 0-5 16,-10 0-1-16,-1-6 9 15,0-3-9-15,-2-1 9 16,-7 1-9-16,-4-4 0 0,1 1 5 15,-5 1-5-15,0 0 6 16,0 0-6-16,0-3 1 16,0 5 8-16,-15-4-9 15,-2 3 9-15,-7 3-9 16,4 1-1-16,-6 2-1 16,4 4-9-16,-3-3-13 15,-4 3-52-15,-1 0-64 16,-2 0-100-16,11 0-103 0</inkml:trace>
          <inkml:trace contextRef="#ctx0" brushRef="#br0" timeOffset="32623.7264">3990 2333 360 0,'0'0'248'0,"0"0"-135"15,0 0-9-15,0 0-22 16,0 0 0-16,0 0 14 16,0 0-18-16,87-21-13 15,-58 21-13-15,4 0-10 16,-1 0-4-16,-4 0-12 15,-6 13-7-15,-4 4-5 16,-3 2-5-16,-15 0-8 16,0 3 10-16,0 1-10 15,-8 0 6-15,-14-1-6 0,-3-1 12 16,4-5-5-16,4-3 0 16,-2-4-2-16,6 1 1 15,5-3-6-15,-4 3 5 16,5-1 1-16,1-1-6 15,-4 1 1-15,5 0 7 16,1 1-8-16,4-1 1 16,0-1-1-16,0-3 6 15,0 3-5-15,0-2 11 16,0-3 1-16,15 3-2 16,2-2-3-16,3-2 1 15,7-2-4-15,-2 3-5 0,5-3-1 16,-5 0-24-1,4 0-41-15,7 0-47 0,-4 0-212 16,-7 0-291-16</inkml:trace>
          <inkml:trace contextRef="#ctx0" brushRef="#br0" timeOffset="44534.4194">2992 2355 350 0,'0'0'143'0,"0"0"-66"0,0 0-5 16,0 0-2-16,0 0 3 16,0 0-7-16,0 0 8 15,0 0 18-15,0 0-4 16,0 0-12-16,0 0-14 16,0 0-20-16,0 0-10 15,0 0-3-15,0 0-5 16,0 0-3-16,0 0-1 15,0 0-1-15,0 0-3 16,18 2-7-16,14 4 4 16,5 1-5-16,1-1 3 15,9 2-9-15,-5-3 4 16,5 5-5-16,-4-3 0 0,-4-1 5 16,-7 1-6-1,-7-5 0-15,-7-2 7 0,-3 0-6 16,-8 4-1-16,-7-4 1 15,3 0 0-15,-3 0-1 16,0 0-17-16,0 0-17 16,0 0-11-16,0 4-39 15,0-1-132-15,0-3-31 16,0 2-56-16</inkml:trace>
          <inkml:trace contextRef="#ctx0" brushRef="#br0" timeOffset="31797.5659">3425 2766 453 0,'0'0'177'0,"0"0"-53"15,0 0-37-15,0 0-12 16,0 0 15-16,0 0-11 15,0 0-22-15,3 0 9 16,1 0-8-16,7 0-10 16,6 0-10-16,10 0 5 0,5 0-12 15,11 0-11-15,7 0-4 16,4 2-6-16,4 6 2 16,3-2-1-16,0 6 2 15,1-3-1-15,-1 4-6 0,4-3 1 16,3-1 3-1,1 0-8-15,3 1-1 0,-4-1 8 16,4-1-3-16,-7-3-5 16,-3 7 0-16,-3-7 0 15,-2 5 0-15,-7 3 1 16,-3-4-1-16,-4-3 1 16,1 3-2-16,-4-1 2 15,-5-2-1-15,-7-3 1 16,-6 3 4-16,-3-2-6 15,-9-4 1-15,-2 4 1 16,-8-4-2-16,3 0 2 16,-3 0 3-16,0 0-5 0,0 0-18 15,0 0-28-15,0 0-59 16,-15-4-245-16,0-9-52 0</inkml:trace>
          <inkml:trace contextRef="#ctx0" brushRef="#br0" timeOffset="62970.3108">4636 2925 325 0,'0'0'128'0,"0"0"-63"16,0 0-26-16,0 0 3 0,0 0-3 15,0 0 1 1,0 0 8-16,0 0-6 0,0 0-8 16,0 0 1-16,0 0-5 15,0 0-8-15,0 0 8 16,0 0-1-16,0 0-3 15,-4 0 5-15,-2 0 11 16,-3 0-2-16,3 0-4 16,-4 6-11-16,-7 3 15 15,2 3-11-15,7-1-4 16,-8 2-5-16,3 0-4 16,1 1-6-16,6-1-8 15,-3 0-1-15,6 0 11 16,3 2-12-16,0-1 1 15,0-1 0-15,0-3 0 0,0 3 9 16,0-4-9-16,0 3-1 16,3-3 9-16,9-3-8 15,-4 1 7-15,9-5 0 16,2 6-2-16,-1-5-5 16,-1-3 1-16,4 2 6 15,-2-2-6-15,4 0-1 16,-3 0-1-16,2 0-6 15,-4 0 5-15,4 0-2 16,-8 0-9-16,1 0 11 16,-10 0-1-16,3 0 1 15,0 0 0-15,-1 0 1 16,1 0 0-16,-1 0 1 0,-2 0 0 16,3-9 11-1,-1-4-2-15,-2-1 9 0,-5 1-6 16,0-2-2-16,0-2 4 15,0 2-9-15,0-6 1 16,0 6 3-16,0-6-1 16,-12 2 1-16,-1 0-4 15,-2 2-5-15,0 4 6 16,-2 0 2-16,-5 2-9 16,-3 1 0-16,-8 3-28 15,-2 3-17-15,-15 2-52 16,6 2-106-16,11 0-115 0</inkml:trace>
          <inkml:trace contextRef="#ctx0" brushRef="#br0" timeOffset="35173.4076">4552 3012 504 0,'0'0'167'16,"0"0"-44"-16,0 0-11 0,0 0 10 15,0 0-30-15,0 0-22 16,0 0-22-16,0-13-17 16,0 13-10-16,0 11 29 15,-3 12-9-15,-1-1-3 16,-2 5-16-16,-1-2-8 15,-1-3-4-15,1-1-1 16,4-6-8-16,-1-2 7 16,4 1-8-16,-5-5-5 15,2 4-25-15,0 0-75 16,-1 0-160-16,4-7-80 0</inkml:trace>
          <inkml:trace contextRef="#ctx0" brushRef="#br0" timeOffset="34158.0015">3853 3107 476 0,'0'0'210'0,"0"0"-97"0,0 0-38 16,0 0 6-16,0 0 35 15,0 0-45-15,0 0-21 16,15 0-22-16,-15 13 8 15,0 4 28-15,-18 9-5 16,-4-1-15-16,-3 3-18 16,0-2-9-16,7 1 2 15,4-5-10-15,4-5 0 16,5-4 1-16,5-3 1 0,0-1 8 16,0 2 0-1,10-4 4-15,20-1 7 0,14-1-7 16,6-1-10-16,7 0-6 15,1 0-1-15,-4-4-4 16,-7 0-2-16,-7 0-15 16,-12 0-19-16,-9 0-25 15,-9 0-27-15,-10 0-137 16,0 0-189-16</inkml:trace>
          <inkml:trace contextRef="#ctx0" brushRef="#br0" timeOffset="34673.5055">4211 3141 456 0,'0'0'188'0,"0"0"-100"16,0 0 53-16,0 0 34 16,0 0-46-16,0 0-28 15,0 0-17-15,-35 128-39 16,27-106-4-16,1 5-8 16,-2 0-1-16,1-5-13 0,3 5 3 15,-7-5-12-15,-3 3-3 16,2-1-5-16,-5-3 5 15,-1 2 2-15,1-5-9 16,-2 3-12-16,1-6-42 16,1 2-43-16,0-9-194 15,7-7-111-15</inkml:trace>
        </inkml:traceGroup>
      </inkml:traceGroup>
    </inkml:traceGroup>
  </inkml:traceGroup>
</inkml:ink>
</file>

<file path=ppt/ink/ink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9:17.121"/>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AD8C17B0-995A-499D-8894-C25C396CD5CB}" emma:medium="tactile" emma:mode="ink">
          <msink:context xmlns:msink="http://schemas.microsoft.com/ink/2010/main" type="writingRegion" rotatedBoundingBox="17803,15366 18353,15366 18353,16140 17803,16140"/>
        </emma:interpretation>
      </emma:emma>
    </inkml:annotationXML>
    <inkml:traceGroup>
      <inkml:annotationXML>
        <emma:emma xmlns:emma="http://www.w3.org/2003/04/emma" version="1.0">
          <emma:interpretation id="{627ACB28-B657-4794-9FD0-965A455CEAC8}" emma:medium="tactile" emma:mode="ink">
            <msink:context xmlns:msink="http://schemas.microsoft.com/ink/2010/main" type="paragraph" rotatedBoundingBox="17803,15366 18353,15366 18353,16140 17803,16140" alignmentLevel="1"/>
          </emma:interpretation>
        </emma:emma>
      </inkml:annotationXML>
      <inkml:traceGroup>
        <inkml:annotationXML>
          <emma:emma xmlns:emma="http://www.w3.org/2003/04/emma" version="1.0">
            <emma:interpretation id="{211BDC10-DF48-494B-811B-3EE739FDEE34}" emma:medium="tactile" emma:mode="ink">
              <msink:context xmlns:msink="http://schemas.microsoft.com/ink/2010/main" type="line" rotatedBoundingBox="17803,15366 18353,15366 18353,16140 17803,16140"/>
            </emma:interpretation>
          </emma:emma>
        </inkml:annotationXML>
        <inkml:traceGroup>
          <inkml:annotationXML>
            <emma:emma xmlns:emma="http://www.w3.org/2003/04/emma" version="1.0">
              <emma:interpretation id="{FA9D01C8-3117-4651-997D-B101F900BF5E}" emma:medium="tactile" emma:mode="ink">
                <msink:context xmlns:msink="http://schemas.microsoft.com/ink/2010/main" type="inkWord" rotatedBoundingBox="17803,15366 18353,15366 18353,16140 17803,16140"/>
              </emma:interpretation>
              <emma:one-of disjunction-type="recognition" id="oneOf0">
                <emma:interpretation id="interp0" emma:lang="" emma:confidence="0.5">
                  <emma:literal>.</emma:literal>
                </emma:interpretation>
                <emma:interpretation id="interp1" emma:lang="" emma:confidence="0">
                  <emma:literal>,</emma:literal>
                </emma:interpretation>
                <emma:interpretation id="interp2" emma:lang="" emma:confidence="0">
                  <emma:literal>:</emma:literal>
                </emma:interpretation>
                <emma:interpretation id="interp3" emma:lang="" emma:confidence="0">
                  <emma:literal>a</emma:literal>
                </emma:interpretation>
                <emma:interpretation id="interp4" emma:lang="" emma:confidence="0">
                  <emma:literal>\</emma:literal>
                </emma:interpretation>
              </emma:one-of>
            </emma:emma>
          </inkml:annotationXML>
          <inkml:trace contextRef="#ctx0" brushRef="#br0">4574 1236 314 0,'0'0'272'16,"0"0"-97"-16,0 0 21 15,0 0-31-15,0 0-55 16,0 0-52-16,0 0-22 16,-5 0-11-16,5 28 10 15,-2 10 14-15,-1 11 5 16,0 8-12-16,-1 1-8 16,-4-1-5-16,4-4-10 15,1-8-8-15,0-5 1 16,-1-12-11-16,4-1 5 15,0-10 2-15,0-8-8 0,0 0-26 16,0-3-26-16,0-2-31 16,0 0-232-16,0-4-360 15</inkml:trace>
          <inkml:trace contextRef="#ctx0" brushRef="#br0" timeOffset="-577.9577">4024 1549 386 0,'0'0'149'16,"0"0"-47"-16,0 0-15 15,0 0 5-15,0 0 1 16,0 0 22-16,0 0-8 15,0-5-30-15,0 5-20 16,0 0-15-16,6 0-6 0,19 0-4 16,6 0-10-1,7 5 2-15,2 5-5 0,-5 7 1 16,-6-2-12-16,-3 5 0 16,-9 3 0-16,-8 4-7 15,-6-4 0-15,-3-1 0 16,0-3 2-16,0 0-2 15,-18-2 0-15,-8-4 5 16,-7 0 3-16,3-3-9 16,-4-1 6-16,4-7 3 15,10 2-9-15,5-4 1 16,9 0 1-16,1 0 5 16,5 0-6-16,0 0 8 15,0 0-8-15,0 0 5 16,0 3-6-16,5-3 0 0,20 4 2 15,6 2-1-15,6-2 6 16,-2 1-6-16,-6 5 0 16,-3-3 0-16,-5 3-1 15,-3-1 0-15,-10-2 0 16,-1 3 0-16,-7-4 0 16,0 3-1-16,0 2 1 15,0 2 0-15,-22-1 8 16,-3 0-6-16,-2 1 8 15,-8-4-9-15,7-3 6 16,-1 4-5-16,8-7-1 16,-1 3 0-16,4-2 0 0,3-4-1 15,4 3-15 1,0 1-5-16,7-4-15 0,4 2-22 16,0-2-107-16,0 0-144 15,22 0-20-15</inkml:trace>
        </inkml:traceGroup>
      </inkml:traceGroup>
    </inkml:traceGroup>
  </inkml:traceGroup>
</inkml:ink>
</file>

<file path=ppt/ink/ink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20:00:07.133"/>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354CC301-5C29-437F-9E9C-5C0864200766}" emma:medium="tactile" emma:mode="ink">
          <msink:context xmlns:msink="http://schemas.microsoft.com/ink/2010/main" type="inkDrawing" rotatedBoundingBox="20584,15271 20628,17402 19310,17429 19266,15299" hotPoints="20549,15317 20509,17397 19363,17375 19403,15295" semanticType="enclosure" shapeName="Rectangle">
            <msink:sourceLink direction="with" ref="{65DBF04C-1696-46FF-90C7-C99F02D93A0C}"/>
          </msink:context>
        </emma:interpretation>
      </emma:emma>
    </inkml:annotationXML>
    <inkml:trace contextRef="#ctx0" brushRef="#br0">5616 2031 469 0,'0'0'129'15,"0"0"-46"-15,0 0-5 0,0 0 7 16,0 0 3-16,0 0 0 16,0 0-23-16,8-17-19 15,5 17 11-15,6 0-12 16,3 0-9-16,6 0-3 15,10 0 1-15,6 0-8 16,11 0-6-16,14 0-7 16,3 0 3-16,5 4 1 15,-1 9-2-15,5 0-5 16,-4-4 3-16,-2 5-7 16,-3-5 4-16,-4 0-8 15,-2-3 6-15,-10 0-6 16,-9-6 7-16,-3 3-9 15,-11-3 7-15,-4 0-6 16,-11 0 0-16,-5 0-1 16,-4 0-25-16,-9 0-17 15,0 0-102-15,0-3-429 0</inkml:trace>
    <inkml:trace contextRef="#ctx0" brushRef="#br0" timeOffset="-2021.5346">5507 1200 603 0,'0'0'124'0,"0"0"-74"15,0 0-6-15,0 0 9 16,0 0 15-16,0-7 3 0,0 7-25 16,0 0 2-16,0-2-3 15,0 2-9-15,0 0-4 16,8-4-5-16,16 0-5 16,-1 1-3-16,9 1-3 15,8-2-3-15,12 0 3 16,6 2-2-16,6-2-13 15,5 1 14-15,-1 3-7 16,4 0-2-16,-10 0-5 16,5 0-1-16,-2 0 2 15,-3 0-2-15,-2 9 1 16,-1-1 8-16,-6-6-9 16,-6 5 1-16,-4-3 0 0,-6-2 0 15,0-2-1 1,-5 0 1-16,-4 3 0 0,1-3 1 15,-8 0 0-15,-2 4 3 16,-1-2-5-16,-8 2 0 16,-3 0 1-16,-2-4-1 15,-5 0-1-15,3 3 1 16,-3-3-7-16,0 2 6 16,0 2 0-16,0 0 0 15,0 1 1-15,0 5 0 16,0 3 0-16,0 0 0 15,-8 2 0-15,-2 8 8 16,3 3-6-16,-1 4 4 16,-2 7-5-16,3 1 9 15,-1 9-9-15,1-4 1 0,0 10-1 16,-1-3 2-16,5 4 3 16,3-1-6-16,-4 1 1 15,4-3 5-15,0-2-4 16,0 0-2-16,0-7 1 15,0 1 0-15,0-1 1 16,0-5-2-16,4 3 6 16,-4 1 1-16,3 0-5 15,-3 0 4-15,3 2 1 16,2-1-1-16,-1-5-5 16,2 7 6-16,-2-5-6 15,4 0-1-15,-1 0 1 0,-4 1 0 16,4-3 1-16,1 5 4 15,-4-3-5-15,-1 1-1 16,-3-4 0-16,3-4 0 16,-3-5 1-16,0-3 0 15,0 1 7-15,0-3-8 16,0-5 1-16,0 8 0 16,0-3 0-16,0-3 6 15,0 4-6-15,-3-5 0 16,3 3-1-16,0-1 2 15,0-1-1-15,0 1-1 16,0-1 1-16,0 0 0 16,0 6 1-16,0-7-1 0,0 1 0 15,3-4-1 1,4-2 1-16,-2 1 0 0,-2-7-1 16,1-1 0-16,-1-6 2 15,-3 3-1-15,0-3 0 16,0 0 0-16,0 0 0 0,0 0-1 15,0 0 1-15,0 0-1 16,0 0 1 0,0 0 1-16,-22 2 8 0,-10-2-3 15,-1 0 0-15,-5 0-6 16,-6 0-1 0,1 0 8-16,-8 0-7 15,5 0-1-15,-6-5 1 0,5 1-1 16,0-2 2-16,0-1-2 15,4 1 1-15,1 0-1 16,-1 3 2-16,2-1-1 16,-2 0 0-16,3 2 0 15,1 2-1-15,-1-3 1 16,5-1-1-16,-2 4 0 16,1 0 0-16,0 0 0 15,0 0 0-15,0 0-1 16,3 0 1-16,5 0 0 15,-1 0 1-15,7 0-1 16,1 0-1-16,6 0 1 0,1 0 0 16,3 0 1-1,4 0-1-15,-5 0 0 0,5 4 1 16,6-4-1-16,-4 0 1 16,1 0 0-16,4 0 1 15,0 0 5-15,0 0 0 16,0 0 9-16,0 0 0 15,0 0 5-15,0 0-5 16,0-4-10-16,0-9-4 16,0 1-2-16,0-1 1 15,0-4 0-15,0-2 4 16,0 1-4-16,0-9 0 16,0 1 0-16,0-1 0 15,0-2 0-15,0-4-1 16,4 4 1-16,2-1-1 0,8 0 0 15,-6 0 2-15,4-2 6 16,-5 2-7-16,-1-3 5 16,6 5-5-16,-9-2-1 15,4 2 0-15,-4-3 0 16,-3 7 0-16,4-2 0 16,-4-1 1-16,0 1 0 15,0 1-1-15,0-2 0 16,0 5 0-16,0-5 0 15,0 1 2-15,0 0-1 16,0 1 0-16,0-1 0 16,0-2 0-16,0 1 0 15,0 1-1-15,0-2 0 0,0 0 0 16,0 2 1 0,0-4 0-16,0 6-1 0,5-3 2 15,-2 3-2-15,0 1 0 16,4-1 1-16,-4 1-1 15,-1 1 1-15,5-1-1 16,-4 4 1-16,-3-1-1 16,0 3 0-16,0-1 0 15,0 1-1-15,0-2 1 16,0 2-2-16,0-2 2 16,0 0-1-16,0-3 1 15,0 1 0-15,-3-1 0 16,-4-3 0-16,2 1 1 15,2-1-1-15,-4-2 0 16,4 4 0-16,-2 1 0 0,1 1 0 16,1-2 1-16,0 1 0 15,-1 1-1-15,4-1 0 16,0-3 0-16,0 1 0 16,0 1 0-16,0-3 0 15,0 2 0-15,0 4 1 16,0 1-1-16,0 2 0 15,0 6-8-15,-8-3-2 16,-2 3-48-16,-5 5-32 16,-10 6-22-16,3 0-242 15,5 0-453-15</inkml:trace>
  </inkml:traceGroup>
</inkml:ink>
</file>

<file path=ppt/ink/ink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2:10.548"/>
    </inkml:context>
    <inkml:brush xml:id="br0">
      <inkml:brushProperty name="width" value="0.08167" units="cm"/>
      <inkml:brushProperty name="height" value="0.08167" units="cm"/>
      <inkml:brushProperty name="color" value="#ED1C24"/>
      <inkml:brushProperty name="fitToCurve" value="1"/>
    </inkml:brush>
    <inkml:brush xml:id="br1">
      <inkml:brushProperty name="width" value="0.08167" units="cm"/>
      <inkml:brushProperty name="height" value="0.08167" units="cm"/>
      <inkml:brushProperty name="fitToCurve" value="1"/>
    </inkml:brush>
  </inkml:definitions>
  <inkml:traceGroup>
    <inkml:annotationXML>
      <emma:emma xmlns:emma="http://www.w3.org/2003/04/emma" version="1.0">
        <emma:interpretation id="{20B3D638-7970-4F01-B557-35DA3E65F664}" emma:medium="tactile" emma:mode="ink">
          <msink:context xmlns:msink="http://schemas.microsoft.com/ink/2010/main" type="writingRegion" rotatedBoundingBox="18814,12530 24653,12355 24804,17357 18965,17533"/>
        </emma:interpretation>
      </emma:emma>
    </inkml:annotationXML>
    <inkml:traceGroup>
      <inkml:annotationXML>
        <emma:emma xmlns:emma="http://www.w3.org/2003/04/emma" version="1.0">
          <emma:interpretation id="{B891E8E2-3460-4AEB-9E18-EB2E230B85BA}" emma:medium="tactile" emma:mode="ink">
            <msink:context xmlns:msink="http://schemas.microsoft.com/ink/2010/main" type="paragraph" rotatedBoundingBox="21791,12441 24653,12355 24685,13424 21824,13510" alignmentLevel="2"/>
          </emma:interpretation>
        </emma:emma>
      </inkml:annotationXML>
      <inkml:traceGroup>
        <inkml:annotationXML>
          <emma:emma xmlns:emma="http://www.w3.org/2003/04/emma" version="1.0">
            <emma:interpretation id="{B97B116C-89EC-40E2-8697-D99CEC00CD43}" emma:medium="tactile" emma:mode="ink">
              <msink:context xmlns:msink="http://schemas.microsoft.com/ink/2010/main" type="line" rotatedBoundingBox="21791,12441 24653,12355 24685,13424 21824,13510"/>
            </emma:interpretation>
          </emma:emma>
        </inkml:annotationXML>
        <inkml:traceGroup>
          <inkml:annotationXML>
            <emma:emma xmlns:emma="http://www.w3.org/2003/04/emma" version="1.0">
              <emma:interpretation id="{2F883AA0-4A52-46C7-8903-A2FA8B8C14B3}" emma:medium="tactile" emma:mode="ink">
                <msink:context xmlns:msink="http://schemas.microsoft.com/ink/2010/main" type="inkWord" rotatedBoundingBox="21791,12441 24653,12355 24685,13424 21824,13510"/>
              </emma:interpretation>
              <emma:one-of disjunction-type="recognition" id="oneOf0">
                <emma:interpretation id="interp0" emma:lang="" emma:confidence="1">
                  <emma:literal/>
                </emma:interpretation>
              </emma:one-of>
            </emma:emma>
          </inkml:annotationXML>
          <inkml:trace contextRef="#ctx0" brushRef="#br0">8030-1119 707 0,'0'0'220'0,"0"0"-80"16,0 0-45-16,0 0-28 16,199-8-32-16,-122 2-11 31,5-3-6-31,5-5-18 0,9-7-60 0,-19 8-179 16,-22 2-73-16</inkml:trace>
          <inkml:trace contextRef="#ctx0" brushRef="#br0" timeOffset="-203.1099">8179-1430 506 0,'0'0'223'0,"0"0"-68"15,0 0-77-15,0 0 10 0,0 0-14 16,0 0-24-16,0 0-6 16,137-2-1-16,-115-11-4 15,0 4-13-15,-7-8-5 16,-5 0-5-16,-7 2-8 15,-3-8-2-15,0 1-6 16,0-1-6-16,-8-3 5 16,-15 7-9-16,-2-2 2 15,-1 10-1-15,5 3 7 16,2 8 1-16,4 0-9 16,2 0 1-16,-2 27 2 0,8 8 7 15,4 7 12 1,3 9 10-16,0 7 7 0,0 5 7 15,10 5-6-15,5 7 4 16,-5-2-2-16,-3 7 0 16,-7-3 0-16,0-3-10 15,0-6-2-15,0-5-7 16,-4-11-1-16,-2-10-2 16,-1-14-9-16,-2-11 5 15,6-4 0-15,3-11-5 16,-3 2-1-16,-4-4-29 15,-5 0-29-15,-13 0-41 16,0-10-66-16,2-9-420 0</inkml:trace>
          <inkml:trace contextRef="#ctx0" brushRef="#br0" timeOffset="1767.2697">8944-1101 403 0,'0'0'219'16,"0"0"-18"-16,0 0-93 0,0 0-38 16,0 0 25-1,0 0-1-15,0 0-8 0,-159 158-25 16,134-112-21-16,11 3-11 16,14-3-10-16,0-3 1 15,15-6 1-15,29-8-1 16,18-7 0-16,0-10-9 15,11-11 2-15,-6-1-6 16,-5 0-7-16,-12-1 9 16,-20-24-2-16,-16-3-6 15,-14-6-1-15,0-13-23 16,-11-2 4-16,-22-3 2 16,-9 3 5-16,-1 8 6 15,-1 9 6-15,1 6 0 16,3 13 0-16,11 7-1 15,4 6-1-15,13 0-6 16,9 0-2-16,3 0-1 0,0 0 1 16,3 0 10-16,23 6 2 15,4 1 6-15,5-1-6 16,2-3-1-16,-2-3 5 16,0 0 5-16,-5 0-1 15,-2 0 2-15,2 0-3 16,-1-7-3-16,-2-2-5 15,-1-1 11-15,-1 1-2 16,-3-1-1-16,-3 3 8 16,-4 7 0-16,-5 0-11 15,5 0-6-15,-2 20-1 16,5 5 1-16,1 9 0 16,3-4 2-16,-1 4 4 0,3-10-5 15,-1-1 8-15,1-3-8 16,-4-4 11-16,-7-4-5 15,-1-7 0-15,-2-5 1 16,-2 0 2-16,2 0 6 16,2 0 6-16,3 0-6 15,8-17-7-15,2-2-1 16,2-4-7-16,0 1 0 16,5 3-1-16,-6-2 1 15,-4 8-1-15,0 0 0 16,-7 11 0-16,-8 2 0 15,-1 0-12-15,3 0 3 0,-3 0 8 16,-4 5-7-16,6 5 8 16,-3 3 0-16,2-5 0 15,0 1 1-15,5-5-2 16,4-2 2-16,4 1-1 16,4-3 1-16,6 0 1 15,8 0 0-15,6 0-1 16,11-17 0-16,-2 2 0 15,4-5-1-15,2 3-1 16,-11 0-7-16,1 4 6 16,-12 7-4-16,-9-1-5 15,-6 7-5-15,-9 0-8 16,2 0 0-16,-5 0 6 0,2 0 9 16,-2 0 8-1,-2 0 1-15,-1 0-1 0,-7 0 0 16,3 0-1-16,-3 0 1 15,0 0 0-15,0 3-5 16,-25 7 5-16,-15 7 0 16,-10 7 1-16,0 8 12 15,6 4-12-15,16 3 0 16,16 2 0-16,12-4 0 16,0-1-2-16,25 0-4 15,12-10 5-15,3-11 0 16,-1-7 0-16,1-8 1 15,-3 0 6-15,-9-23-5 16,-6-16 15-16,-12-3 10 16,2-7-10-16,-9-6 3 0,-3-2-4 15,3 5-8-15,-3-7-6 16,0 7 0-16,0-2 6 16,0 3 6-16,0 6-2 15,0 4 3-15,0-2 4 16,0 5 5-16,0 3 0 15,0 7-5-15,0 5 13 16,0 6-1-16,0 8-2 16,0 5-7-16,0 4-14 15,0 0-5-15,0 0-2 16,0 0-5-16,0 0-3 16,0 0 0-16,0 0 2 0,0 10 6 15,0 7 0-15,0 0 6 16,0-4-4-16,0-4-1 15,0-3 10-15,0-3-4 16,0-3 6-16,0 0 9 16,0 0 5-16,0 0-2 15,0 0 0-15,0 0 2 16,0 0-9-16,4-16-17 16,4 1 7-16,-5-8-7 15,-3-3-1-15,0-1 1 16,0-5-1-1,0-3-1-15,0-1 0 16,0-2 1-16,0 7-2 16,0 5 2-16,0 11 2 15,0 7-2-15,0 4-8 16,0 4-9-16,0 0-6 16,0 17-3-16,0 23 17 15,0 15 9-15,0 13-1 16,0 13 1-16,0 8 0 15,-11 2-6-15,-4-1 6 16,-2-7-1-16,2-3 1 16,1-13 0-16,6-12 6 15,1-10-6-15,7-9-1 16,0-9-33-16,0-8-21 0,0-6-11 16,12-7-4-16,20-6 0 15,18 0-34-15,44 0-41 16,-11-6-119-16,-13-11-302 15</inkml:trace>
        </inkml:traceGroup>
      </inkml:traceGroup>
    </inkml:traceGroup>
    <inkml:traceGroup>
      <inkml:annotationXML>
        <emma:emma xmlns:emma="http://www.w3.org/2003/04/emma" version="1.0">
          <emma:interpretation id="{00CFCA2C-99B1-44FC-8427-286E2895F1C3}" emma:medium="tactile" emma:mode="ink">
            <msink:context xmlns:msink="http://schemas.microsoft.com/ink/2010/main" type="paragraph" rotatedBoundingBox="19803,14392 24126,14398 24125,14966 19802,14960" alignmentLevel="1"/>
          </emma:interpretation>
        </emma:emma>
      </inkml:annotationXML>
      <inkml:traceGroup>
        <inkml:annotationXML>
          <emma:emma xmlns:emma="http://www.w3.org/2003/04/emma" version="1.0">
            <emma:interpretation id="{DF0E7741-2332-4828-BB25-2CA377561425}" emma:medium="tactile" emma:mode="ink">
              <msink:context xmlns:msink="http://schemas.microsoft.com/ink/2010/main" type="inkBullet" rotatedBoundingBox="19803,14406 20351,14407 20351,14961 19802,14960"/>
            </emma:interpretation>
          </emma:emma>
        </inkml:annotationXML>
        <inkml:trace contextRef="#ctx0" brushRef="#br1" timeOffset="475617.3137">6049 324 284 0,'0'0'145'16,"0"0"-27"-16,0 0-16 0,0 0 1 16,0 0-24-16,0 0-1 15,0 0-20-15,0-13 7 16,0 13-7-16,0-3-12 16,0 3 1-16,0 0 2 15,0 0-6-15,0-4-5 16,0 4-3-16,0-2-6 15,0-2-9-15,7 0-11 16,8-1-1-16,-7 1 0 16,12 0-7-16,-5 0 1 15,3 4-2-15,-1 0 1 16,3 0 7-16,-3 0-7 16,-2 0 8-16,-2 0-8 0,1 14-1 15,-6 8 1-15,-5 5-1 16,1 3 1-16,-4 2 4 15,0 1 5-15,0-2-8 16,-7-1-1-16,-11-6 11 16,-7 3-3-16,3-8-2 15,-3 2 2-15,1-8-8 16,4 0 6-16,4-1-5 16,-3-1-1-16,1 2 6 15,8-4-1-15,-2-3-5 16,9 3 0-16,3-3-1 15,0 2 1-15,0 1 6 16,15 4-1-16,17-3 10 16,11 3-15-16,4-4 11 0,3 1 1 15,9-1-13-15,-1 2 0 16,6 2-55-16,11 2-26 16,-13 2-182-16,-19-2-357 15</inkml:trace>
      </inkml:traceGroup>
      <inkml:traceGroup>
        <inkml:annotationXML>
          <emma:emma xmlns:emma="http://www.w3.org/2003/04/emma" version="1.0">
            <emma:interpretation id="{C682974D-67B9-4807-9F64-794B9E4CE15F}" emma:medium="tactile" emma:mode="ink">
              <msink:context xmlns:msink="http://schemas.microsoft.com/ink/2010/main" type="line" rotatedBoundingBox="21908,14395 24126,14398 24125,14966 21907,14962"/>
            </emma:interpretation>
          </emma:emma>
        </inkml:annotationXML>
        <inkml:traceGroup>
          <inkml:annotationXML>
            <emma:emma xmlns:emma="http://www.w3.org/2003/04/emma" version="1.0">
              <emma:interpretation id="{44C530F6-3C06-469A-A15D-CD270384D0D7}" emma:medium="tactile" emma:mode="ink">
                <msink:context xmlns:msink="http://schemas.microsoft.com/ink/2010/main" type="inkWord" rotatedBoundingBox="21908,14420 22236,14421 22235,14858 21907,14857"/>
              </emma:interpretation>
              <emma:one-of disjunction-type="recognition" id="oneOf1">
                <emma:interpretation id="interp1" emma:lang="" emma:confidence="1">
                  <emma:literal/>
                </emma:interpretation>
              </emma:one-of>
            </emma:emma>
          </inkml:annotationXML>
          <inkml:trace contextRef="#ctx0" brushRef="#br1" timeOffset="519347.4622">8457 343 212 0,'0'0'162'16,"0"0"-50"-16,0 0-37 16,0 0 5-16,0 0-12 15,0-22-12-15,0 14-27 0,0 6 21 16,0-5-5-16,0 5-20 16,0-2-7-16,0 4 14 15,0-4-7-15,0 4-12 16,0-3-13-16,0 3 0 15,-3 0 9-15,-16 0 20 16,-9 0 23-16,-1 0-25 16,-7 0 27-16,0 3-11 15,0 7 12-15,-1-1-14 16,8 4-19-16,4-1-5 16,4-7-4-16,9 5-1 15,2-7-11-15,5 3 6 16,3-2-7-16,2 0 0 15,0 1 0-15,0 5 9 16,22 1 3-16,10 0-4 0,11 6 4 16,1 2-5-16,-1 0 1 15,-8 3-7-15,-8 1 1 16,-10 3-2-16,-6-2 1 16,-7-2-1-16,-4-1 1 15,0-6 0-15,0 2 0 16,0-4 7-16,-12 0 2 15,-5 1 0-15,-4-9-4 16,-1 1-5-16,0-1 10 16,-3 3-11-16,-3-2 0 15,1 1-10-15,-2-1-49 16,4 3-246-16,10-5-39 0</inkml:trace>
        </inkml:traceGroup>
        <inkml:traceGroup>
          <inkml:annotationXML>
            <emma:emma xmlns:emma="http://www.w3.org/2003/04/emma" version="1.0">
              <emma:interpretation id="{B7B23D21-8B82-4829-B773-7016CA4D1E8D}" emma:medium="tactile" emma:mode="ink">
                <msink:context xmlns:msink="http://schemas.microsoft.com/ink/2010/main" type="inkWord" rotatedBoundingBox="23527,14397 24126,14398 24125,14966 23526,14965"/>
              </emma:interpretation>
              <emma:one-of disjunction-type="recognition" id="oneOf2">
                <emma:interpretation id="interp2" emma:lang="" emma:confidence="0.5">
                  <emma:literal>2</emma:literal>
                </emma:interpretation>
                <emma:interpretation id="interp3" emma:lang="" emma:confidence="0">
                  <emma:literal>Q</emma:literal>
                </emma:interpretation>
                <emma:interpretation id="interp4" emma:lang="" emma:confidence="0">
                  <emma:literal>a</emma:literal>
                </emma:interpretation>
                <emma:interpretation id="interp5" emma:lang="" emma:confidence="0">
                  <emma:literal>&lt;</emma:literal>
                </emma:interpretation>
                <emma:interpretation id="interp6" emma:lang="" emma:confidence="0">
                  <emma:literal>z</emma:literal>
                </emma:interpretation>
              </emma:one-of>
            </emma:emma>
          </inkml:annotationXML>
          <inkml:trace contextRef="#ctx0" brushRef="#br1" timeOffset="593576.2072">9845 370 370 0,'0'0'131'16,"0"0"-31"-16,0 0-24 16,0 0 4-16,0 0-8 15,0 0-1-15,0-14 5 16,0 7-25-16,0 1 2 0,0 1-2 16,0-3 5-16,0 2-11 15,7-1 7-15,-2 1-23 16,1-1 6-16,1 1-3 15,-2-1-7-15,8 1-11 16,-3-2 5-16,2 3 1 16,0 1-8-16,0 4 0 15,3 0-2-15,1 0-3 16,1 0 5-16,5 0-11 16,-2 0 5-16,-5 0-4 15,3 8-1-15,-3 7-1 16,-6 2 0-16,1 5 0 15,-7 4-1-15,0 1 1 0,-3-7 0 16,0 7 0 0,0-5 0-16,-11 1 1 0,-6 0 5 15,-13-3 0-15,1 0 1 16,-6-1 2-16,2-6-2 16,-2 0-6-1,1-3 9-15,3-1-9 0,5 2 1 16,1-1-1-16,9-5 0 15,-1-1 1-15,10 2-1 16,4-3 0-16,3 1-1 16,0 2 0-16,0 1 0 15,0 3 0-15,0-1 8 16,22 1 2-16,13 3 3 16,17-4-5-16,8 4 2 15,5-3-9-15,7-5 6 0,-3 7-7 16,-1-7 2-1,-14 1 4-15,-8 2-6 0,-15-3-18 16,-15 3-4-16,-7-3-53 16,-9 16-62-16,-12-9-79 15,-17 5-128-15</inkml:trace>
        </inkml:traceGroup>
      </inkml:traceGroup>
    </inkml:traceGroup>
    <inkml:traceGroup>
      <inkml:annotationXML>
        <emma:emma xmlns:emma="http://www.w3.org/2003/04/emma" version="1.0">
          <emma:interpretation id="{15F1C157-CC6E-4BEC-8572-AEF0DCF7FDCC}" emma:medium="tactile" emma:mode="ink">
            <msink:context xmlns:msink="http://schemas.microsoft.com/ink/2010/main" type="paragraph" rotatedBoundingBox="18776,17366 19159,15124 20707,15389 20324,17631" alignmentLevel="1"/>
          </emma:interpretation>
        </emma:emma>
      </inkml:annotationXML>
      <inkml:traceGroup>
        <inkml:annotationXML>
          <emma:emma xmlns:emma="http://www.w3.org/2003/04/emma" version="1.0">
            <emma:interpretation id="{65DBF04C-1696-46FF-90C7-C99F02D93A0C}" emma:medium="tactile" emma:mode="ink">
              <msink:context xmlns:msink="http://schemas.microsoft.com/ink/2010/main" type="line" rotatedBoundingBox="18776,17366 19159,15124 20707,15389 20324,17631">
                <msink:destinationLink direction="with" ref="{354CC301-5C29-437F-9E9C-5C0864200766}"/>
              </msink:context>
            </emma:interpretation>
          </emma:emma>
        </inkml:annotationXML>
        <inkml:traceGroup>
          <inkml:annotationXML>
            <emma:emma xmlns:emma="http://www.w3.org/2003/04/emma" version="1.0">
              <emma:interpretation id="{591A26AA-7165-46CE-AFC9-787F03210ADD}" emma:medium="tactile" emma:mode="ink">
                <msink:context xmlns:msink="http://schemas.microsoft.com/ink/2010/main" type="inkWord" rotatedBoundingBox="18776,17366 19159,15124 20707,15389 20324,17631"/>
              </emma:interpretation>
            </emma:emma>
          </inkml:annotationXML>
          <inkml:trace contextRef="#ctx0" brushRef="#br1" timeOffset="478271.7953">6460 1187 421 0,'0'0'156'0,"0"0"-12"16,0 0-7-16,0 0 11 15,0 0-25-15,0 0-24 16,0 0-36-16,4-7-24 15,-4 7-17-15,0 11-2 16,0 13 7-16,0 8 2 16,-4 8-2-16,-2-8-11 15,-3 0 5-15,6-1-10 16,-1-9-1-16,4-3-2 16,0-6-2-16,0 0 0 15,-3 1-6-15,1 3-33 16,-4-2-82-16,2-2-296 0</inkml:trace>
          <inkml:trace contextRef="#ctx0" brushRef="#br1" timeOffset="477475.1148">6042 1455 401 0,'0'0'162'0,"0"0"-67"16,0 0 35-16,0 0 6 16,0 0-12-16,0 0 2 15,0 0-31-15,-3-28-32 16,3 28-24-16,0 0-19 16,0 0-5-16,17 0-8 15,6 0-6-15,9 17 15 0,-6 2-5 16,1-1-3-16,-5 3-6 15,-7-6 5-15,-8 0-6 16,-4-3 5-16,-3-1-5 16,0 2-1-16,0 0 1 15,-18 4-1-15,-6-4 1 16,-3 0 1-16,-1 1-1 16,6-9 0-16,4 1 9 15,5 1-9-15,4-2-1 16,6-3 1-16,3-2 0 15,0 4-1-15,0 3 1 16,0 5-1-16,7 1 1 16,14 7-1-16,1-1 0 15,0 4 2-15,-6-6-2 16,0 2 1-16,-8-8-1 0,-5 2 0 16,-3-5 1-16,0 1-1 15,0-5 1-15,0 1-1 16,-3 3 1-16,-16-2 5 15,-1 1-5-15,0-5-1 16,-3 5 1-16,5-1-1 16,-4-2-9-16,-3 0-33 15,5-2-38-15,-12 1-95 16,10 1-81-16,9-2-95 0</inkml:trace>
          <inkml:trace contextRef="#ctx0" brushRef="#br1" timeOffset="480583.7223">6009 2293 377 0,'0'0'177'15,"0"0"-63"-15,0 0 42 0,0 0 22 16,0 0-45 0,0 0-38-16,0 0-50 0,5-30-13 15,11 30-3-15,3 0-6 16,6 0-1-16,0 0 0 15,3 0-2-15,3 0 5 16,-5 4-8-16,-6 13 4 16,-1-2-10-16,-13 6-1 15,-2 1-10-15,-4 3 1 16,0-3 6-16,0 1 2 16,-15-3-8-16,-2-4 7 15,-5-7 2-15,7 2-2 16,0-1-2-16,3-8 2 15,2 5-6-15,4-3-1 16,2-2 5-16,-2 1-6 0,2 1 1 16,-1 1-1-16,2 1 0 15,-4-1 0-15,4 3 0 16,3 1 0-16,0-3 2 16,0 1-1-16,0-3 0 15,7 2 9-15,14-3-4 16,11-3 3-16,3 0-8 15,4 0 0-15,-1 0-1 16,-1 0-30-16,-2 0-44 16,4-3-64-16,-9-3-263 15,-9-5-282-15</inkml:trace>
          <inkml:trace contextRef="#ctx0" brushRef="#br1" timeOffset="479740.1677">5739 2637 459 0,'0'0'153'16,"0"0"-88"-16,0 0-26 16,0 0 20-16,0 0 36 15,0 0 6-15,0 0-14 16,0 0-19-16,0 0-14 16,0 0-4-16,0 0-8 15,0 0-7-15,0 0-4 16,0 0-7-16,0 0 1 0,5 0-12 15,-3 0-3-15,5 0-3 16,-4 0 2-16,-3 0-2 16,5 0-6-16,-5 0 9 15,0 0-8-15,0-2-1 16,0-6 1-16,0 3-1 16,0-3 0-16,-5 2-1 15,-5-1-8-15,0 1 8 16,3 2 1-16,-1 1 0 15,5 3-1-15,3 0 1 16,0 0 0-16,0 0 0 16,0 0 0-16,0 0-1 0,0 0 0 15,0 0 0-15,0 0 2 16,0 0 8-16,3 0 0 16,7 0 2-16,5 3 2 15,4 5 4-15,6-2-8 16,0-3-3-16,7 3 2 15,4-2-3-15,1 0-6 16,-2-3 2-16,-3 3 6 16,5 4-2-16,3-6-5 15,-2 1 2-15,9 3 3 16,5-2-6-16,-2-2 1 16,-3 1 6-16,0 1-6 15,-7 0-1-15,-2 2 3 16,-4-3-2-16,-2-1-1 15,-7 2 1-15,-4 0 0 0,-2-4-1 16,-6 4 0 0,-4-3 0-16,-3 3 0 0,1-4-1 15,-2 4-27-15,-2 0-10 16,-3-4-17-16,0 0-146 16,0 0-191-16</inkml:trace>
          <inkml:trace contextRef="#ctx0" brushRef="#br1" timeOffset="481380.416">6572 2050 483 0,'0'0'156'15,"0"0"-3"-15,0 0 27 16,0 0-29-16,0 0-66 16,0 0 11-16,0 0-28 15,5-27-17-15,-5 27-9 0,0 0-10 16,0 0-16-16,0 0-5 15,0 0-10-15,0 0 0 16,0 0 0-16,0 0 0 16,0 0 0-16,0 8 12 15,0 14-2-15,0 5 7 16,-1 3-2-16,-8 4 3 16,3 1-3-16,-1-3-9 15,0 1 6-15,2-6-6 16,-2-9 2-16,4-1-7 15,0-3 6-15,3-9-7 16,0 3 0-16,0-8 1 16,0 0 7-16,0 0 4 0,0 0-2 15,0 0 4 1,0 0 10-16,0 0-3 0,0-8-14 16,0-7-7-16,0-9 0 15,0-1 5-15,0-5-5 16,3-3-1-16,4-6 1 15,-4 3-1-15,6 0 0 16,-6 6 0-16,0 4-1 16,-3 3 0-16,0 6-17 15,0 4-4-15,0 4-10 16,0-1-6-16,0 3-13 16,0 5-7-16,0 2-39 15,0 0-280-15,0 0-580 0</inkml:trace>
          <inkml:trace contextRef="#ctx0" brushRef="#br1" timeOffset="482614.5288">6161 2916 542 0,'0'0'137'16,"0"0"27"-16,0 0 8 15,0 0-24-15,0 0-38 16,0 0-38-16,-115 182-12 15,93-147-11-15,-3-3-7 16,6 2-11-16,-2-6-5 16,2-3-14-16,6 1-4 0,-2-3 0 15,1-3-7 1,-1-5-1-16,4 0-8 0,1-2-51 16,3-4-30-16,4-1-225 15,3-6-276-15</inkml:trace>
          <inkml:trace contextRef="#ctx0" brushRef="#br1" timeOffset="482302.0861">5858 2920 489 0,'0'0'193'15,"0"0"-66"-15,0 0 10 16,0 0 8-16,0 0-28 16,0 0-37-16,0 0-31 15,19-13-17-15,-19 13-15 16,0 0-9-16,0 3 12 16,-9 12 21-16,-7 4-15 15,-3 0-6-15,4 2-5 16,0-6 2-16,5 5-4 15,0-5-6-15,2 2 2 0,4-2 1 16,4 1-4-16,0-4-4 16,0 1 8-16,0 0-4 15,0-4 2-15,17 3 8 16,3-3-5-16,12-3 7 16,0 1-10-16,8-5-1 15,0 2-1-15,2-4-6 16,-9 0-30-16,-4 0-30 15,4 0-30-15,-8 0-123 16,-12 0-367-16</inkml:trace>
          <inkml:trace contextRef="#ctx0" brushRef="#br1" timeOffset="500001.022">5507 2121 264 0,'0'0'140'15,"0"0"-30"-15,0 0-6 16,0 0-19-16,0 0-32 16,0 0-1-16,0 0 16 0,0-24 16 15,0 22-16-15,0-2-19 16,0 4 7-16,0-4 2 15,-2 4-13-15,2-2-4 16,0 2-4-16,-5-3-6 16,5 1-2-16,0-2-7 15,-3 0-11-15,3-1-1 16,0 1-1-16,-2 0 0 16,2 2-8-16,0 2 8 15,0 0-8-15,0 0 11 16,0 0-5-16,0 0-1 15,0 0 1-15,0 0-1 16,0 0-5-16,0 0-1 16,0 0-1-16,0 2 1 15,0 15 9-15,0 2-2 16,2 3 3-16,8 5-4 16,5-3 7-16,-3-1-1 15,1 3-2-15,-1-4-4 16,-2-3-5-16,2-3 5 15,-6-1-5-15,1-1 1 16,-2-5-1-16,-2 0 0 0,1 3 1 16,-4-7-1-16,0 5 7 15,0-3-8-15,0-5 0 16,0 4 1-16,0-2 5 16,0 3-6-16,0-1 1 15,-15-1 0-15,-2 7 15 16,-3-3-7-16,0 1 1 15,1-5-9-15,4 6 1 16,2-5-1-16,6 0 0 16,-4 1 0-16,1-1 0 15,-1 1 1-15,3-3 4 16,0 2-6-16,1 0-5 16,0 1-22-16,1 2-29 0,1 0-25 15,1 0-123-15,4-3-123 16,0-2-203-16</inkml:trace>
          <inkml:trace contextRef="#ctx0" brushRef="#br1" timeOffset="502016.253">5154 2329 345 0,'0'0'115'15,"0"0"-37"-15,0 0-24 16,0 0-1-16,0 0-1 16,0 0 12-16,0 0 6 15,0-4 0-15,0 0 9 16,0 4 2-16,0 0-22 0,0 0-4 16,0 0-10-16,0 0-3 15,0 0-3-15,0 0-5 16,0 0-7-16,0 0-2 15,0 0-8-15,0 0-1 16,0 0 5-16,0-1-10 16,0 1-1-16,15 0-8 15,7 0-1-15,6 0 14 16,6 0-8-16,3 0 2 16,-2 0-3-16,0 0 1 15,5 0-6-15,0 0 6 16,-5 0-6-16,-3 0 6 15,0 0-6-15,-9 0 5 16,-8 0-5-16,-8 0-1 16,-4 0 0-16,-3 0 1 0,4 0-2 15,-4 0 1-15,3 0-9 16,2 0 1-16,2 5-5 16,-1 3-15-16,6-3-24 15,-2-1-34-15,12 2-59 16,0-6-75-16,-4 0-128 0</inkml:trace>
          <inkml:trace contextRef="#ctx0" brushRef="#br1" timeOffset="483364.3139">6482 2888 522 0,'0'0'156'0,"0"0"-83"16,0 0 43-16,0 0 23 0,0 0-48 15,0 0-39-15,0 0-22 16,-95 86-7-16,95-74-2 16,0-1 21-16,0 2-3 15,23-7-9-15,9-1-12 16,0-1-1-16,4-4-5 16,-4 0-5-16,-7 0-6 15,2 0-1-15,-10-6 2 16,-7-7 6-16,1-4-6 15,-7 2-1-15,-4-2 0 16,0 0 1-16,0 2-2 16,-7 2 0-16,-13 0-6 0,-12 7-2 15,-3 1-26-15,-3-3-16 16,-2 8-46-16,-4 0-62 16,11 0-24-16,13 0-124 0</inkml:trace>
        </inkml:traceGroup>
      </inkml:traceGroup>
    </inkml:traceGroup>
  </inkml:traceGroup>
</inkml:ink>
</file>

<file path=ppt/ink/ink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20:01:55.665"/>
    </inkml:context>
    <inkml:brush xml:id="br0">
      <inkml:brushProperty name="width" value="0.08167" units="cm"/>
      <inkml:brushProperty name="height" value="0.08167" units="cm"/>
      <inkml:brushProperty name="fitToCurve" value="1"/>
    </inkml:brush>
  </inkml:definitions>
  <inkml:trace contextRef="#ctx0" brushRef="#br0">0 0 182 0,'0'0'180'16,"0"0"-103"-16,0 0-51 16,3 0-12-16,-3 0-1 15,4 0-4-15,-4 0-8 16,1 0 8-16,4 0 4 16,2 0-13-16,-4 0-3 15,2 0-147-15</inkml:trace>
</inkml:ink>
</file>

<file path=ppt/ink/ink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19:57:34.465"/>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E1977A32-C802-40C9-8E5C-9C44C52F1512}" emma:medium="tactile" emma:mode="ink">
          <msink:context xmlns:msink="http://schemas.microsoft.com/ink/2010/main" type="writingRegion" rotatedBoundingBox="11972,14347 12390,16800 11256,16993 10839,14540"/>
        </emma:interpretation>
      </emma:emma>
    </inkml:annotationXML>
    <inkml:traceGroup>
      <inkml:annotationXML>
        <emma:emma xmlns:emma="http://www.w3.org/2003/04/emma" version="1.0">
          <emma:interpretation id="{6582DAA3-6ACE-4EF0-92BD-CBC763E85E5B}" emma:medium="tactile" emma:mode="ink">
            <msink:context xmlns:msink="http://schemas.microsoft.com/ink/2010/main" type="paragraph" rotatedBoundingBox="11972,14347 12390,16800 11256,16993 10839,14540" alignmentLevel="1"/>
          </emma:interpretation>
        </emma:emma>
      </inkml:annotationXML>
      <inkml:traceGroup>
        <inkml:annotationXML>
          <emma:emma xmlns:emma="http://www.w3.org/2003/04/emma" version="1.0">
            <emma:interpretation id="{1871618A-A584-46CF-BC41-3F9EDD1259DD}" emma:medium="tactile" emma:mode="ink">
              <msink:context xmlns:msink="http://schemas.microsoft.com/ink/2010/main" type="line" rotatedBoundingBox="11972,14347 12390,16800 11256,16993 10839,14540"/>
            </emma:interpretation>
          </emma:emma>
        </inkml:annotationXML>
        <inkml:traceGroup>
          <inkml:annotationXML>
            <emma:emma xmlns:emma="http://www.w3.org/2003/04/emma" version="1.0">
              <emma:interpretation id="{02AD645A-7D05-409A-995B-F570BAF7E116}" emma:medium="tactile" emma:mode="ink">
                <msink:context xmlns:msink="http://schemas.microsoft.com/ink/2010/main" type="inkWord" rotatedBoundingBox="11568,14416 11631,14789 11249,14854 11185,14481"/>
              </emma:interpretation>
              <emma:one-of disjunction-type="recognition" id="oneOf0">
                <emma:interpretation id="interp0" emma:lang="" emma:confidence="1">
                  <emma:literal/>
                </emma:interpretation>
              </emma:one-of>
            </emma:emma>
          </inkml:annotationXML>
          <inkml:trace contextRef="#ctx0" brushRef="#br0">-2520 353 225 0,'0'0'142'0,"0"0"-79"15,0 0-15-15,0 0 14 16,0 0 8-16,0 0-2 15,0 0-1-15,0 0 2 16,0 0-1-16,0 0-10 16,0 0-1-16,0 0-10 15,0 0-8-15,0 0-9 16,7-4-5-16,13-2-9 16,-3 1-6-16,8-3 4 0,3 2-12 15,6-1-1-15,-3 3 8 16,1 2-3-16,-2 2-5 15,-1 0 8-15,-6 0-8 16,-11 0 10-16,-1 0-9 16,-4 0-2-16,-4 13 0 15,-3 3 0-15,0 4 7 16,0-1 0-16,-13 4 11 16,-7-5-1-16,-3 5-5 15,-2-4 9-15,-6-2 0 16,5 2-1-16,2-6-1 15,-1 0-8-15,3 1-2 16,4-5 6-16,1-1-8 16,-1 1-1-16,0-7 1 15,1 6-6-15,0-3 14 0,2-1-5 16,10 0-4-16,-2 0-6 16,7-4 1-16,0 2 5 15,0-2-4-15,0 0 0 16,0 0-1-16,0 0 5 15,0 0-5-15,12 3 7 16,23-3 5-16,0 4-2 16,9-2-4-16,-1 2-6 15,-3-4 0-15,2 3 5 16,-5 1-5-16,-5-4 0 0,-2 2 0 16,-13 2-1-1,-6 0-13-15,-1-4-11 16,-6 2-23-16,1 5-15 0,-2 2-63 15,0 1-102-15,-3-1-81 0</inkml:trace>
        </inkml:traceGroup>
        <inkml:traceGroup>
          <inkml:annotationXML>
            <emma:emma xmlns:emma="http://www.w3.org/2003/04/emma" version="1.0">
              <emma:interpretation id="{8C1BB4F8-5CBB-4976-A1C5-037A9BDD9B27}" emma:medium="tactile" emma:mode="ink">
                <msink:context xmlns:msink="http://schemas.microsoft.com/ink/2010/main" type="inkWord" rotatedBoundingBox="12124,15236 12390,16800 11256,16993 10990,15428">
                  <msink:destinationLink direction="with" ref="{E452E530-D362-4D59-AE39-A9B20E6EF005}"/>
                </msink:context>
              </emma:interpretation>
            </emma:emma>
          </inkml:annotationXML>
          <inkml:trace contextRef="#ctx0" brushRef="#br0" timeOffset="7930.3412">-1655 1134 443 0,'0'0'164'0,"0"0"-30"16,0 0 51-16,0 0-4 0,0 0-57 15,0 0-40-15,0 0-13 16,0-28-21-16,0 28-14 15,0 0-10-15,0 0-11 16,0 0-15-16,0 0 0 16,0 6 0-16,0 20 10 15,-5 6 8-15,0 4 5 16,1 0-3-16,1-1 1 16,3-6 4-16,0-7-8 15,0-5 2-15,0-4-7 16,0-7-5-16,0 1-6 0,0-7 6 15,0 2 3-15,0-2-8 16,0 0-2-16,0 0-2 16,0 0-44-16,0 0-33 15,-8 4-20-15,4 1-105 16,-2-5-191-16</inkml:trace>
          <inkml:trace contextRef="#ctx0" brushRef="#br0" timeOffset="7289.8725">-1911 1377 77 0,'0'0'161'0,"0"0"-41"16,0 0-41-16,0 0 41 15,0 0-6-15,0 0-27 16,0 0 2-16,33-26 22 15,-33 26-4-15,0 0-23 0,0 0-14 16,0 0-15 0,0-2-10-16,0 2-13 0,0-4-22 15,-5 4 10-15,-8 0-13 16,-6 0 5-16,-2 0-6 16,-4 0 5-16,0 0-2 15,3 4 3-15,3 1-5 16,1 5-6-16,10-3 12 15,-7 4-12-15,6-6 0 16,6 3 0-16,-2-2 0 16,5-6 1-16,0 3 4 15,0 1-5-15,0-2 6 16,0 6-6-16,8 1 11 16,7 0-11-16,5 4 11 15,-1 1-11-15,3-1 14 0,-7 0-14 16,0 0 1-16,-2 0 4 15,-1-1-5-15,-6 1 0 16,1 0 0-16,-4 2 0 16,2 6 1-16,-5-2 4 15,4-1-4-15,-4 3 9 16,0-1-5-16,0-1-4 16,0-6 5-16,0-2 0 15,0-5-6-15,0-3 6 16,0-1-6-16,-4-2 5 15,-7 4-6-15,-3-4 0 16,-1 0 0-16,4 0-10 16,1 0-28-16,6 0-21 0,4-4-55 15,0-7-292 1,14-10-468-16</inkml:trace>
          <inkml:trace contextRef="#ctx0" brushRef="#br0" timeOffset="12656.0402">-2192 2215 327 0,'0'0'165'0,"0"0"-56"0,0 0-18 16,0 0-11-16,0 0-11 16,0 0-7-16,0 0 2 15,0-17 8-15,0 13-20 16,15-1-1-16,2 1-8 15,-1 0-14-15,8 4-4 16,-4 0-4-16,3 0 2 16,1 0-2-16,-8 0-8 15,3 4-2-15,-2 5-2 0,-6 1-6 16,-1 1 3-16,-6 0-6 16,-4-2 1-16,0-3 0 15,0 5 1-15,0-2 5 16,-17 1-6-16,-8-1 11 15,-9 4-2-15,1 0 5 16,6 1-4-16,-5 1 1 16,12-4-5-16,4 0 3 15,4-5-9-15,2 1 1 16,5-1 6-16,1-2-7 16,4-4 0-16,0 0 9 15,0 0-4-15,0 0-5 16,0 0 11-16,0 4-3 0,4-4 7 15,14 1-2-15,7 7-2 16,0-2-12-16,5 1 1 16,-1-1 7-16,-1 1-7 15,1 3 0-15,-4-7 0 16,-3 3 5-16,-7-2-5 16,-4-4 0-16,-4 2 0 15,0-2-1-15,-1 0 0 16,3 0-9-16,-3 0-15 15,-1 0-24-15,6 0-19 16,-6 0-93-16,0 0-220 16,-2-6-397-16</inkml:trace>
          <inkml:trace contextRef="#ctx0" brushRef="#br0" timeOffset="13265.2597">-1637 2027 340 0,'0'0'139'16,"0"0"-20"-16,0 0 1 15,0 0 23-15,0 0-7 16,0 0-28-16,0 0-22 0,0-23-25 16,0 23-6-16,0 0-21 15,0 0-3-15,0 0-21 16,0 0-8-16,0 0-2 15,-3 10 11-15,-4 9 12 16,-1 5-1-16,1-1-8 16,4-6 8-16,-1 3-12 15,1-6 2-15,-2-1-2 16,5-2 0-16,0 0-7 16,-3-5 4-16,3 1-6 15,-4-5 0-15,4 2 6 16,-3 0-6-16,3-2-1 15,-3-2-17-15,-6 3-39 0,-4 5-37 16,1-2-135 0,2-6-117-16</inkml:trace>
          <inkml:trace contextRef="#ctx0" brushRef="#br0" timeOffset="11609.3946">-2573 2565 113 0,'0'0'161'0,"0"0"-80"16,0 0-28-16,0 0-1 16,0 0-3-16,0 0-1 15,0 0 3-15,0-2-15 16,0 2-5-16,0 0 1 15,0 0-6-15,0 0 4 16,0 0-2-16,0 0-5 16,0 0 3-16,0 0 4 15,0 0 1-15,3 0-8 16,4 0 14-16,-1 0 15 16,3 0-8-16,-1 0-17 0,12 6 6 15,2 0 5-15,3 1-10 16,7-1 5-16,8 1-7 15,7-1-7-15,-1-2-2 16,5 1-5-16,-1-1 4 16,2 0-3-16,-2-4-3 15,2 0-3-15,-7 0 9 16,-2 0-6-16,1 0 3 16,-1 0-11-16,-4 0-1 15,1 0 1-15,-2 0-1 16,-4 4 8-16,-6 1-8 15,2 3-1-15,-1-3 0 16,-3 5 1-16,-5-5 6 16,2 3-7-16,-6-2 2 15,-1-1-1-15,-1-1 1 0,-3 0 9 16,-2-4-10-16,-3 4 5 16,1-4-5-16,-4 0 0 15,-4 0-1-15,3 0-22 16,-3 0-48-16,0 0-198 15,0-12-74-15</inkml:trace>
        </inkml:traceGroup>
      </inkml:traceGroup>
    </inkml:traceGroup>
  </inkml:traceGroup>
</inkml:ink>
</file>

<file path=ppt/ink/ink7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20:02:09.251"/>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65B2AD48-7EBE-40C3-A9F3-E4B1FA59FC5E}" emma:medium="tactile" emma:mode="ink">
          <msink:context xmlns:msink="http://schemas.microsoft.com/ink/2010/main" type="inkDrawing" rotatedBoundingBox="23142,17470 23589,15138 24720,15355 24273,17687" hotPoints="24514,15358 24359,17566 23437,17502 23592,15293" semanticType="enclosure" shapeName="Rectangle">
            <msink:sourceLink direction="with" ref="{9507DC03-2852-4ADF-A9A3-48718274FB00}"/>
          </msink:context>
        </emma:interpretation>
      </emma:emma>
    </inkml:annotationXML>
    <inkml:trace contextRef="#ctx0" brushRef="#br0">401 134 126 0,'0'0'161'15,"0"0"-45"-15,0 0-25 16,0 0 1-16,0 0-14 16,0 0-12-16,0 0 11 15,0-8-22-15,0 6 7 0,0 2 13 16,0 0-16-16,0 0-13 15,0 0-9-15,0 0 5 0,0 0-5 16,0 0-12-16,0 0-11 0,0 0 1 16,0 0 2-16,0 0 32 15,13 0-25-15,17 0-8 16,-1 0-9 0,6 0-6-1,5 0 5-15,-2 0-4 16,6 0 5-16,4 0-6 15,-1 0 4-15,0 0-4 16,-4 0-1-16,-1 0 7 0,-5 0-6 16,-5 0-1-16,-2 0 8 15,-8 0-8-15,-1 0 2 16,-4 0-2-16,-2 0 1 16,0 0 0-16,-2 0 0 15,-2 0 0-15,4 0-1 16,1 0 0-16,-1 0 1 15,-6 0 0-15,-3 0 0 16,6 0 0-16,-2 0-1 0,2 0 1 16,-2 0 0-16,5 0 0 15,-5 0 0-15,-2 0-1 16,-1 0 1-16,-4 0-1 16,4 0 2-16,1 0-1 15,-1 0 0-15,-4 0 0 16,2 0-1-16,-3 0 1 15,-2 0-1-15,5 0 0 16,-5 0 1-16,0 0-1 16,0 0 0-16,0 0 0 15,0 0 0-15,0 0-1 16,0 0-8-16,0 0 3 16,0 0-2-16,0 2 0 15,0 6 8-15,0 5 0 16,0 2 1-16,0 2 0 0,0 2 5 15,-5-1 4-15,3 5-8 16,-6 0 6-16,1 3-6 16,-1 5 4-16,1-3-5 15,1 2 0-15,2-2 6 16,-4 3-6-16,5-3-1 16,-1 0 1-16,-2 6 0 15,-3-2 0-15,6 8 5 16,-4-2 1-16,1 5-6 15,-6-1 5-15,2 3-5 16,-2-8 8-16,5 3-9 16,-4-3 0-16,4-2 1 15,0 5 6-15,-1-4-7 0,1-3 2 16,4 3-2-16,-5 0 1 16,6 3-1-16,-3 2 0 15,0 0 1-15,-4 1 0 16,3 3 1-16,-3 0-1 15,1 4-1-15,6-3 1 16,-6-1-1-16,3-2 0 16,5-1 0-16,0-5 1 0,0 3-1 15,0-1 0-15,0-2 2 16,0-5-1-16,0 0 0 16,0 0 0-16,-2-6-1 15,2 1 0-15,0-3 0 16,-3-1 2-16,0 3-1 15,-1 0-1-15,-1 5 1 16,5-6-1-16,0 9 0 16,0-6 0-16,0-2 0 15,0 3 0-15,-3-1 0 16,3-2 1-16,-3 0-1 16,-1 1 0-16,1-7 0 15,0-4 0-15,-2-2 1 16,5-9-1-16,-4-1 0 15,4 0 0-15,0-4 0 16,0 2 1-16,0-2 1 16,0 0-1-16,0 0 1 0,0 0 5 15,0 0-6-15,0 0-1 16,0 0 0 0,0 0 1-16,0 0 0 15,0 0 0-15,0 0-1 16,0 0 0-16,0 0 0 15,0 0 0-15,0 0-1 16,-7 0 1-16,-3 3 0 16,-1-3 1-16,-8 4-1 0,8-2 0 15,-6-2 1-15,-1 4-1 16,-1-4 1-16,-3 0-1 16,-3 0 1-16,-3 0-1 15,-4 0 0-15,-1 0 1 16,1 0 0-16,0 0 0 15,-1 0 0-15,-1 0-1 16,2 0 1-16,4 0-1 16,-4 0 0-16,4 0 0 15,-2 0 0-15,-2 0 0 16,4 0 0-16,-6 0 0 16,-1-4 2-16,2 4-2 15,-3 0 1-15,0-2 0 16,4 2 0-16,3-4-1 15,3 1 0-15,9 1 0 0,2-2 0 16,0 4 1-16,5-4 0 16,3 1 0-16,-1 1-1 15,1-2 1-15,2 4 0 16,0-4 1-16,-3 0-1 16,4 2 0-16,1-5 0 15,0 5 0-15,3-5 2 16,-4 3-2-16,4 2 1 15,0-7 4-15,0 4-6 16,0-3 2-16,0 3 5 16,0-5 2-16,0 3 4 15,0-6-3-15,0-1-9 16,0-4 5-16,4-1-4 0,6-2 9 16,-2-3-3-1,2-3-7-15,0 3 1 0,2-6 9 16,-2-2-11-16,-2-1 2 15,2-3-1-15,2 2 6 16,-2-2-6-16,2 6-1 16,-2-5 0-16,1-5 0 15,-1 4 1-15,2-6 1 16,-2 2-1-16,0 1 0 16,5 1 0-16,-5-1-1 15,4 3 1-15,-6 0 1 16,4 0-2-16,1 0 1 0,-1 4-1 15,-2-4 0 1,2 4 1-16,-2 0 1 0,-2 4-1 0,2-6 0 0,-5 6-1 16,5 1 0-16,-7 0 0 31,-3 5 1-31,2-1-1 0,-2 1 0 0,0-1 1 31,0 0 0-31,5-1-1 0,-2 1 1 0,2-3-1 31,-1 0 0-31,-4-1 0 16,3-2 1-16,-3-1 1 0,0 2-2 0,0-6 0 16,0 4 0-16,0-4 0 15,0 2 0-15,0 4 0 16,-3-2 6-16,-1-3-6 0,-1 3-6 16,2-2 6-16,-4-4 1 15,1 4-1-15,-3-4 1 16,3 4 1-16,-1 4-2 15,4-3 1-15,-6 8 4 16,6 1-4-16,0 3 5 16,-4-2-6-16,2 3 0 15,2-1 1-15,-4 0-1 16,3-2 1-16,-4 2-1 16,5 3 1-16,3-3-1 15,-4 2 0-15,4-2 0 16,0 0-1-16,0 1 0 15,0 5-17-15,0 7-12 0,0-1-16 16,0 5-28 0,0 2-84-16,0 9-220 0,0 10 44 15</inkml:trace>
  </inkml:traceGroup>
</inkml:ink>
</file>

<file path=ppt/ink/ink7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2-05-21T20:02:13.422"/>
    </inkml:context>
    <inkml:brush xml:id="br0">
      <inkml:brushProperty name="width" value="0.08167" units="cm"/>
      <inkml:brushProperty name="height" value="0.08167" units="cm"/>
      <inkml:brushProperty name="fitToCurve" value="1"/>
    </inkml:brush>
  </inkml:definitions>
  <inkml:traceGroup>
    <inkml:annotationXML>
      <emma:emma xmlns:emma="http://www.w3.org/2003/04/emma" version="1.0">
        <emma:interpretation id="{F95797A0-293C-4B3A-B024-E5841284B6C9}" emma:medium="tactile" emma:mode="ink">
          <msink:context xmlns:msink="http://schemas.microsoft.com/ink/2010/main" type="writingRegion" rotatedBoundingBox="24719,15455 24083,18068 20430,17180 21065,14567"/>
        </emma:interpretation>
      </emma:emma>
    </inkml:annotationXML>
    <inkml:traceGroup>
      <inkml:annotationXML>
        <emma:emma xmlns:emma="http://www.w3.org/2003/04/emma" version="1.0">
          <emma:interpretation id="{8352FFFA-8A7D-437E-B519-EB00D107782F}" emma:medium="tactile" emma:mode="ink">
            <msink:context xmlns:msink="http://schemas.microsoft.com/ink/2010/main" type="paragraph" rotatedBoundingBox="24719,15455 24159,17756 23340,17556 23900,15256" alignmentLevel="1"/>
          </emma:interpretation>
        </emma:emma>
      </inkml:annotationXML>
      <inkml:traceGroup>
        <inkml:annotationXML>
          <emma:emma xmlns:emma="http://www.w3.org/2003/04/emma" version="1.0">
            <emma:interpretation id="{9507DC03-2852-4ADF-A9A3-48718274FB00}" emma:medium="tactile" emma:mode="ink">
              <msink:context xmlns:msink="http://schemas.microsoft.com/ink/2010/main" type="line" rotatedBoundingBox="24719,15455 24159,17756 23340,17556 23900,15256">
                <msink:destinationLink direction="with" ref="{65B2AD48-7EBE-40C3-A9F3-E4B1FA59FC5E}"/>
              </msink:context>
            </emma:interpretation>
          </emma:emma>
        </inkml:annotationXML>
        <inkml:traceGroup>
          <inkml:annotationXML>
            <emma:emma xmlns:emma="http://www.w3.org/2003/04/emma" version="1.0">
              <emma:interpretation id="{1D3FAD2C-8349-424B-9C3F-354D3E462011}" emma:medium="tactile" emma:mode="ink">
                <msink:context xmlns:msink="http://schemas.microsoft.com/ink/2010/main" type="inkWord" rotatedBoundingBox="24719,15455 24159,17756 23340,17556 23900,15256"/>
              </emma:interpretation>
              <emma:one-of disjunction-type="recognition" id="oneOf0">
                <emma:interpretation id="interp0" emma:lang="" emma:confidence="1">
                  <emma:literal/>
                </emma:interpretation>
              </emma:one-of>
            </emma:emma>
          </inkml:annotationXML>
          <inkml:trace contextRef="#ctx0" brushRef="#br0">-27 897 386 0,'0'0'110'0,"0"0"31"15,0 0-6-15,0 0-24 0,0 0 0 16,0 0-50 0,0 0-2-16,6-27 18 0,13 27-41 15,-3 0-6-15,6 0-12 16,0 0 15-16,-2 0 12 16,-3 14-16-16,-4-1-9 15,-5 6-4-15,-8 3-4 16,0 1-11-16,0-1 6 15,0-3-5-15,-18 2 5 16,-2-6-6-16,0-2 21 16,3 0 2-16,-1-5-6 15,3-3-4-15,5 4-8 0,0-7 4 16,8 2-9-16,2-4 0 16,0 3 0-1,0-1 0-15,0-2 1 0,0 4-1 16,0 3 1-16,0-5 6 15,0 6-2-15,12-6 1 16,1 5 2-16,6-3-9 16,2-2 0-16,1 2-3 15,0-1-20-15,4-3-27 16,8 0-115-16,-7 0-129 16,-2 0-73-16</inkml:trace>
          <inkml:trace contextRef="#ctx0" brushRef="#br0" timeOffset="-701.9806">-360 1344 479 0,'0'0'118'0,"0"0"-16"15,0 0-18-15,0 0 19 16,0 0-9-16,0 0-5 16,0 0-8-16,0-19-14 15,0 19-8-15,0-4-23 16,0 0-8-16,0 4 2 15,0-3-9-15,0 1-4 16,0-2 6-16,0 0-4 16,8 2-13-16,2-2 4 15,5 4-1-15,2-3 1 0,13 3-8 16,5 0 9-16,7 0-9 16,2 0 5-16,2 0-7 15,0 0 1-15,-3 9 5 16,0 1 3-16,-4 1-9 15,4-2 1-15,-2 1 0 16,-1-1 0-16,-2-1 5 16,-4-2-5-16,-3-2 11 15,-4 0-11-15,-7-2 14 16,-5-2-7-16,-5 3-7 16,-1-3 1-16,-9 0 6 15,0 0-8-15,0 0-2 0,0 0-31 16,-9 0-92-16,-34 0-87 15,4-5-68-15,1-9-540 16</inkml:trace>
          <inkml:trace contextRef="#ctx0" brushRef="#br0" timeOffset="-2015.1498">366-153 59 0,'0'0'521'0,"0"0"-407"16,0 0 20-16,0 0-10 0,0 0 8 15,0 0-63-15,0 0 24 16,53-39-19-16,-50 35-22 15,-3 4-9-15,4 0-18 16,-4 0-10-16,0 0-4 16,0 0-11-16,0 0 0 15,0 0-5-15,0 4 5 16,0 12 6-16,0 5-5 16,0 2 0-16,0 3 14 15,0-3-7-15,0 1 3 0,0 2-3 16,-4-4-8-1,1-7 1-15,0-2 7 0,3-3-7 16,-4-1 1-16,4-1-1 16,-5 1 1-16,2-1-2 15,0-3-14-15,-7 12-64 16,-2-2-138 0,5-2-138-16</inkml:trace>
          <inkml:trace contextRef="#ctx0" brushRef="#br0" timeOffset="-2608.7497">31 36 428 0,'0'0'163'16,"0"0"-15"-16,0 0-10 0,0 0 5 15,0 0-45-15,0 0-16 16,0 0-12-16,27-24 5 16,-12 16-31-16,0 6-24 15,2 2 5-15,5 0-6 16,-1 0-2-16,8 0-1 15,-3 0-1-15,0 2-4 16,-10 11-1-16,-1 0-9 16,-6 1 0-16,-8-1-1 15,-1 2 0-15,0-2 1 16,0 2 0-16,0 2-1 16,-16-4 2-16,-6-3-2 15,0-3 1-15,0-1-1 0,4 1 2 16,0-7-1-1,4 2 0-15,3-2 8 0,7 0-9 16,2 4 0-16,2-4 0 16,0 4 0-16,0-2 0 15,0 11-21-15,0 0 8 16,2 8 12-16,13-3 1 16,-1 6 0-16,1-5 0 15,0 1 1-15,-5-4 5 16,1-3 1-16,-7-6-6 15,-4-1-1-15,0-2 0 16,0-1 0-16,0-1 0 16,0 2 0-16,-12 0 0 15,-13-2 1-15,0 1 7 0,-4 1-5 16,3 2-3-16,2-2-24 16,4-1-27-16,4 3-76 15,-3 0-31-15,9 1-71 16,7-1-104-16</inkml:trace>
          <inkml:trace contextRef="#ctx0" brushRef="#br0" timeOffset="-3483.5724">-118 648 221 0,'0'0'189'16,"0"0"-72"-16,0 0 23 15,0 0-28-15,0 0 36 16,0 0-4-16,0 0 17 16,22-57-58-16,-15 51-32 0,-1 3-16 15,10-1-16-15,2 2-5 16,10 2-14-16,16 0-6 15,11 0-2-15,9 0 3 16,7 0-2-16,8 0-7 16,1 6-5-16,-4 1 6 15,-6 3-6-15,-18-5 0 16,-9 5-1-16,-9-7-20 16,-19 5-20-16,-5-6-30 15,-10-2-130-15,-29 0-184 16,-11 0-475-16</inkml:trace>
          <inkml:trace contextRef="#ctx0" brushRef="#br0" timeOffset="5478.068">344 695 436 0,'0'0'121'0,"0"0"29"0,0 0-4 16,0 0-32-16,0 0-7 16,0 0-16-16,0 0-10 15,0-6-4-15,0 6-22 16,0 0-13-16,0 0-11 16,0 0-11-16,0 0-13 15,0 2-7-15,0 20 12 16,-5 9 1-16,-5 0 6 0,-5 2-9 15,-4 1-1-15,3-6-3 16,-3-1-5-16,1 3 2 16,5-6 7-16,-3 3-10 15,1 14-35-15,5-5-131 16,7-5-209-16</inkml:trace>
          <inkml:trace contextRef="#ctx0" brushRef="#br0" timeOffset="4587.6442">127 1580 453 0,'0'0'183'16,"0"0"-34"-16,0 0-18 15,0 0 28-15,0 0-19 16,0 0-34-16,0 0-19 15,50-36-27-15,-50 34-20 16,0 2-5-16,0 0-13 0,0 0-3 16,0 0-9-16,0 0 2 15,0 0-11-15,0 0-1 16,5 15 1-16,-5 6 10 16,0 1-2-16,0 1-8 15,3 1 7-15,-3-6-2 16,0 3-5-16,0-6 1 15,0-2-1-15,0 4-1 16,0-2-10-16,0 2-57 16,-15 0-93-16,-3-6-215 15,3-1-633-15</inkml:trace>
          <inkml:trace contextRef="#ctx0" brushRef="#br0" timeOffset="4025.2796">-64 1773 266 0,'0'0'190'0,"0"0"-62"0,0 0-44 15,0 0 0-15,0 0 23 16,0 0-41-16,0 0 11 16,43-15 31-16,-43 15-18 15,0-4-44-15,0 4-11 16,0-4-22-16,-21 0 2 16,-6 4-13-16,-12 0 7 15,3 0 1-15,0 0 7 16,5 0 1-16,-3 0-11 0,9 0 3 15,3 0-1-15,11 0-8 16,-3 0 7-16,13 0-8 16,-4 0 0-16,5 4-1 15,0 5 1-15,0 1 2 16,0 7-1-16,10-2 5 0,11 5-5 16,5-1-1-16,-1 0 7 15,-2 4-6-15,0-6-1 16,-4 1 1-16,-7 0 0 15,-7-3-1-15,0 2 0 16,-5 0-16-16,0-4 16 16,0 1 2-16,-10-3 18 15,-9 0 3-15,-1-1-7 16,3-5-1-16,-4-1-4 16,-1-4 1-16,-3 0-12 15,3 0-13-15,0 0-112 16,9 0-159-16,8 0-479 0</inkml:trace>
        </inkml:traceGroup>
      </inkml:traceGroup>
    </inkml:traceGroup>
    <inkml:traceGroup>
      <inkml:annotationXML>
        <emma:emma xmlns:emma="http://www.w3.org/2003/04/emma" version="1.0">
          <emma:interpretation id="{D8A49FE6-E749-450F-9D7B-8D5CBF088D08}" emma:medium="tactile" emma:mode="ink">
            <msink:context xmlns:msink="http://schemas.microsoft.com/ink/2010/main" type="paragraph" rotatedBoundingBox="23049,15523 22287,17706 20328,17022 21090,14839" alignmentLevel="1"/>
          </emma:interpretation>
        </emma:emma>
      </inkml:annotationXML>
      <inkml:traceGroup>
        <inkml:annotationXML>
          <emma:emma xmlns:emma="http://www.w3.org/2003/04/emma" version="1.0">
            <emma:interpretation id="{5E8B3380-0A6A-41A6-91B7-1BBCE609704C}" emma:medium="tactile" emma:mode="ink">
              <msink:context xmlns:msink="http://schemas.microsoft.com/ink/2010/main" type="line" rotatedBoundingBox="23049,15523 22287,17706 21218,17333 21980,15150">
                <msink:destinationLink direction="with" ref="{C13BA718-A5FE-425C-9779-4078DD6871B4}"/>
              </msink:context>
            </emma:interpretation>
          </emma:emma>
        </inkml:annotationXML>
        <inkml:traceGroup>
          <inkml:annotationXML>
            <emma:emma xmlns:emma="http://www.w3.org/2003/04/emma" version="1.0">
              <emma:interpretation id="{8158DD88-7627-4D4B-BD82-48F90160590B}" emma:medium="tactile" emma:mode="ink">
                <msink:context xmlns:msink="http://schemas.microsoft.com/ink/2010/main" type="inkWord" rotatedBoundingBox="22983,15500 22560,16713 21556,16363 21980,15150"/>
              </emma:interpretation>
              <emma:one-of disjunction-type="recognition" id="oneOf1">
                <emma:interpretation id="interp1" emma:lang="" emma:confidence="1">
                  <emma:literal/>
                </emma:interpretation>
              </emma:one-of>
            </emma:emma>
          </inkml:annotationXML>
          <inkml:trace contextRef="#ctx0" brushRef="#br0" timeOffset="-78898.6434">-1300-192 428 0,'0'0'261'0,"0"0"-151"15,0 0-41-15,0 0-8 16,0 0 25-16,0 0 13 16,0 0 2-16,0 15-16 15,7 0-9-15,-4 11-17 16,4 4-17-16,1 2-4 0,-6 5-10 15,6-5-2-15,-4 0-9 16,1-2-11-16,-5-4 3 16,0-5-8-16,0 0-1 15,0 1-17-15,-9-3-59 16,-14 0-186-16,6-9-379 0</inkml:trace>
          <inkml:trace contextRef="#ctx0" brushRef="#br0" timeOffset="-79382.9274">-1827 83 401 0,'0'0'124'0,"0"0"-30"15,0 0-26-15,0 0 10 16,0 0 19-16,0 0 11 16,0 0 12-16,-3-20-29 15,3 20-17-15,0 0-26 0,3 0-21 16,11 0-5-16,12 0-5 16,0 0 2-16,2 13 6 15,0 8-8-15,-3-1-6 16,-6 3-1-16,-4 0 1 0,-8-1-10 15,-4-1 1-15,-3-2-1 16,0-1 0-16,0-5 6 16,-10-2-7-16,-15 2 1 15,-5-1 0-15,1-3 0 16,1-3 8-16,3-3-8 16,6 1 8-16,4-4-8 15,9 2 4-15,6-2-5 16,0 4 1-16,0 0 1 15,0 1-2-15,10 5 0 16,11 3 1-16,4 0-1 16,2 0 1-16,-2-2 0 0,-3 6 0 15,-9-7-1-15,1 3 1 16,-6-4-1-16,-4 3 0 16,-4-3 1-16,0-3-1 15,0 3 0-15,0 1 0 16,0 1 0-16,-12 2 2 15,-8-4-2-15,-2 2 1 16,5-6 1-16,-6 3 6 16,4-2-8-16,3 1 0 15,1-5-9-15,5-2-11 16,1 4-34-16,6-4-66 16,3 0-61-16,0 0-9 15,0 0-117-15</inkml:trace>
          <inkml:trace contextRef="#ctx0" brushRef="#br0" timeOffset="-80251.8888">-2241 613 403 0,'0'0'169'0,"0"0"-46"15,0 0-8-15,0 0-15 16,0 0 15-16,0 0 8 16,0 0-27-16,-4 0-37 15,4 0-9-15,0 0-10 16,0 0-9-16,0 0-4 15,0 0-8-15,0 0-6 16,0 1-4-16,14 7 5 0,16 5 7 16,17 0 3-16,6 2 1 15,16 0-10-15,6 2-1 16,10 0 1-16,0-2-5 16,1-1 2-16,1-1-1 15,-4 0 0-15,-7-4-9 16,-8-1 5-16,-13-2-1 15,-6-6-5-15,-7 0 0 16,-19 0 6-16,-1 0-7 16,-9 0 0-16,-11 0-13 15,-2 0-23-15,0 0-30 16,-19 0-60-16,-12-14-386 16,-3-1-291-16</inkml:trace>
          <inkml:trace contextRef="#ctx0" brushRef="#br0" timeOffset="-76377.0737">-1531 823 614 0,'0'0'247'0,"0"0"-58"16,0 0-63-16,0 0-46 15,0 0-32-15,0 0-11 16,0 0 21-16,0 35-2 15,0-12-10-15,0 3-14 16,-6 1-3-16,4-9-10 16,-1 1-7-16,3-2-2 15,-4-4-9-15,1 1 6 0,0-3-7 16,-6 0-16-16,-1 2-49 16,3-1-78-16,-1-5-265 0</inkml:trace>
        </inkml:traceGroup>
        <inkml:traceGroup>
          <inkml:annotationXML>
            <emma:emma xmlns:emma="http://www.w3.org/2003/04/emma" version="1.0">
              <emma:interpretation id="{C4F837E4-274A-44E0-A565-61320D1D7CBA}" emma:medium="tactile" emma:mode="ink">
                <msink:context xmlns:msink="http://schemas.microsoft.com/ink/2010/main" type="inkWord" rotatedBoundingBox="22554,16427 22459,16700 22262,16631 22357,16358"/>
              </emma:interpretation>
              <emma:one-of disjunction-type="recognition" id="oneOf2">
                <emma:interpretation id="interp2" emma:lang="" emma:confidence="0.5">
                  <emma:literal>o</emma:literal>
                </emma:interpretation>
                <emma:interpretation id="interp3" emma:lang="" emma:confidence="0">
                  <emma:literal>°</emma:literal>
                </emma:interpretation>
                <emma:interpretation id="interp4" emma:lang="" emma:confidence="0">
                  <emma:literal>.</emma:literal>
                </emma:interpretation>
                <emma:interpretation id="interp5" emma:lang="" emma:confidence="0">
                  <emma:literal>0</emma:literal>
                </emma:interpretation>
                <emma:interpretation id="interp6" emma:lang="" emma:confidence="0">
                  <emma:literal>O</emma:literal>
                </emma:interpretation>
              </emma:one-of>
            </emma:emma>
          </inkml:annotationXML>
          <inkml:trace contextRef="#ctx0" brushRef="#br0" timeOffset="106893.3457">-1464 835 140 0,'0'0'157'15,"0"0"-50"-15,0 0-13 16,0 0-19-16,0 0-10 15,0 0-10-15,0 0 4 16,5-6-13-16,-5 6 2 16,0 0 1-16,0 0 6 0,0 0-12 15,0 0 11-15,0 0-24 16,0 0 0-16,0 0-24 16,0 0-6-16,0 0-6 15,0 0-1-15,0 0 7 16,0 0-9-16,-12 10 9 15,-1 6 5-15,-2-1 12 16,-3 6-4-16,4-2-3 16,-1 0 8-16,5-4-17 15,-2 6 8-15,6-6-8 16,2 2 8-16,4-1-3 16,0-4-5-16,0 5 6 15,0-8 1-15,0 4-7 0,0-5 8 16,0 1-2-1,4-2-6-15,6-3 9 0,-2 1 3 16,2-1-12-16,-6 0-1 16,1-1 1-16,8-3 16 15,-3 0-17-15,2 0 16 16,1 0-9-16,2 0-6 16,4 0 8-16,-9 0 0 15,5-3-9-15,-9-5 2 16,6-1 12-16,-5 2-12 15,-1 0 14-15,3-3-5 16,-6 1 4-16,4-4-9 16,-1 0 4-16,-1 3-4 15,2-3 7-15,-3 0-12 0,-4 0 9 16,0 3 3-16,0-3-7 16,0 4 1-16,0-3-1 15,0 3-6-15,0-4 7 16,0 1-6-16,-4 7 8 15,1-5-9-15,-1 7 0 16,-4-3 0-16,1 2-6 16,1 4 5-16,-3-4 1 15,3 4-1-15,-1 0 0 16,-5 0 1-16,6 0-28 16,-9 0-4-16,1 0-34 15,2 8-78-15,7 5-104 16,5-2-71-16</inkml:trace>
        </inkml:traceGroup>
        <inkml:traceGroup>
          <inkml:annotationXML>
            <emma:emma xmlns:emma="http://www.w3.org/2003/04/emma" version="1.0">
              <emma:interpretation id="{50CDA3DB-93DD-4C23-9989-DADD8DE844CB}" emma:medium="tactile" emma:mode="ink">
                <msink:context xmlns:msink="http://schemas.microsoft.com/ink/2010/main" type="inkWord" rotatedBoundingBox="22645,16680 22287,17706 21337,17375 21695,16348"/>
              </emma:interpretation>
              <emma:one-of disjunction-type="recognition" id="oneOf3">
                <emma:interpretation id="interp7" emma:lang="" emma:confidence="1">
                  <emma:literal/>
                </emma:interpretation>
              </emma:one-of>
            </emma:emma>
          </inkml:annotationXML>
          <inkml:trace contextRef="#ctx0" brushRef="#br0" timeOffset="-76814.4613">-2057 888 371 0,'0'0'176'0,"0"0"-23"16,0 0-20-16,0 0-13 16,0 0 13-16,0 0-10 15,0 0-40-15,0-9-38 16,18 9-21-16,4 0 4 15,-1 0-8-15,4 0 3 16,-3 0-4-16,-2 9-4 16,-1 10-7-16,-4 4 1 15,-9-1-8-15,-2 1 0 16,-4 0 1-16,0-5 5 0,0 3-7 16,-7-6 8-1,-8-2-7-15,2-3 6 0,3-3-6 16,-7 0 8-16,7 1-8 15,0-7 7-15,-2 7-8 16,2-4 2-16,3 1 6 16,2 1-7-16,2 2 0 15,3-3-1-15,0 3 1 16,0-3 0-16,0 3 0 16,0-2 8-16,8 3-9 15,14-5 9-15,-2 3-8 16,4-5 6-16,-1-2-7 15,4 0-11-15,1 0-31 16,7 0-96-16,-1 0-247 16,-9-9-609-16</inkml:trace>
          <inkml:trace contextRef="#ctx0" brushRef="#br0" timeOffset="-77642.405">-2350 1298 489 0,'0'0'148'15,"0"0"-42"-15,0 0 8 16,0 0 6-16,0 0 11 15,0 0-21-15,0 0-30 0,7-10-21 16,-7 10-14 0,0-3-10-16,0 3-7 0,5 0-6 15,-5 0-8-15,0 0-2 16,3 0 2-16,4 0-2 16,9 0-5-16,4 0-6 15,5 0 0-15,16 0 8 16,0 3-9-16,15 11 6 15,4-3-4-15,5 6 0 16,-3 0-1-16,3-1 0 16,-8 1 0-16,2 0 0 15,-11-2 0-15,0 2 1 0,-4-4 5 16,-9 2-6 0,-1-4 6-16,-6 1-6 0,-3-1 0 15,0-2 1-15,-6-3 6 16,-1 0-6-16,-1-3 4 15,-2-3-5-15,-4 4 6 16,-1-4-7-16,0 0 1 16,-1 0-1-16,-6 0-17 15,-3 0-47-15,0-7-94 16,0-5-396-16</inkml:trace>
          <inkml:trace contextRef="#ctx0" brushRef="#br0" timeOffset="-73470.6929">-1651 1385 163 0,'0'0'504'0,"0"0"-336"16,0 0 40-16,0 0-22 15,0 0-67-15,0 0-51 16,0 0-5-16,12-38-8 16,-12 38-11-16,0 0-14 15,0 0-8-15,0 0-12 16,0 0-10-16,0 9 0 16,0 20 6-16,-4 7 4 15,-14 4 1-15,3-4 3 16,5-4-3-16,-2-4 5 0,5-6-10 15,-1-1 1-15,6-6-1 16,2-4-5-16,0-5 1 16,0-2-1-16,0-2 6 15,0-2-7-15,0 0 12 16,0 0-3-16,0 0-2 16,0 0 3-16,0 0 5 15,0 0-3-15,0-15-6 16,0-8-5-16,0-7-1 15,2-6 0-15,13-1 2 16,2-5-1-16,-2 3-1 16,-3-1-3-16,-1 7-4 15,-4 7 7-15,0 7-1 0,-1 6-1 16,-6 7-18-16,0 2-12 16,0 4-14-16,0 0-26 15,0 0-55-15,0 10-211 16,0 7-16-16</inkml:trace>
          <inkml:trace contextRef="#ctx0" brushRef="#br0" timeOffset="-74262.6506">-1939 1587 126 0,'0'0'154'0,"0"0"-50"16,0 0-28-16,0 0-1 15,0 0-10-15,0 0-1 16,0 0-9-16,9 0-13 16,-9 0 1-16,0 0-11 15,0 0-6-15,0 0 8 16,0 0 7-16,0 0-24 16,-9-4 5-16,-9 0 7 15,-7 3-8-15,-4 1 8 16,-4 0 2-16,1 0 15 0,4 0-8 15,-1 0 2-15,4 0-5 16,-2 0 4-16,11 0-4 16,4 0-12-16,5 0-6 15,1 0-7-15,6 0-4 16,0 5 3-16,0 3-8 16,0-3 16-16,0 5 5 15,0-1-6-15,0 4-6 16,3 1 6-16,14 0 2 15,1-1-4-15,7 4-2 16,-3-2-1-16,-2-2-10 16,0 4 0-16,-5-4 1 15,-2 2 5-15,-1 2-6 0,-5-2 6 16,0 2-6 0,1-4 9-16,-8-1-1 0,0 1 0 15,0-4-8-15,0 3 9 16,0-3-3-16,0-3 6 15,0 3-7-15,-8-1-4 16,-6-5 9-16,-1 3-5 16,-7-2-5-16,-1-4 6 15,-9 0-7-15,0 0 0 16,-3 0-42-16,-1 0-20 16,4 0-97-16,10-10-208 15,12-1-610-15</inkml:trace>
        </inkml:traceGroup>
      </inkml:traceGroup>
      <inkml:traceGroup>
        <inkml:annotationXML>
          <emma:emma xmlns:emma="http://www.w3.org/2003/04/emma" version="1.0">
            <emma:interpretation id="{324EC659-C6C5-49DE-B831-337075B8EF35}" emma:medium="tactile" emma:mode="ink">
              <msink:context xmlns:msink="http://schemas.microsoft.com/ink/2010/main" type="line" rotatedBoundingBox="20917,15388 21638,15682 21453,16136 20732,15842"/>
            </emma:interpretation>
          </emma:emma>
        </inkml:annotationXML>
        <inkml:traceGroup>
          <inkml:annotationXML>
            <emma:emma xmlns:emma="http://www.w3.org/2003/04/emma" version="1.0">
              <emma:interpretation id="{EBE638F3-3718-45EF-8933-6756C818CED3}" emma:medium="tactile" emma:mode="ink">
                <msink:context xmlns:msink="http://schemas.microsoft.com/ink/2010/main" type="inkWord" rotatedBoundingBox="20917,15388 21638,15682 21453,16136 20732,15842"/>
              </emma:interpretation>
            </emma:emma>
          </inkml:annotationXML>
          <inkml:trace contextRef="#ctx0" brushRef="#br0" timeOffset="-63896.2657">-3081 149 307 0,'0'0'149'16,"0"0"-48"-16,0 0-18 15,0 0-21-15,0 0-5 0,0 0 12 16,0 0-13-16,0 0-5 16,0 0-12-1,0 0 7-15,0 0-5 0,0 0-2 16,0 0 7-16,3 0-4 16,11 0 4-16,8 4-11 15,3 0 0-15,8-1-6 16,-1-1-3-16,8 6-4 15,-3-3-6-15,1 5 1 16,-1-3-7-16,-2 3 0 16,-1-5 0-16,-6 7-4 15,0-11 0-15,-4 7-3 16,-1-6 4-16,1 2 2 16,-13-4-8-16,1 3 5 15,0 2 1-15,-9-5-7 0,2 0 1 16,-3 2-1-16,1-2-3 15,2 4-10-15,0 0-6 16,0 1-7-16,5 3-16 16,2-3-57-16,6 5-25 15,1-3-17-15,6 3 7 16,-3-5-36-16,-6 3-84 0</inkml:trace>
          <inkml:trace contextRef="#ctx0" brushRef="#br0" timeOffset="-63168.0209">-2526 14 439 0,'0'0'140'0,"0"0"-71"16,0 0-22-16,0 0 0 15,0 0 5-15,0 0 2 16,0 0-4-16,0 0-2 15,0 3 10-15,0 7-11 16,0-1-2-16,0 8 3 0,0 0-2 16,4 6-2-1,6 1-7-15,8 2-6 0,0 3-1 16,8 1-2-16,-5-4-6 16,4 1-4-16,-3-4-9 15,-9-4-8-15,3-2 8 16,-10-8-8-16,-2 4 8 15,1-7-8-15,-5 3 0 16,0-1-1-16,0 1 6 16,0 1-5-16,0 1 11 15,-17 2-1-15,-10 0 7 16,2 0 2-16,-8-3-5 16,4 3 2-16,1-6-7 15,6-1 0-15,4 2 2 16,9-6-10-16,-1-2 0 15,5 3 0 1,0-3-1-16,-2 0-1 0,-1 4-14 16,-4-2-31-16,1 9-48 15,-1-5-171-15,4-2-86 0</inkml:trace>
        </inkml:traceGroup>
      </inkml:traceGroup>
    </inkml:traceGroup>
  </inkml:traceGroup>
</inkml:ink>
</file>

<file path=ppt/ink/ink75.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40:32.73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F52298A2-2192-48B7-BC1A-814733B056D8}" emma:medium="tactile" emma:mode="ink">
          <msink:context xmlns:msink="http://schemas.microsoft.com/ink/2010/main" type="inkDrawing" rotatedBoundingBox="8606,12727 9875,12153 10042,12521 8772,13095" semanticType="callout" shapeName="Other"/>
        </emma:interpretation>
      </emma:emma>
    </inkml:annotationXML>
    <inkml:trace contextRef="#ctx0" brushRef="#br0">0 318 0,'0'39'62,"0"0"-30,0 0-17,0 0 1,0 0-1,0 0-15,0 0 16,0 0 0,0 1-1,0-1 1,78-39 187,-39 0-187,39-39-16,0-1 15,0-77-15,-39 117 16,40-78-16,38 78 16,-117-39-16,78 0 15,-39 0-15,39 0 16,-78 0-16,78 0 15,-39 39 1,40-39 47,-40-1 46,0 1-47,0 39-46,39-39 15,-78 0 16,39 39-47</inkml:trace>
  </inkml:traceGroup>
</inkml:ink>
</file>

<file path=ppt/ink/ink76.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42:17.170"/>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7911B1B4-49E2-4101-8944-630A04902001}" emma:medium="tactile" emma:mode="ink">
          <msink:context xmlns:msink="http://schemas.microsoft.com/ink/2010/main" type="writingRegion" rotatedBoundingBox="22602,14324 17357,15808 16542,12928 21787,11444"/>
        </emma:interpretation>
      </emma:emma>
    </inkml:annotationXML>
    <inkml:traceGroup>
      <inkml:annotationXML>
        <emma:emma xmlns:emma="http://www.w3.org/2003/04/emma" version="1.0">
          <emma:interpretation id="{130C3F15-5BF1-4E75-BCE7-E8CF483246B6}" emma:medium="tactile" emma:mode="ink">
            <msink:context xmlns:msink="http://schemas.microsoft.com/ink/2010/main" type="paragraph" rotatedBoundingBox="22613,14526 18924,15363 18660,14199 22349,13363" alignmentLevel="1"/>
          </emma:interpretation>
        </emma:emma>
      </inkml:annotationXML>
      <inkml:traceGroup>
        <inkml:annotationXML>
          <emma:emma xmlns:emma="http://www.w3.org/2003/04/emma" version="1.0">
            <emma:interpretation id="{D29B82C1-F89A-4B46-82F0-CC48D25348B8}" emma:medium="tactile" emma:mode="ink">
              <msink:context xmlns:msink="http://schemas.microsoft.com/ink/2010/main" type="line" rotatedBoundingBox="22613,14526 18924,15363 18660,14199 22349,13363"/>
            </emma:interpretation>
          </emma:emma>
        </inkml:annotationXML>
        <inkml:traceGroup>
          <inkml:annotationXML>
            <emma:emma xmlns:emma="http://www.w3.org/2003/04/emma" version="1.0">
              <emma:interpretation id="{C4C45A6F-E87A-41D0-A6D8-D7A2A890B3A2}" emma:medium="tactile" emma:mode="ink">
                <msink:context xmlns:msink="http://schemas.microsoft.com/ink/2010/main" type="inkWord" rotatedBoundingBox="22548,14239 22001,14363 21850,13698 22397,13574"/>
              </emma:interpretation>
              <emma:one-of disjunction-type="recognition" id="oneOf0">
                <emma:interpretation id="interp0" emma:lang="" emma:confidence="0">
                  <emma:literal>☺</emma:literal>
                </emma:interpretation>
                <emma:interpretation id="interp1" emma:lang="" emma:confidence="0">
                  <emma:literal>•</emma:literal>
                </emma:interpretation>
                <emma:interpretation id="interp2" emma:lang="" emma:confidence="0">
                  <emma:literal>&amp;</emma:literal>
                </emma:interpretation>
                <emma:interpretation id="interp3" emma:lang="" emma:confidence="0">
                  <emma:literal>S</emma:literal>
                </emma:interpretation>
                <emma:interpretation id="interp4" emma:lang="" emma:confidence="0">
                  <emma:literal>I</emma:literal>
                </emma:interpretation>
              </emma:one-of>
            </emma:emma>
          </inkml:annotationXML>
          <inkml:trace contextRef="#ctx0" brushRef="#br0">4184 4533 0,'-39'0'203,"0"0"-188,0 0 17,39 39 15,-39 0-32,0 0 16,0 0-31,39 0 16,0 0 15,0 0-31,-39-39 16,39 39 0,0 0-1,0 1 16,0-1 1,0 0-17,0 0 17,0 0-1,39 0 63,-39 0-63,39-39-16,-39 39 64,39-39-17,0 0-15,0 0-31,0 0 46,0 0-31,0 0-15,-39-39 0,39 39 30,-39-39-30,0 0 62,0 0-47,39 39-15,-39-39 15,0 0 1,0 0-17,0-1 1,39 40 15,-39-39-15,0 0-1,0 0 1,40 0 0,-40 0 30,0 0-14,0 0 358,-40 39-296,1 0-94,0-39 16,0 39-1,0 0-15,0 0 16,0 0 15</inkml:trace>
        </inkml:traceGroup>
        <inkml:traceGroup>
          <inkml:annotationXML>
            <emma:emma xmlns:emma="http://www.w3.org/2003/04/emma" version="1.0">
              <emma:interpretation id="{D1FEA953-D708-4BDF-BADB-B16415DFAC49}" emma:medium="tactile" emma:mode="ink">
                <msink:context xmlns:msink="http://schemas.microsoft.com/ink/2010/main" type="inkWord" rotatedBoundingBox="21425,14796 18924,15363 18660,14199 21161,13632"/>
              </emma:interpretation>
              <emma:one-of disjunction-type="recognition" id="oneOf1">
                <emma:interpretation id="interp5" emma:lang="" emma:confidence="1">
                  <emma:literal/>
                </emma:interpretation>
              </emma:one-of>
            </emma:emma>
          </inkml:annotationXML>
          <inkml:trace contextRef="#ctx0" brushRef="#br0" timeOffset="-7970.1775">1292 5041 0,'0'-39'62,"-39"39"-46,0 0 0,-39 0-1,39 0 63,-39 0-46,39 39-17,0-39 48,0 39-63,0 0 15,0 0 17,39 39 93,0-39-125,0 0 15,0 39 1,0-38 0,0-1 15,0 0-16,0 0-15,0 0 16,0 39 0,0 39-16,0-39 15,0 40-15,39-1 16,-39-78 0,0 0-16,39 39 0</inkml:trace>
          <inkml:trace contextRef="#ctx0" brushRef="#br0" timeOffset="-7234.4386">784 5861 0,'0'-39'32,"79"0"-17,-1 39 1,0-39-16,0 39 15,0-39 1,0 39 0,1-78-1,-40 78 1,0 0 15</inkml:trace>
          <inkml:trace contextRef="#ctx0" brushRef="#br0" timeOffset="-6453.183">1605 5236 0,'39'0'31,"39"0"-15,-39 0-1,-39 39 1,0 39-16,0-39 16,0 1-16,0-1 15,0 0 1,0 0-16,39 0 16,-39 0-1,0 0-15,0 0 16,0 39-1,0-39 1</inkml:trace>
          <inkml:trace contextRef="#ctx0" brushRef="#br0" timeOffset="-9563.9412">2699 5158 0,'78'0'125,"-39"0"-125,40 0 16,-40 0-1,0 0-15,0 0 16,0 0 109,-39-39-110,39 39 17,0 0-32,0 0 15,39 0 17</inkml:trace>
          <inkml:trace contextRef="#ctx0" brushRef="#br0" timeOffset="-10626.4504">2582 4963 0,'0'39'140,"39"-39"-124,0 0-1,0 0 1,0 0-16,0 0 16,0 0 15,40 0-15,-40 0-16,0 0 15,0 0 1,0 0 187,39 0-156</inkml:trace>
          <inkml:trace contextRef="#ctx0" brushRef="#br0" timeOffset="-3187.5277">1800 5275 0,'0'-78'125,"0"39"-109,40 0-1,-1 39 1,-39-39-16,39 39 15,0 0 95,0 0-95,-39 39 32,39 0-31,-39 39 15,0-39-15,0 0 31,0 0-32,0 0 1,0 1 0,0-1-1,0 0 16,0 0 16,-39-39-31,0 39 15,0-39 454,78 0 155,0 0-593,39 0 16,-78 39-32,39-39-16,-39 39 1,78-39-16,-39 0 78,0 0-62,0 0 109,1 0-94,-40 39 0,39-39 32,-78 0 202</inkml:trace>
        </inkml:traceGroup>
      </inkml:traceGroup>
    </inkml:traceGroup>
    <inkml:traceGroup>
      <inkml:annotationXML>
        <emma:emma xmlns:emma="http://www.w3.org/2003/04/emma" version="1.0">
          <emma:interpretation id="{C3D816A3-D055-4C5B-8BA1-B46656AB9741}" emma:medium="tactile" emma:mode="ink">
            <msink:context xmlns:msink="http://schemas.microsoft.com/ink/2010/main" type="paragraph" rotatedBoundingBox="22133,13472 17099,14896 16542,12928 21576,11504" alignmentLevel="1"/>
          </emma:interpretation>
        </emma:emma>
      </inkml:annotationXML>
      <inkml:traceGroup>
        <inkml:annotationXML>
          <emma:emma xmlns:emma="http://www.w3.org/2003/04/emma" version="1.0">
            <emma:interpretation id="{60D86ED0-1CA9-4BC9-B6F8-02B7C61DC33C}" emma:medium="tactile" emma:mode="ink">
              <msink:context xmlns:msink="http://schemas.microsoft.com/ink/2010/main" type="line" rotatedBoundingBox="22133,13472 17099,14896 16542,12928 21576,11504"/>
            </emma:interpretation>
          </emma:emma>
        </inkml:annotationXML>
        <inkml:traceGroup>
          <inkml:annotationXML>
            <emma:emma xmlns:emma="http://www.w3.org/2003/04/emma" version="1.0">
              <emma:interpretation id="{5AEBB6C0-130B-4A85-B9FB-57EB0868731B}" emma:medium="tactile" emma:mode="ink">
                <msink:context xmlns:msink="http://schemas.microsoft.com/ink/2010/main" type="inkWord" rotatedBoundingBox="22133,13472 17099,14896 16542,12928 21576,11504"/>
              </emma:interpretation>
              <emma:one-of disjunction-type="recognition" id="oneOf2">
                <emma:interpretation id="interp6" emma:lang="" emma:confidence="1">
                  <emma:literal/>
                </emma:interpretation>
              </emma:one-of>
            </emma:emma>
          </inkml:annotationXML>
          <inkml:trace contextRef="#ctx0" brushRef="#br0" timeOffset="-42840.1029">3129 3321 0,'-39'39'156,"39"1"-156,-39-40 16,39 39-1,-39-39 1,0 39-16,0-39 16,-39 39-1,78 0 1,-40-39-16,1 0 16,0 39-16,0-39 31,-39 78-16,39-78 17,39 39-17,0-78 173,-39 0-188,0 0 15,39 0 32,0-39-15,0 39-17,0-40 1,0 1-1,0 39-15,0 0 16,0-39 62,39 78 47,39 0-109,0 0-16,39 0 15,-38 39-15,-1 0 16,-39 0 0,39 0 46,-78 0-46,39-39-1,0 39 1,0 1 47,39-1-48,-78 0 1,39 0-1,1-39-15,-40 39 32,39-39-32,-39 39 109,39-39-93,-39 39-1,39-39 48,0 0-32,0 0 16,0 0-47,0 0 31,0 0-31,0 0 16,0 0 15,0 0-15,0 0-1,-39-39 110,0 0-93,0 0-17,0 0-15,-39 0 31,0 0 1,39-1-17,-39 40 1,39-39 0,-39 0-16,39 0 15,-39 0 32,0-39-16,0 78 16,39-39 141,-39 39-173,0 0 1,-39 0 0,-1 0 30,40 39 33,39 0 14,-78-39-61,78 39-1,-39 0 16,39 0-16,-39-39 16,0 39 0,39 0 46,-39 40-30,0-79-63,0 39 31,0-39-15</inkml:trace>
          <inkml:trace contextRef="#ctx0" brushRef="#br0" timeOffset="-38605.6892">1566 3868 0,'39'0'78,"39"79"-78,-39-79 16,79 39-16,-40-39 15,0 0-15,-39 39 16,0-39-16,39 39 16,-39 0-1,0-39-15,-39 39 156,39-39-77,-39 39-79,0 0 15,0 0 1,-39 0-1,0 0 1,0-39 15,39 39 16,-39-39-16,0 40-15,-39-1 0,39 0 31,0-39-16,0 0-31,-40 39 31,40-39-15,39 39 62,-39-39-31,0 0-32,39 39-15,-39 0 16,0-39 15,78 0 125,0 0-156,-39-39 16,117 0-16,-77 0 16,-1 39-16,0 0 15,0 0-15,-39-39 16,78 0-16,-39 0 16,39 39-1,-78-40 1,78 40-16,-78-39 15,39 0-15,-39 0 125,0 0-125,0 0 47,0 0-31,-39 0 15,0 0-31,0 0 16,0 39 15,-39-78-15,39 78-1,0 0 1,39-39 0,-78-1-1,39 40 1,39-39-1,-40 39-15,1 0 16,0 0 234,0-39-250,0 39 16,0-39-1,0 39 1,0 0 0,-39-39-1,117 39 282,39 0-281,-78 39-1,39 0-15,39-39 16,-78 39 0,39-39-1,-39 39 32,39-39-47,0 0 16,-39 40-1,40-1 1,-1-39-16,0 0 31,0 39 0,0-39-15,0 39-16,0 0 16,0 0-1,0-39 17,0 0-17,-39 39 188,39 0-203,-39 0 32,0 0-1,0 0-31,0 0 15,0 0 1,0 1-16,-39-40 16,39 39-16,-39 0 15,0 0 48,0 0-32,0-39 0,0 39 16,39 0-31,-39-39-1,0 0 17,39 39-17,-39-39 32,0 0 94,-1 0-126</inkml:trace>
          <inkml:trace contextRef="#ctx0" brushRef="#br0" timeOffset="-36449.4208">-271 4220 0,'39'0'78,"1"0"-62,77-39-16,-39 39 15,0 0-15,39 0 16,-78 0-16,40 0 16,38 0-1,-78 0-15,78 0 16,-78 0 0,0 0-16,0 0 15,0 0-15,-39-39 16,39 39 15,1 0-15,38 0 15,-39 0-15,0 0-16,39 0 15,-39 0 1,0 0-1,39-39 1,-78 0-16,78 39 63,-38 0-32,-1 0-16,0 0 1,0 0 0,0 0 15,0 0-15,0 0 15,0 0-16,0 0-15,0 0 32,0 0-17,0 0 17,0 0 30,1 0-46,-1 0-1,0 0 17,0 0-1,0 0-16,0 0 79,0 0-63,0 0 1,0 0 30,0 0-46</inkml:trace>
          <inkml:trace contextRef="#ctx0" brushRef="#br0" timeOffset="-46262.0086">1488 3790 0,'39'39'94,"0"-39"-78,0 39-1,0-39-15,0 0 16,0 0-16,0 40 15,0-40-15,1 0 16,38 39-16,0 0 16,-39-39-16,0 39 15,0 0 1,0-39 171,-39 39-171,-39 0 0,-78 0-1,78 0 1,0 0 0,0-39-1,39 39-15,-39-39 16,-40 0 15,40 39-31,39 0 16,-39-39-16,39 40 15,-39-40 1,39 39 171,0 0-124,39-39-47,39 0-1,40 0-15</inkml:trace>
          <inkml:trace contextRef="#ctx0" brushRef="#br0" timeOffset="-47732.0646">-75 4142 0,'0'39'156,"117"0"-156,-39-39 16,39 39-16,-78-39 15,40 0-15,-1 39 16,-39-39-16,0 0 16,0 0-16,0 0 15,0 0-15,0 0 16,0 0 15,0 0-31,40 0 31,-40 0-15,39 0-16,-39 0 16,0 0-16,0 0 15,0 0 1,0 0-16,0 0 16,0 0-16,-39-39 15,39 39 1,0 0-1,-39-39 1,40 39 0,-1 0-16,39-39 15,0 0 1,-39 39 0,39 0-16,-39 0 31,0 0-16,0 0 1,0 0 0,1 0 31</inkml:trace>
          <inkml:trace contextRef="#ctx0" brushRef="#br0" timeOffset="-13095.2237">159 3712 0,'-39'0'16,"-78"0"15,78-39 0,0 39 1,0 0-32,0 0 31,0 0-15,-1 0-1,1-39 1,0 39-1,0-39 1,0 39 172,0 0-63,0 0-110,0 0 1,0 0-1,0 0 17,-39 0 124,39 0-140,-1 39 15,1-39-31,39 39 31,-39-39-15,39 39 15,-39 0-15,39 0 15,-39 0-31,39 0 15,-39-39 1,39 40-16,0-1 16,0 0-1,0 0 1,-39 0 0,39 0-1,0 0 1,-39 0-1,39 0 1,0 0 15,-39-39-31,39 39 16,0 0 0,0 0-1,0 1 1,0 38-1,0 0 1,0-39-16,0 0 16,0 39 15,0-39-15,0 39-16,0-39 15,0 40 1,0-1-1,0-39-15,0 0 16,0 0 0,0 0-1,0 0 1,0 39 15,0-39-15,0 0 15,0 1-15,39-1 15,0-39 0,-39 39 0,39-39-31,0 39 32,-39 0-17,39-39-15,0 39 16,0 0 0,0-39 15,1 0-16,-1 0 1,0 0 15,0 0-15,0 0 15,0 0-15,-39-39-16,39 39 15,0-39 1,39 0 0,-39 39 15,-39-39-31,78 0 16,-38 0 30,-1-1-30,0 1 0,0 0-1,0-39 17,0 39-32,0 0 31,-39-39-16,0 39 17,39 0-17,-39 0-15,39 0 32,0-1-17,-39 1 1,0 0-1,0 0-15,0 0 32,0 0-17,0 0-15,78-39 32,-78 39-17,0 0 16,0 0-15,0 0 0,0-1 31,0 1-47,0 0 31,0 0 0,0 0-31,0 0 16,0 0-1,0 0-15,0 0 16,0-39-16,0 39 16,0 0-1,0-1 1,0 1 93,-39 0-46,39 0-48,-78 0-15,39-39 32,-39 39-1</inkml:trace>
        </inkml:traceGroup>
      </inkml:traceGroup>
    </inkml:traceGroup>
  </inkml:traceGroup>
</inkml:ink>
</file>

<file path=ppt/ink/ink77.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4:40:45.832"/>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27A03242-FD07-462D-8814-FEBC9E377534}" emma:medium="tactile" emma:mode="ink">
          <msink:context xmlns:msink="http://schemas.microsoft.com/ink/2010/main" type="writingRegion" rotatedBoundingBox="17768,8650 23241,7095 23845,9222 18372,10777"/>
        </emma:interpretation>
      </emma:emma>
    </inkml:annotationXML>
    <inkml:traceGroup>
      <inkml:annotationXML>
        <emma:emma xmlns:emma="http://www.w3.org/2003/04/emma" version="1.0">
          <emma:interpretation id="{72161A34-5AF4-4EE7-B4EC-E0F96E3C5CEC}" emma:medium="tactile" emma:mode="ink">
            <msink:context xmlns:msink="http://schemas.microsoft.com/ink/2010/main" type="paragraph" rotatedBoundingBox="17768,8650 23241,7095 23845,9222 18372,10777" alignmentLevel="1"/>
          </emma:interpretation>
        </emma:emma>
      </inkml:annotationXML>
      <inkml:traceGroup>
        <inkml:annotationXML>
          <emma:emma xmlns:emma="http://www.w3.org/2003/04/emma" version="1.0">
            <emma:interpretation id="{E8E0A1E0-0430-4BC0-B763-B26F4805ECE4}" emma:medium="tactile" emma:mode="ink">
              <msink:context xmlns:msink="http://schemas.microsoft.com/ink/2010/main" type="line" rotatedBoundingBox="17768,8650 23241,7095 23845,9222 18372,10777"/>
            </emma:interpretation>
          </emma:emma>
        </inkml:annotationXML>
        <inkml:traceGroup>
          <inkml:annotationXML>
            <emma:emma xmlns:emma="http://www.w3.org/2003/04/emma" version="1.0">
              <emma:interpretation id="{F661B231-3F9A-42B9-8D03-E7913588CB93}" emma:medium="tactile" emma:mode="ink">
                <msink:context xmlns:msink="http://schemas.microsoft.com/ink/2010/main" type="inkWord" rotatedBoundingBox="17864,8989 20063,8364 20420,9623 18222,10247"/>
              </emma:interpretation>
              <emma:one-of disjunction-type="recognition" id="oneOf0">
                <emma:interpretation id="interp0" emma:lang="" emma:confidence="1">
                  <emma:literal/>
                </emma:interpretation>
              </emma:one-of>
            </emma:emma>
          </inkml:annotationXML>
          <inkml:trace contextRef="#ctx0" brushRef="#br0">316 0 0,'-40'0'172,"1"0"-157,0 39 1,0-39 15,0 0-31,39 39 47,-39 0-47,0-39 31,0 39-15,39 0 0,0 0-1,0 0 1,0 0 15,0 1-15,0 38 15,0-39-15,0 0 62,0 0 31,78-39-62,-39 0 0,39 0 62,-39 0-62,0 0 0,1 0 0,-1 0-47,0 0 31,0-39 32,-39 0-32,0 0 16,0 0-32,0 0 17,0-1-17,0 1 16,0 0 16,0 0 31,0 0-46,0 0-17,-39 0 282,0 39-266,0-39 1</inkml:trace>
          <inkml:trace contextRef="#ctx0" brushRef="#br0" timeOffset="875.0079">550-117 0,'39'0'94,"0"39"-94,0 117 15,0-117-15,0 0 16,0 78-16,1-38 15,-1-1-15,-39-39 16,0 0-16,39 39 16,0 39-1,-39-78-15,39-39 16,-39 39 15</inkml:trace>
          <inkml:trace contextRef="#ctx0" brushRef="#br0" timeOffset="3140.6518">628-117 0,'0'-39'141,"0"-1"-141,0 1 16,117-39-1,-117 39 1,39 0 0,1 39 15,-1 0 109,0 0-61,0 39-1,0 39-31,-39-39-16,0 0-31,0 1 15,0-1 1,39 0-16,-39 0 31,0 0-15,0 0 15,0 0 0,0 0 1,-39 0-1,0-39 16,0 39 0,39 0 0,-39-39-32,39 39 1,-39-39-1,39 39 1</inkml:trace>
          <inkml:trace contextRef="#ctx0" brushRef="#br0" timeOffset="4375.0386">1214-352 0,'78'-39'250,"-38"39"-250,-1 0 16,39 0-16,-39-39 15,0 39 1,0-39-16,0 39 31,0 0-15,-39-39-16,39 39 31,39 0-15,1-39-1,-1 0 1,-39 0 0,0 0 30,0 39-46</inkml:trace>
          <inkml:trace contextRef="#ctx0" brushRef="#br0" timeOffset="6437.557">1800-469 0,'0'39'187,"0"0"-171,40 0 0,-40 0-1,0 39-15,39-39 16,-39 1-1,39-1 1,0 39 0,0 0 15,-39-39-31,39 39 219,0 0-204,39 40 1,-78-79-16,78 39 16,-39-39-1,-39 0 1</inkml:trace>
        </inkml:traceGroup>
        <inkml:traceGroup>
          <inkml:annotationXML>
            <emma:emma xmlns:emma="http://www.w3.org/2003/04/emma" version="1.0">
              <emma:interpretation id="{AAE82ED0-A8D2-4ACD-B937-2062C1B894BA}" emma:medium="tactile" emma:mode="ink">
                <msink:context xmlns:msink="http://schemas.microsoft.com/ink/2010/main" type="inkWord" rotatedBoundingBox="20699,7817 23241,7095 23845,9222 21303,9944"/>
              </emma:interpretation>
            </emma:emma>
          </inkml:annotationXML>
          <inkml:trace contextRef="#ctx0" brushRef="#br0" timeOffset="7578.1921">2660-1251 0,'0'-39'109,"39"39"-93,0 0-1,39 39 1,-78 0-16,79 1 16,-40 38-16,0-39 15,117 78-15,-117 0 16,0-78-16,39 79 15,-39-40-15,79 39 16,-79-78-16,0 39 16,0 0-16,39-39 15,-78 40-15,78-1 16,-78-39-16,39-39 16,0 78-16,-39-39 15,39 39-15,1-39 16,-40 0-1,39 39 17</inkml:trace>
          <inkml:trace contextRef="#ctx0" brushRef="#br0" timeOffset="12953.2419">4106-704 0,'0'-78'125,"39"39"-94,0 39-15,0-39 0,0 39 109</inkml:trace>
          <inkml:trace contextRef="#ctx0" brushRef="#br0" timeOffset="13812.6235">4458-1407 0,'78'0'78,"-39"39"-62,0 39-1,0-39 1,0 0-16,0 1 16,-39-1-16,39 0 15,0 39 1,0-78-16,-39 39 15,0 0 1,79 0-16</inkml:trace>
          <inkml:trace contextRef="#ctx0" brushRef="#br0" timeOffset="14515.7574">4575-1524 0</inkml:trace>
          <inkml:trace contextRef="#ctx0" brushRef="#br0" timeOffset="16125.145">4575-1524 0,'0'-39'109,"0"0"-93,39 0-1,-39 0-15,39 39 16,0-40-16,0 1 16,0 39-1,0 0 1,-39-39-1,39 39 32,1 0 31,-1 0-31,0 0 0,-39 78-31,0-38-1,0-1-15,0 0 16,0 39-16,0-39 16,-39 0-1,0 0 32,39 0-31,-79 0-1,79 0-15,-39 0 16,-39 0 31,117-39 203,0 0-250,0 0 16,0 0-16,40 0 15,-40 0-15,0 0 16,39 0-16,0 0 15,-39 0 1,39 0 0,-39-39-1,0 39 126,1-39-125</inkml:trace>
          <inkml:trace contextRef="#ctx0" brushRef="#br0" timeOffset="11968.858">4262-1641 0,'-39'0'125,"-39"39"-109,39 0-1,0 0 1,0 0-1,0 0 48,39 0-47,0 0 15,-39-39-31,0 39 15,39 0 1,0 0 31,-39 0-31,39 1 93,0 38-62,0-39 0,0 39-16,39-39-31,0 0 16,39 39-1,-39-39-15,0-39 16,39 78-16,-39-78 15,0 40 1,-39-1 0,39 0-1,0-39 32,1 39-31,-40 0 15,39-39-31,-39 39 203</inkml:trace>
          <inkml:trace contextRef="#ctx0" brushRef="#br0" timeOffset="10171.9667">4067-117 0,'0'39'110,"0"0"-110,39 0 15,-39 39 1,0-39 0,0 39-16,0-39 15,0 39 1,0-38 15,0-1-31,0 0 16,0 0 109,0 0-110,0 0-15,0 0 172,-39-39-78,0 0-94,0 0 16,0 0 15,0 0-16,0 39-15,39 0 32,-40-39-17,1 0 1,0 0 0,0 0 109,0 0-94,0 0 94,0 0-31,39-39 15,0 0-109,0-39 16,0 39-16,0 0 15,0 0 1,39 0-16,-39-1 15,0 1 17,39 39-17,-39-39-15,0 0 32,39 0 30,0 0-46,0 0-1,0 39 1,-39-39 0,40 39-1,-1-39-15,0 39 31,-39-39-31,39 39 47,-39-39-15,39 39-1</inkml:trace>
        </inkml:traceGroup>
      </inkml:traceGroup>
    </inkml:traceGroup>
  </inkml:traceGroup>
</inkml:ink>
</file>

<file path=ppt/ink/ink78.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5:21:59.478"/>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0B038591-C6FC-45C9-8B15-5F8E80056869}" emma:medium="tactile" emma:mode="ink">
          <msink:context xmlns:msink="http://schemas.microsoft.com/ink/2010/main" type="writingRegion" rotatedBoundingBox="17743,10255 22611,7910 23520,9797 18652,12141"/>
        </emma:interpretation>
      </emma:emma>
    </inkml:annotationXML>
    <inkml:traceGroup>
      <inkml:annotationXML>
        <emma:emma xmlns:emma="http://www.w3.org/2003/04/emma" version="1.0">
          <emma:interpretation id="{22E88C2F-C08B-48F1-B4CB-67F24F82A6C7}" emma:medium="tactile" emma:mode="ink">
            <msink:context xmlns:msink="http://schemas.microsoft.com/ink/2010/main" type="paragraph" rotatedBoundingBox="17743,10255 22611,7910 23520,9797 18652,12141" alignmentLevel="1"/>
          </emma:interpretation>
        </emma:emma>
      </inkml:annotationXML>
      <inkml:traceGroup>
        <inkml:annotationXML>
          <emma:emma xmlns:emma="http://www.w3.org/2003/04/emma" version="1.0">
            <emma:interpretation id="{891A1070-9246-40E9-88CE-4AAEC6EE14D9}" emma:medium="tactile" emma:mode="ink">
              <msink:context xmlns:msink="http://schemas.microsoft.com/ink/2010/main" type="line" rotatedBoundingBox="17743,10255 22611,7910 23336,9416 18468,11760"/>
            </emma:interpretation>
          </emma:emma>
        </inkml:annotationXML>
        <inkml:traceGroup>
          <inkml:annotationXML>
            <emma:emma xmlns:emma="http://www.w3.org/2003/04/emma" version="1.0">
              <emma:interpretation id="{50136C08-A16D-4B01-87CF-0F9C0E52002F}" emma:medium="tactile" emma:mode="ink">
                <msink:context xmlns:msink="http://schemas.microsoft.com/ink/2010/main" type="inkWord" rotatedBoundingBox="17720,10429 19873,9076 20584,10208 18431,11561"/>
              </emma:interpretation>
              <emma:one-of disjunction-type="recognition" id="oneOf0">
                <emma:interpretation id="interp0" emma:lang="" emma:confidence="1">
                  <emma:literal/>
                </emma:interpretation>
              </emma:one-of>
            </emma:emma>
          </inkml:annotationXML>
          <inkml:trace contextRef="#ctx0" brushRef="#br0">195-312 0</inkml:trace>
          <inkml:trace contextRef="#ctx0" brushRef="#br0" timeOffset="-843.7539">0 0 0,'0'39'125,"0"0"-94,0 79-15,39-118 0,-39 39-1,0 0 16,78 0-31,-78 39 16,39 0 15,0-78 188,-39 39-203,79 0-1,-79 0 1,39-39 203</inkml:trace>
          <inkml:trace contextRef="#ctx0" brushRef="#br0" timeOffset="3421.905">1016-156 0,'39'0'187,"-78"0"-155,39 39 14,0 0-30,0 0 0,0 0-1,0 0 1,0 0 31,-39 1-16,0-40 16,0 39 0,0-39-16,0 0 297,0 0-281,0 0-31,-40-39 15,79-1 0,-39 40-15,39-39 31,0 0-32,0 0 1,-39-39 31,0 78-32,39-39 1,0 0 15,0 0-15,0 0-16,0 0 16,0 0-1,0 0-15,0-1 47,39 40-31,0 0 109,0 0-125,0 40 31,1-40-31,-1 0 16,0 0-1,0 39 16,0-39-15,-39 39 0,78 0 15,-78 0 0,39-39 16,0 39 16</inkml:trace>
          <inkml:trace contextRef="#ctx0" brushRef="#br0" timeOffset="4968.7948">703-1133 0,'0'39'46,"0"0"-14,0 0-17,79 0 1,-79 0 0,0 1-1,39-40-15,-39 78 16,0-39-1,78 39 1,-78-39 0,39 39-1,0-39 1,0 0 0,0 0 30,-39 0 1,0 1 78,39-40-125,-39 78 16,39-39-16,0 0 16,-39 0-1</inkml:trace>
          <inkml:trace contextRef="#ctx0" brushRef="#br0" timeOffset="8921.9545">1485-586 0,'0'-39'110,"0"0"-95,0 0 1,39 0-16,-39 0 16,0-39-16,39 78 15,-39-79-15,0 1 16,0 0-16,39 39 16,-39 0-1,0 0 1,0 0-1,0 0 1,0 0 15,0 0 32,-39 39-32,-39 0 0,78-39-15,-39 39 93,0 0-46,0 0-32,39 39 47,0 39-62,0-39 15,0 0 0,0 0-15,0 0 0,0 0-1,0 39 16,0 0 16,39-38-31,-39 38 15,39 0-15,-39-39 15,39 0-15,0 0 15,0 0 0,-39 0-15,39-39 15,-39 39-31,39-39 31,-39 39-15,39 0 0,0-39-1,-39 40 1,40-40 62,38 0-47,-39 0 0,0 0 1,0 0-17,0 0 1,0 0 0,0-40 15,-39 1 0,0 0 16,0 0-16,0 0-31,0 0 16,0 0-1,0 0 17,0 0-32,0 0 15,0 0 32,0 0 16,0 0-1,0-1 126,-39 40 62,0 0-203,0 0-16,0 0 31,0 0-46,0 40 46,0-1-30,0-39-1,-1 39 16,40 0 15,0 0 48,0 0-110,79 0 93,-40-39-46,-39 39-15,39-39-17,39 0 32,-39 0-16,39 0 1,-39 0 14,0 0 17,0 0-47,0 0-1,1 0 32,-1-39-31,39 39 31,-39-39-16</inkml:trace>
        </inkml:traceGroup>
        <inkml:traceGroup>
          <inkml:annotationXML>
            <emma:emma xmlns:emma="http://www.w3.org/2003/04/emma" version="1.0">
              <emma:interpretation id="{5DE6F051-79B4-4727-91A6-4F746F384F1C}" emma:medium="tactile" emma:mode="ink">
                <msink:context xmlns:msink="http://schemas.microsoft.com/ink/2010/main" type="inkWord" rotatedBoundingBox="20529,9232 22736,8169 23336,9416 21130,10479"/>
              </emma:interpretation>
            </emma:emma>
          </inkml:annotationXML>
          <inkml:trace contextRef="#ctx0" brushRef="#br0" timeOffset="10453.2228">2931-1719 0,'-39'0'172,"0"0"-156,0 0-16,0 0 31,39 39-15,-79 39 15,79-39 16,-39-39-32,39 39 1,0 0 0,0 0-1,0 1 1,0-1-1,0 0 17,0 0-1,0 0-15,0 0-1,0 0 79,0 39-78,39-78 15,40 0-16,-40 0 1,39 0 0,-39 0-1,39 0 1,-39 0-16,39 0 16,-39 0 15,0 0 31,-39-39 110</inkml:trace>
          <inkml:trace contextRef="#ctx0" brushRef="#br0" timeOffset="12437.6112">3165-1797 0,'0'-39'156,"39"-39"-141,40 78-15,-40-40 16,39-38-16,-39 78 16,0-78-16,0 78 15,0-78-15,0 78 16,0 0 62,39 0 31,-78 39-93,0 39 0,0 0-16,0 1 15,0-40 1,0 0-16,0 0 16,0 0-1,0 0 16,-39 0-31,0 0 32,0-39-17,0 39 1,39 0 15,-39-39 32,0 0-63,39 39 15,-39-39-15,39 39 16</inkml:trace>
          <inkml:trace contextRef="#ctx0" brushRef="#br0" timeOffset="11171.975">3243-1719 0,'40'0'109,"-1"0"-109,39 39 16,0 39-16,-39 0 15,39 40-15,0-1 16,0-39 0,-38 39-16,38-39 15,-39 0-15,0-38 16,0-1-16</inkml:trace>
          <inkml:trace contextRef="#ctx0" brushRef="#br0" timeOffset="14735.9355">4064-1993 0,'39'-39'63,"0"39"-32,0 39-31,0-39 16,-39 118-16,79-79 15,-40 78-15,0-117 16,0 78-1,-39-39-15,39-39 16,0 0 125,-39-39-126,39 0 1,-39 0-16,0 0 16,39 0-16,-39 0 15,39-39 1,-39-1-1,0 40 1,0 0 0,0 0-16,0 0 47,0 0 124,0 0-61,-39 0-95,0 39 267,39 39-110,39 39-94,-39-39-47,39 0 16,39-39-16,-39 0 16,0 0-31,1 39-16,-1-39 15,0 0 32,0 0-47</inkml:trace>
        </inkml:traceGroup>
      </inkml:traceGroup>
      <inkml:traceGroup>
        <inkml:annotationXML>
          <emma:emma xmlns:emma="http://www.w3.org/2003/04/emma" version="1.0">
            <emma:interpretation id="{8F1BC42C-601D-4FE9-9330-430C91C01700}" emma:medium="tactile" emma:mode="ink">
              <msink:context xmlns:msink="http://schemas.microsoft.com/ink/2010/main" type="line" rotatedBoundingBox="19005,11139 20711,10004 21179,10708 19474,11843"/>
            </emma:interpretation>
          </emma:emma>
        </inkml:annotationXML>
        <inkml:traceGroup>
          <inkml:annotationXML>
            <emma:emma xmlns:emma="http://www.w3.org/2003/04/emma" version="1.0">
              <emma:interpretation id="{668303A2-7DF0-4373-B639-2E9A545FEBCA}" emma:medium="tactile" emma:mode="ink">
                <msink:context xmlns:msink="http://schemas.microsoft.com/ink/2010/main" type="inkWord" rotatedBoundingBox="19005,11139 20611,10070 21080,10774 19474,11843"/>
              </emma:interpretation>
              <emma:one-of disjunction-type="recognition" id="oneOf1">
                <emma:interpretation id="interp1" emma:lang="" emma:confidence="0">
                  <emma:literal>•</emma:literal>
                </emma:interpretation>
                <emma:interpretation id="interp2" emma:lang="" emma:confidence="0">
                  <emma:literal>M</emma:literal>
                </emma:interpretation>
                <emma:interpretation id="interp3" emma:lang="" emma:confidence="0">
                  <emma:literal>.</emma:literal>
                </emma:interpretation>
                <emma:interpretation id="interp4" emma:lang="" emma:confidence="0">
                  <emma:literal>A</emma:literal>
                </emma:interpretation>
                <emma:interpretation id="interp5" emma:lang="" emma:confidence="0">
                  <emma:literal>B</emma:literal>
                </emma:interpretation>
              </emma:one-of>
            </emma:emma>
          </inkml:annotationXML>
          <inkml:trace contextRef="#ctx0" brushRef="#br0" timeOffset="22564.1304">1368 118 0,'0'39'172,"0"39"-141,0-39-16,0 39 1,-39-39 0,39 39-1,0-39 1,0 39 15,-39-38-15,39 38 15,-39-78-15,39 39 31,-40 0 46,80-39 110,-1 0-203,39 0 16,-39 0-16,78-78 16,-78 78-1,0-39-15,0 39 16,0 0 0,0 0-16,1 0 15,-1-39 1,0 39-1,0 0 1,0-40 15,-117 40 157,39 0-173,0 0-15,-1 0 16,-38 0-16,78 40 16,-39-40-1,0 0 32,0 0-31,0 0-1,0 0 17,0 39-32,-39 0 62,39-39 329,39-78-376,0 38-15,0-38 16,0 0-16,0 0 16,0 39-1,0-39-15,0 39 16,0-39 0,0 38-1,0-38 32,0 117 203,0 40-250,0-1 16,0-39-1,0 39 1,0-39 0,0 0 15,0 0 0,0 0-15,0 0-1,0 0 17,0 0-1,0 1-16,0-1 1,0 0 312,78-39-312,-39 0-1,0 0 1,0-39-16,0 39 16,-39-39-1,78-1-15,-39 40 16,-39-39 0,39 39-16,0-39 15,1 39 1,-40-39-16,39 39 15,0-39 17,0 0-1,-39 0 47,39 39-62,-39-78-1,39 78-15,0-39 16,-39 0 15,0 0-31,39 0 47,-39-1-31,39 40-1,0-39 17,-39 0-17,39 39-15,-39-39 16,39 39-1,0-39 17,1 0-1,-1 0-31,0 39 62,0 0-46,-39-39-16,39 39 16,0-39 15,0 39-15,0 0-1,0-39 48,0 39-48,0-39 32,39 39 0,-38-39 31,-40 78 188,-40-39-251,-77 39 1,78 0 0,0-39-1,0 39 1,0-39 0,0 0-1,0 0 1,39 39-16,-39-39 15,39 39 1,-39-39-16,0 39 16,-40-39-1,40 0 1,-39 0 15,39 0-15,39 39-16,-78 0 31,39 0 0,0 0 32,0-39-48,0 0-15,39 40 16,-39-1 0,39 0 15,-79 39 0,79-39 0,-39 0 1,-39 39 15,39-39-16,0 0 0,0 0-31,0 0 63,78-39 202,78-39-265,-78 39 31,78-39-31,-77 0 16,-1 39-16,0-39 16,0 39-16,0 0 15,0-39-15,0 0 16,0 39 15,0-39 63</inkml:trace>
        </inkml:traceGroup>
        <inkml:traceGroup>
          <inkml:annotationXML>
            <emma:emma xmlns:emma="http://www.w3.org/2003/04/emma" version="1.0">
              <emma:interpretation id="{88C1593C-DF8E-456C-96F6-3C883502DB46}" emma:medium="tactile" emma:mode="ink">
                <msink:context xmlns:msink="http://schemas.microsoft.com/ink/2010/main" type="inkWord" rotatedBoundingBox="19245,11461 20933,10338 21101,10590 19413,11713"/>
              </emma:interpretation>
              <emma:one-of disjunction-type="recognition" id="oneOf2">
                <emma:interpretation id="interp6" emma:lang="" emma:confidence="1">
                  <emma:literal/>
                </emma:interpretation>
              </emma:one-of>
            </emma:emma>
          </inkml:annotationXML>
          <inkml:trace contextRef="#ctx0" brushRef="#br0" timeOffset="16485.9566">2970-273 0,'-78'0'109,"39"0"-93,-39 0-1,38 0 1,1 0-16,0 0 16,39 39-16,-78-39 15,39 0 1,0 39-16,0 0 16,0-39-1,0 39-15,-39 0 16,39-39-1,-40 78-15,40-78 16,0 39-16,-39 0 31,39 1-31,0-1 32,0-39-32,0 39 15,0-39 1,0 78-1,-40-78 1,1 39 0,39 0-1,-78 0-15,117 0 16,-39-39 0,-39 0-16,78 39 15,-39-39-15,39 39 16,-39-39-1,0 39-15,-1-39 47,40 39-15,-39-39-32,39 40 31,-39-40 63</inkml:trace>
        </inkml:traceGroup>
      </inkml:traceGroup>
    </inkml:traceGroup>
  </inkml:traceGroup>
</inkml:ink>
</file>

<file path=ppt/ink/ink79.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5:31:51.736"/>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D7D1D05B-9CBA-4AC9-8FA9-708AF06D797F}" emma:medium="tactile" emma:mode="ink">
          <msink:context xmlns:msink="http://schemas.microsoft.com/ink/2010/main" type="inkDrawing" rotatedBoundingBox="2244,9020 6153,10579 6110,10686 2202,9127" semanticType="callout" shapeName="Other"/>
        </emma:interpretation>
      </emma:emma>
    </inkml:annotationXML>
    <inkml:trace contextRef="#ctx0" brushRef="#br0">0 0 0,'39'0'125,"0"0"-109,156 118-16,-77-118 16,38 117-16,39-78 15,79 117-15,-196-117 16,117 40-16,1 38 16,38-78-16,-156 39 15,79-39-15,-79-39 16,39 39-16,-39 0 15,-39 0 1,0-39-16,39 0 16,1 0-16,-40 39 15,39-39-15,0 39 16,0 1-16,0-1 16,-39 0-16,79-39 15,38 117-15,-39-78 16,-39-39-1,40 117-15,-1-78 16,-39-39-16,78 78 16,-117-38-16,0-40 15,0 0-15</inkml:trace>
  </inkml:traceGroup>
</inkml:ink>
</file>

<file path=ppt/ink/ink80.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5:31:56.361"/>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7A3695C2-EADB-46CA-91EB-D7FF47692A8B}" emma:medium="tactile" emma:mode="ink">
          <msink:context xmlns:msink="http://schemas.microsoft.com/ink/2010/main" type="writingRegion" rotatedBoundingBox="1026,11549 5588,9816 6034,10991 1472,12723"/>
        </emma:interpretation>
      </emma:emma>
    </inkml:annotationXML>
    <inkml:traceGroup>
      <inkml:annotationXML>
        <emma:emma xmlns:emma="http://www.w3.org/2003/04/emma" version="1.0">
          <emma:interpretation id="{E360451D-F545-4A1C-A303-DEC162C01594}" emma:medium="tactile" emma:mode="ink">
            <msink:context xmlns:msink="http://schemas.microsoft.com/ink/2010/main" type="paragraph" rotatedBoundingBox="1026,11549 5588,9816 6034,10991 1472,12723" alignmentLevel="1"/>
          </emma:interpretation>
        </emma:emma>
      </inkml:annotationXML>
      <inkml:traceGroup>
        <inkml:annotationXML>
          <emma:emma xmlns:emma="http://www.w3.org/2003/04/emma" version="1.0">
            <emma:interpretation id="{842A65C1-BA08-47EA-A48E-8C09A1D91ABD}" emma:medium="tactile" emma:mode="ink">
              <msink:context xmlns:msink="http://schemas.microsoft.com/ink/2010/main" type="line" rotatedBoundingBox="1026,11549 5588,9816 6034,10991 1472,12723"/>
            </emma:interpretation>
          </emma:emma>
        </inkml:annotationXML>
        <inkml:traceGroup>
          <inkml:annotationXML>
            <emma:emma xmlns:emma="http://www.w3.org/2003/04/emma" version="1.0">
              <emma:interpretation id="{2D5D266E-032C-43DD-8435-BA29267716C1}" emma:medium="tactile" emma:mode="ink">
                <msink:context xmlns:msink="http://schemas.microsoft.com/ink/2010/main" type="inkWord" rotatedBoundingBox="1159,11900 4640,10579 4952,11402 1472,12723"/>
              </emma:interpretation>
              <emma:one-of disjunction-type="recognition" id="oneOf0">
                <emma:interpretation id="interp0" emma:lang="" emma:confidence="1">
                  <emma:literal/>
                </emma:interpretation>
              </emma:one-of>
            </emma:emma>
          </inkml:annotationXML>
          <inkml:trace contextRef="#ctx0" brushRef="#br0">1214 39 0,'0'39'110,"0"39"-95,0 0-15,39 0 16,0 0-1,-39-39 17,0 0 30,39-39 1</inkml:trace>
          <inkml:trace contextRef="#ctx0" brushRef="#br0" timeOffset="859.3829">1488-235 0,'39'-39'203</inkml:trace>
          <inkml:trace contextRef="#ctx0" brushRef="#br0" timeOffset="-1421.8867">42 273 0,'-39'0'63,"39"39"-48,0 39 1,39-78-16,-39 39 16,78 0-16,-39 40 15,0-40-15,0 0 16,0 0-16,39 39 47,-38-39-47,-1 0 15,0-39 48,0 0 62,0 0-110,0-78-15,0 39 16,0-39-16,-39 0 16,39 39-16,-39-1 15,0-38-15,0 0 16,0 39-16,0-39 16,0 39-1,78-39-15,-78 0 16</inkml:trace>
          <inkml:trace contextRef="#ctx0" brushRef="#br0" timeOffset="2218.7697">2113-235 0,'-78'39'93,"0"-39"-46,78 39-31,-39-39 15,39 39-15,-40 0-16,40 40 62,-39-79-62,39 78 31,0-39-15,0 0 0,0 0-16,0 0 15,0 0 95,79-39-63,-40 0-16,39 0 47,-39 0-62,0 0 15,0 0-31,0 0 15,39 0-15,-39 0 32,0 0-17,0 0 48,1-39-48,-40-39 95</inkml:trace>
          <inkml:trace contextRef="#ctx0" brushRef="#br0" timeOffset="3937.5352">2543-352 0,'-39'-39'78,"39"0"-62,39 39-16,0-39 15,39 0-15,0-1 16,-39 1-16,0 39 16,0-39-1,0 0-15,1 0 16,-1 39 0</inkml:trace>
          <inkml:trace contextRef="#ctx0" brushRef="#br0" timeOffset="3156.2781">2582-743 0,'0'39'78,"0"78"-78,0-78 16,78 40-16,-39-40 16,-39 78-16,39-39 15,-39-39 1,39 0-16,0 0 15,-39 0 32,78-39 63,1 0-79,-79-39 0,39 39-31,0-39 31,0 0 1,0 0-32,0 0 15,-39 0 1</inkml:trace>
          <inkml:trace contextRef="#ctx0" brushRef="#br0" timeOffset="5531.2992">3363-626 0,'0'39'125,"39"0"-125,1 1 16,-40-1-1,0 0-15,39 0 16,-39 0 0</inkml:trace>
          <inkml:trace contextRef="#ctx0" brushRef="#br0" timeOffset="6656.308">3442-977 0,'39'39'359</inkml:trace>
        </inkml:traceGroup>
        <inkml:traceGroup>
          <inkml:annotationXML>
            <emma:emma xmlns:emma="http://www.w3.org/2003/04/emma" version="1.0">
              <emma:interpretation id="{7AE61E73-EFA8-441E-A975-7185FC0042F8}" emma:medium="tactile" emma:mode="ink">
                <msink:context xmlns:msink="http://schemas.microsoft.com/ink/2010/main" type="inkWord" rotatedBoundingBox="4809,10926 5531,10652 5704,11109 4983,11383"/>
              </emma:interpretation>
              <emma:one-of disjunction-type="recognition" id="oneOf1">
                <emma:interpretation id="interp1" emma:lang="" emma:confidence="1">
                  <emma:literal>m</emma:literal>
                </emma:interpretation>
                <emma:interpretation id="interp2" emma:lang="" emma:confidence="0">
                  <emma:literal>M</emma:literal>
                </emma:interpretation>
                <emma:interpretation id="interp3" emma:lang="" emma:confidence="0">
                  <emma:literal>w</emma:literal>
                </emma:interpretation>
                <emma:interpretation id="interp4" emma:lang="" emma:confidence="0">
                  <emma:literal>W</emma:literal>
                </emma:interpretation>
                <emma:interpretation id="interp5" emma:lang="" emma:confidence="0">
                  <emma:literal>n</emma:literal>
                </emma:interpretation>
              </emma:one-of>
            </emma:emma>
          </inkml:annotationXML>
          <inkml:trace contextRef="#ctx0" brushRef="#br0" timeOffset="10484.4694">3637-626 0,'39'-39'62,"0"39"-30,0 0-17,-39 78-15,39-39 16,39 79-16,-78-79 15,39-39-15,-39 78 16,0-117 187,0 0-187,0 0-1,0 0 1,0 0-16,0-1 31,0 1-31,0 0 16,0 0-16,0 0 16,0 0 15,0 0-16,-39 0 1,78 39 203,1 78-32,-1-78-171,-39 39 0,0 0 46,39 0 16,-39 0 78,39-39 48,0 39-111,0-39-61,-39 40-17,0-80 313,39-38-312,-39 0 0,39 39-16,0 0 15,-39 0 32,0 0 203,39 39-203,0 0-31,0 39-16,-39 0 15,0 0 16,39-39 188,-39 39-31,40 39-173</inkml:trace>
        </inkml:traceGroup>
        <inkml:traceGroup>
          <inkml:annotationXML>
            <emma:emma xmlns:emma="http://www.w3.org/2003/04/emma" version="1.0">
              <emma:interpretation id="{A44EA39B-33C2-4CFF-B058-80C36647F037}" emma:medium="tactile" emma:mode="ink">
                <msink:context xmlns:msink="http://schemas.microsoft.com/ink/2010/main" type="inkWord" rotatedBoundingBox="4916,10071 5588,9816 5878,10582 5207,10837"/>
              </emma:interpretation>
              <emma:one-of disjunction-type="recognition" id="oneOf2">
                <emma:interpretation id="interp6" emma:lang="" emma:confidence="1">
                  <emma:literal/>
                </emma:interpretation>
              </emma:one-of>
            </emma:emma>
          </inkml:annotationXML>
          <inkml:trace contextRef="#ctx0" brushRef="#br0" timeOffset="-2859.4033">4301-1798 0,'0'78'31,"0"0"-16,39-39-15,-39 40 16,78-1-16,-38 0 16,-1-39-16,39 39 15,-39-39-15,-39 0 16,39 39-16,-39-39 297,-117-39-297,39 0 15,38 0-15,-77 40 16,39-40-16,0 39 16,0-39-1,39 0-15,0 0 16,0 39 78</inkml:trace>
        </inkml:traceGroup>
      </inkml:traceGroup>
    </inkml:traceGroup>
  </inkml:traceGroup>
</inkml:ink>
</file>

<file path=ppt/ink/ink81.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5:32:11.540"/>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523BA99A-F8A1-4E40-9B46-0CEDE654B5D3}" emma:medium="tactile" emma:mode="ink">
          <msink:context xmlns:msink="http://schemas.microsoft.com/ink/2010/main" type="writingRegion" rotatedBoundingBox="13207,15161 13222,15161 13222,15176 13207,15176"/>
        </emma:interpretation>
      </emma:emma>
    </inkml:annotationXML>
    <inkml:traceGroup>
      <inkml:annotationXML>
        <emma:emma xmlns:emma="http://www.w3.org/2003/04/emma" version="1.0">
          <emma:interpretation id="{5804CF7E-0794-4140-98BE-D78282C799C5}" emma:medium="tactile" emma:mode="ink">
            <msink:context xmlns:msink="http://schemas.microsoft.com/ink/2010/main" type="paragraph" rotatedBoundingBox="13207,15161 13222,15161 13222,15176 13207,15176" alignmentLevel="1"/>
          </emma:interpretation>
        </emma:emma>
      </inkml:annotationXML>
      <inkml:traceGroup>
        <inkml:annotationXML>
          <emma:emma xmlns:emma="http://www.w3.org/2003/04/emma" version="1.0">
            <emma:interpretation id="{092C58EF-9065-45A1-9A9E-912D2D3D07E1}" emma:medium="tactile" emma:mode="ink">
              <msink:context xmlns:msink="http://schemas.microsoft.com/ink/2010/main" type="line" rotatedBoundingBox="13207,15161 13222,15161 13222,15176 13207,15176"/>
            </emma:interpretation>
          </emma:emma>
        </inkml:annotationXML>
        <inkml:traceGroup>
          <inkml:annotationXML>
            <emma:emma xmlns:emma="http://www.w3.org/2003/04/emma" version="1.0">
              <emma:interpretation id="{06129111-B388-48C8-BF69-9BB9A2BCE952}" emma:medium="tactile" emma:mode="ink">
                <msink:context xmlns:msink="http://schemas.microsoft.com/ink/2010/main" type="inkWord" rotatedBoundingBox="13207,15161 13222,15161 13222,15176 13207,15176"/>
              </emma:interpretation>
              <emma:one-of disjunction-type="recognition" id="oneOf0">
                <emma:interpretation id="interp0" emma:lang="" emma:confidence="0">
                  <emma:literal>.</emma:literal>
                </emma:interpretation>
                <emma:interpretation id="interp1" emma:lang="" emma:confidence="0">
                  <emma:literal>v</emma:literal>
                </emma:interpretation>
                <emma:interpretation id="interp2" emma:lang="" emma:confidence="0">
                  <emma:literal>}</emma:literal>
                </emma:interpretation>
                <emma:interpretation id="interp3" emma:lang="" emma:confidence="0">
                  <emma:literal>w</emma:literal>
                </emma:interpretation>
                <emma:interpretation id="interp4" emma:lang="" emma:confidence="0">
                  <emma:literal>3</emma:literal>
                </emma:interpretation>
              </emma:one-of>
            </emma:emma>
          </inkml:annotationXML>
          <inkml:trace contextRef="#ctx0" brushRef="#br0">0 0 0</inkml:trace>
        </inkml:traceGroup>
      </inkml:traceGroup>
    </inkml:traceGroup>
  </inkml:traceGroup>
</inkml:ink>
</file>

<file path=ppt/ink/ink82.xml><?xml version="1.0" encoding="utf-8"?>
<inkml:ink xmlns:inkml="http://www.w3.org/2003/InkML">
  <inkml:definitions>
    <inkml:context xml:id="ctx0">
      <inkml:inkSource xml:id="inkSrc0">
        <inkml:traceFormat>
          <inkml:channel name="X" type="integer" max="1024" units="cm"/>
          <inkml:channel name="Y" type="integer" max="768" units="cm"/>
          <inkml:channel name="T" type="integer" max="2.14748E9" units="dev"/>
        </inkml:traceFormat>
        <inkml:channelProperties>
          <inkml:channelProperty channel="X" name="resolution" value="37.78598" units="1/cm"/>
          <inkml:channelProperty channel="Y" name="resolution" value="37.83251" units="1/cm"/>
          <inkml:channelProperty channel="T" name="resolution" value="1" units="1/dev"/>
        </inkml:channelProperties>
      </inkml:inkSource>
      <inkml:timestamp xml:id="ts0" timeString="2022-05-19T15:32:14.773"/>
    </inkml:context>
    <inkml:brush xml:id="br0">
      <inkml:brushProperty name="width" value="0.06667" units="cm"/>
      <inkml:brushProperty name="height" value="0.06667" units="cm"/>
      <inkml:brushProperty name="fitToCurve" value="1"/>
    </inkml:brush>
  </inkml:definitions>
  <inkml:traceGroup>
    <inkml:annotationXML>
      <emma:emma xmlns:emma="http://www.w3.org/2003/04/emma" version="1.0">
        <emma:interpretation id="{25893D95-F3C5-4CC7-A00A-D8173B0568A0}" emma:medium="tactile" emma:mode="ink">
          <msink:context xmlns:msink="http://schemas.microsoft.com/ink/2010/main" type="writingRegion" rotatedBoundingBox="21648,6643 21663,6643 21663,6658 21648,6658"/>
        </emma:interpretation>
      </emma:emma>
    </inkml:annotationXML>
    <inkml:traceGroup>
      <inkml:annotationXML>
        <emma:emma xmlns:emma="http://www.w3.org/2003/04/emma" version="1.0">
          <emma:interpretation id="{AD7DA690-1F2D-43C1-BFC4-58805670A482}" emma:medium="tactile" emma:mode="ink">
            <msink:context xmlns:msink="http://schemas.microsoft.com/ink/2010/main" type="paragraph" rotatedBoundingBox="21648,6643 21663,6643 21663,6658 21648,6658" alignmentLevel="1"/>
          </emma:interpretation>
        </emma:emma>
      </inkml:annotationXML>
      <inkml:traceGroup>
        <inkml:annotationXML>
          <emma:emma xmlns:emma="http://www.w3.org/2003/04/emma" version="1.0">
            <emma:interpretation id="{FCB7126E-2BCF-4BF6-8FDF-B4FA3614D06E}" emma:medium="tactile" emma:mode="ink">
              <msink:context xmlns:msink="http://schemas.microsoft.com/ink/2010/main" type="line" rotatedBoundingBox="21648,6643 21663,6643 21663,6658 21648,6658"/>
            </emma:interpretation>
          </emma:emma>
        </inkml:annotationXML>
        <inkml:traceGroup>
          <inkml:annotationXML>
            <emma:emma xmlns:emma="http://www.w3.org/2003/04/emma" version="1.0">
              <emma:interpretation id="{2985C015-3BE8-496B-882D-4DB5B8F65F1F}" emma:medium="tactile" emma:mode="ink">
                <msink:context xmlns:msink="http://schemas.microsoft.com/ink/2010/main" type="inkWord" rotatedBoundingBox="21648,6643 21663,6643 21663,6658 21648,6658"/>
              </emma:interpretation>
              <emma:one-of disjunction-type="recognition" id="oneOf0">
                <emma:interpretation id="interp0" emma:lang="" emma:confidence="0">
                  <emma:literal>.</emma:literal>
                </emma:interpretation>
                <emma:interpretation id="interp1" emma:lang="" emma:confidence="0">
                  <emma:literal>v</emma:literal>
                </emma:interpretation>
                <emma:interpretation id="interp2" emma:lang="" emma:confidence="0">
                  <emma:literal>}</emma:literal>
                </emma:interpretation>
                <emma:interpretation id="interp3" emma:lang="" emma:confidence="0">
                  <emma:literal>w</emma:literal>
                </emma:interpretation>
                <emma:interpretation id="interp4" emma:lang="" emma:confidence="0">
                  <emma:literal>3</emma:literal>
                </emma:interpretation>
              </emma:one-of>
            </emma:emma>
          </inkml:annotationXML>
          <inkml:trace contextRef="#ctx0" brushRef="#br0">0 0 0</inkml:trace>
        </inkml:traceGroup>
      </inkml:traceGroup>
    </inkml:traceGroup>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22-May-22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06" charset="0"/>
                <a:ea typeface="ＭＳ Ｐゴシック" pitchFamily="-106" charset="-128"/>
                <a:cs typeface="ＭＳ Ｐゴシック" pitchFamily="-106" charset="-128"/>
              </a:rPr>
              <a:t>“</a:t>
            </a:r>
            <a:r>
              <a:rPr kumimoji="1" lang="en-US" dirty="0" smtClean="0">
                <a:latin typeface="Times New Roman" pitchFamily="-106" charset="0"/>
                <a:ea typeface="ＭＳ Ｐゴシック" pitchFamily="-106" charset="-128"/>
                <a:cs typeface="ＭＳ Ｐゴシック" pitchFamily="-106" charset="-128"/>
              </a:rPr>
              <a:t>Operating</a:t>
            </a:r>
            <a:r>
              <a:rPr kumimoji="1" lang="en-US" baseline="0" dirty="0" smtClean="0">
                <a:latin typeface="Times New Roman" pitchFamily="-106" charset="0"/>
                <a:ea typeface="ＭＳ Ｐゴシック" pitchFamily="-106" charset="-128"/>
                <a:cs typeface="ＭＳ Ｐゴシック" pitchFamily="-106" charset="-128"/>
              </a:rPr>
              <a:t> Systems: Internal and Design Principles</a:t>
            </a:r>
            <a:r>
              <a:rPr lang="en-US" dirty="0" smtClean="0">
                <a:latin typeface="Times New Roman" pitchFamily="-106" charset="0"/>
                <a:ea typeface="ＭＳ Ｐゴシック" pitchFamily="-106" charset="-128"/>
                <a:cs typeface="ＭＳ Ｐゴシック" pitchFamily="-106" charset="-128"/>
              </a:rPr>
              <a:t>”, 7/e, by William Stallings, Chapter 8 “</a:t>
            </a:r>
            <a:r>
              <a:rPr kumimoji="1" lang="en-GB" dirty="0" smtClean="0">
                <a:latin typeface="Times New Roman" pitchFamily="-106" charset="0"/>
                <a:ea typeface="ＭＳ Ｐゴシック" pitchFamily="-106" charset="-128"/>
                <a:cs typeface="ＭＳ Ｐゴシック" pitchFamily="-106" charset="-128"/>
              </a:rPr>
              <a:t>Virtual</a:t>
            </a:r>
            <a:r>
              <a:rPr kumimoji="1" lang="en-GB" baseline="0" dirty="0" smtClean="0">
                <a:latin typeface="Times New Roman" pitchFamily="-106" charset="0"/>
                <a:ea typeface="ＭＳ Ｐゴシック" pitchFamily="-106" charset="-128"/>
                <a:cs typeface="ＭＳ Ｐゴシック" pitchFamily="-106" charset="-128"/>
              </a:rPr>
              <a:t> Memory</a:t>
            </a:r>
            <a:r>
              <a:rPr lang="en-US" dirty="0" smtClean="0">
                <a:latin typeface="Times New Roman" pitchFamily="-106" charset="0"/>
                <a:ea typeface="ＭＳ Ｐゴシック" pitchFamily="-106" charset="-128"/>
                <a:cs typeface="ＭＳ Ｐゴシック" pitchFamily="-106" charset="-128"/>
              </a:rPr>
              <a:t>”.</a:t>
            </a:r>
            <a:endParaRPr lang="en-AU" dirty="0" smtClean="0">
              <a:latin typeface="Times New Roman" pitchFamily="-106" charset="0"/>
              <a:ea typeface="ＭＳ Ｐゴシック" pitchFamily="-106" charset="-128"/>
              <a:cs typeface="ＭＳ Ｐゴシック" pitchFamily="-106"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kern="1200" baseline="0" dirty="0" smtClean="0">
                <a:solidFill>
                  <a:schemeClr val="tx1"/>
                </a:solidFill>
                <a:latin typeface="+mn-lt"/>
                <a:ea typeface="+mn-ea"/>
                <a:cs typeface="+mn-cs"/>
              </a:rPr>
              <a:t>Comparing simple paging and simple segmentation, on the one hand, with fixed and</a:t>
            </a:r>
          </a:p>
          <a:p>
            <a:r>
              <a:rPr lang="en-US" sz="1200" kern="1200" baseline="0" dirty="0" smtClean="0">
                <a:solidFill>
                  <a:schemeClr val="tx1"/>
                </a:solidFill>
                <a:latin typeface="+mn-lt"/>
                <a:ea typeface="+mn-ea"/>
                <a:cs typeface="+mn-cs"/>
              </a:rPr>
              <a:t>dynamic partitioning, on the other, we see the foundation for a fundamental breakthrough</a:t>
            </a:r>
          </a:p>
          <a:p>
            <a:r>
              <a:rPr lang="en-US" sz="1200" kern="1200" baseline="0" dirty="0" smtClean="0">
                <a:solidFill>
                  <a:schemeClr val="tx1"/>
                </a:solidFill>
                <a:latin typeface="+mn-lt"/>
                <a:ea typeface="+mn-ea"/>
                <a:cs typeface="+mn-cs"/>
              </a:rPr>
              <a:t>in memory management. Two characteristics of paging and segmentation</a:t>
            </a:r>
          </a:p>
          <a:p>
            <a:r>
              <a:rPr lang="en-US" sz="1200" kern="1200" baseline="0" dirty="0" smtClean="0">
                <a:solidFill>
                  <a:schemeClr val="tx1"/>
                </a:solidFill>
                <a:latin typeface="+mn-lt"/>
                <a:ea typeface="+mn-ea"/>
                <a:cs typeface="+mn-cs"/>
              </a:rPr>
              <a:t>are the keys to this breakthrough:</a:t>
            </a:r>
          </a:p>
          <a:p>
            <a:r>
              <a:rPr lang="en-US" sz="1200" b="1" kern="1200" baseline="0" dirty="0" smtClean="0">
                <a:solidFill>
                  <a:schemeClr val="tx1"/>
                </a:solidFill>
                <a:latin typeface="+mn-lt"/>
                <a:ea typeface="+mn-ea"/>
                <a:cs typeface="+mn-cs"/>
              </a:rPr>
              <a:t>1. All memory references within a process are logical addresses that are dynamically</a:t>
            </a:r>
          </a:p>
          <a:p>
            <a:r>
              <a:rPr lang="en-US" sz="1200" kern="1200" baseline="0" dirty="0" smtClean="0">
                <a:solidFill>
                  <a:schemeClr val="tx1"/>
                </a:solidFill>
                <a:latin typeface="+mn-lt"/>
                <a:ea typeface="+mn-ea"/>
                <a:cs typeface="+mn-cs"/>
              </a:rPr>
              <a:t>translated into physical addresses at run time. This means that a process may be swapped in and out of main memory such that it occupies different</a:t>
            </a:r>
          </a:p>
          <a:p>
            <a:r>
              <a:rPr lang="en-US" sz="1200" kern="1200" baseline="0" dirty="0" smtClean="0">
                <a:solidFill>
                  <a:schemeClr val="tx1"/>
                </a:solidFill>
                <a:latin typeface="+mn-lt"/>
                <a:ea typeface="+mn-ea"/>
                <a:cs typeface="+mn-cs"/>
              </a:rPr>
              <a:t>regions of main memory at different times during the course of execution.</a:t>
            </a:r>
          </a:p>
          <a:p>
            <a:r>
              <a:rPr lang="en-US" sz="1200" b="1" kern="1200" baseline="0" dirty="0" smtClean="0">
                <a:solidFill>
                  <a:schemeClr val="tx1"/>
                </a:solidFill>
                <a:latin typeface="+mn-lt"/>
                <a:ea typeface="+mn-ea"/>
                <a:cs typeface="+mn-cs"/>
              </a:rPr>
              <a:t>2. A process may be broken up into a number of pieces (pages or segments) and</a:t>
            </a:r>
          </a:p>
          <a:p>
            <a:r>
              <a:rPr lang="en-US" sz="1200" kern="1200" baseline="0" dirty="0" smtClean="0">
                <a:solidFill>
                  <a:schemeClr val="tx1"/>
                </a:solidFill>
                <a:latin typeface="+mn-lt"/>
                <a:ea typeface="+mn-ea"/>
                <a:cs typeface="+mn-cs"/>
              </a:rPr>
              <a:t>these pieces need not be contiguously located in main memory during execution.</a:t>
            </a:r>
          </a:p>
          <a:p>
            <a:r>
              <a:rPr lang="en-US" sz="1200" kern="1200" baseline="0" dirty="0" smtClean="0">
                <a:solidFill>
                  <a:schemeClr val="tx1"/>
                </a:solidFill>
                <a:latin typeface="+mn-lt"/>
                <a:ea typeface="+mn-ea"/>
                <a:cs typeface="+mn-cs"/>
              </a:rPr>
              <a:t>The combination of dynamic run-time address translation and the use of</a:t>
            </a:r>
          </a:p>
          <a:p>
            <a:r>
              <a:rPr lang="en-US" sz="1200" kern="1200" baseline="0" dirty="0" smtClean="0">
                <a:solidFill>
                  <a:schemeClr val="tx1"/>
                </a:solidFill>
                <a:latin typeface="+mn-lt"/>
                <a:ea typeface="+mn-ea"/>
                <a:cs typeface="+mn-cs"/>
              </a:rPr>
              <a:t>a page or segment table permits this.</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Now we come to the breakthrough. </a:t>
            </a:r>
            <a:r>
              <a:rPr lang="en-US" sz="1200" i="1" kern="1200" baseline="0" dirty="0" smtClean="0">
                <a:solidFill>
                  <a:schemeClr val="tx1"/>
                </a:solidFill>
                <a:latin typeface="+mn-lt"/>
                <a:ea typeface="+mn-ea"/>
                <a:cs typeface="+mn-cs"/>
              </a:rPr>
              <a:t>If the preceding two characteristics are</a:t>
            </a:r>
          </a:p>
          <a:p>
            <a:r>
              <a:rPr lang="en-US" sz="1200" i="1" kern="1200" baseline="0" dirty="0" smtClean="0">
                <a:solidFill>
                  <a:schemeClr val="tx1"/>
                </a:solidFill>
                <a:latin typeface="+mn-lt"/>
                <a:ea typeface="+mn-ea"/>
                <a:cs typeface="+mn-cs"/>
              </a:rPr>
              <a:t>present, then it is not necessary that all of the pages or all of the segments of a process</a:t>
            </a:r>
          </a:p>
          <a:p>
            <a:r>
              <a:rPr lang="en-US" sz="1200" i="1" kern="1200" baseline="0" dirty="0" smtClean="0">
                <a:solidFill>
                  <a:schemeClr val="tx1"/>
                </a:solidFill>
                <a:latin typeface="+mn-lt"/>
                <a:ea typeface="+mn-ea"/>
                <a:cs typeface="+mn-cs"/>
              </a:rPr>
              <a:t>be in main memory during execution. If the piece (segment or page) that holds the</a:t>
            </a:r>
          </a:p>
          <a:p>
            <a:r>
              <a:rPr lang="en-US" sz="1200" kern="1200" baseline="0" dirty="0" smtClean="0">
                <a:solidFill>
                  <a:schemeClr val="tx1"/>
                </a:solidFill>
                <a:latin typeface="+mn-lt"/>
                <a:ea typeface="+mn-ea"/>
                <a:cs typeface="+mn-cs"/>
              </a:rPr>
              <a:t>next instruction to be fetched and the piece that holds the next data location to be</a:t>
            </a:r>
          </a:p>
          <a:p>
            <a:r>
              <a:rPr lang="en-US" sz="1200" kern="1200" baseline="0" dirty="0" smtClean="0">
                <a:solidFill>
                  <a:schemeClr val="tx1"/>
                </a:solidFill>
                <a:latin typeface="+mn-lt"/>
                <a:ea typeface="+mn-ea"/>
                <a:cs typeface="+mn-cs"/>
              </a:rPr>
              <a:t>accessed are in main memory, then at least for a time execution may proceed.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Table 8.1 defines some key terms related to virtual memory.</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For now, we can talk in general</a:t>
            </a:r>
          </a:p>
          <a:p>
            <a:r>
              <a:rPr lang="en-US" sz="1200" kern="1200" baseline="0" dirty="0" smtClean="0">
                <a:solidFill>
                  <a:schemeClr val="tx1"/>
                </a:solidFill>
                <a:latin typeface="+mn-lt"/>
                <a:ea typeface="+mn-ea"/>
                <a:cs typeface="+mn-cs"/>
              </a:rPr>
              <a:t>terms, and we will use the term </a:t>
            </a:r>
            <a:r>
              <a:rPr lang="en-US" sz="1200" i="1" kern="1200" baseline="0" dirty="0" smtClean="0">
                <a:solidFill>
                  <a:schemeClr val="tx1"/>
                </a:solidFill>
                <a:latin typeface="+mn-lt"/>
                <a:ea typeface="+mn-ea"/>
                <a:cs typeface="+mn-cs"/>
              </a:rPr>
              <a:t>piece to refer to either page or segment, depending</a:t>
            </a:r>
          </a:p>
          <a:p>
            <a:r>
              <a:rPr lang="en-US" sz="1200" kern="1200" baseline="0" dirty="0" smtClean="0">
                <a:solidFill>
                  <a:schemeClr val="tx1"/>
                </a:solidFill>
                <a:latin typeface="+mn-lt"/>
                <a:ea typeface="+mn-ea"/>
                <a:cs typeface="+mn-cs"/>
              </a:rPr>
              <a:t>on whether paging or segmentation is employed. Suppose that it is time to bring a</a:t>
            </a:r>
          </a:p>
          <a:p>
            <a:r>
              <a:rPr lang="en-US" sz="1200" kern="1200" baseline="0" dirty="0" smtClean="0">
                <a:solidFill>
                  <a:schemeClr val="tx1"/>
                </a:solidFill>
                <a:latin typeface="+mn-lt"/>
                <a:ea typeface="+mn-ea"/>
                <a:cs typeface="+mn-cs"/>
              </a:rPr>
              <a:t>new process into memory. The operating system begins by bringing in only one or</a:t>
            </a:r>
          </a:p>
          <a:p>
            <a:r>
              <a:rPr lang="en-US" sz="1200" kern="1200" baseline="0" dirty="0" smtClean="0">
                <a:solidFill>
                  <a:schemeClr val="tx1"/>
                </a:solidFill>
                <a:latin typeface="+mn-lt"/>
                <a:ea typeface="+mn-ea"/>
                <a:cs typeface="+mn-cs"/>
              </a:rPr>
              <a:t>a few pieces, to include the initial program piece and the initial data piece to which</a:t>
            </a:r>
          </a:p>
          <a:p>
            <a:r>
              <a:rPr lang="en-US" sz="1200" kern="1200" baseline="0" dirty="0" smtClean="0">
                <a:solidFill>
                  <a:schemeClr val="tx1"/>
                </a:solidFill>
                <a:latin typeface="+mn-lt"/>
                <a:ea typeface="+mn-ea"/>
                <a:cs typeface="+mn-cs"/>
              </a:rPr>
              <a:t>those instructions refer.</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portion of a process that is actually in main memory</a:t>
            </a:r>
          </a:p>
          <a:p>
            <a:r>
              <a:rPr lang="en-US" sz="1200" kern="1200" baseline="0" dirty="0" smtClean="0">
                <a:solidFill>
                  <a:schemeClr val="tx1"/>
                </a:solidFill>
                <a:latin typeface="+mn-lt"/>
                <a:ea typeface="+mn-ea"/>
                <a:cs typeface="+mn-cs"/>
              </a:rPr>
              <a:t>at any time is defined to be the </a:t>
            </a:r>
            <a:r>
              <a:rPr lang="en-US" sz="1200" b="1" kern="1200" baseline="0" dirty="0" smtClean="0">
                <a:solidFill>
                  <a:schemeClr val="tx1"/>
                </a:solidFill>
                <a:latin typeface="+mn-lt"/>
                <a:ea typeface="+mn-ea"/>
                <a:cs typeface="+mn-cs"/>
              </a:rPr>
              <a:t>resident </a:t>
            </a:r>
            <a:r>
              <a:rPr lang="en-US" sz="1200" b="0" kern="1200" baseline="0" dirty="0" smtClean="0">
                <a:solidFill>
                  <a:schemeClr val="tx1"/>
                </a:solidFill>
                <a:latin typeface="+mn-lt"/>
                <a:ea typeface="+mn-ea"/>
                <a:cs typeface="+mn-cs"/>
              </a:rPr>
              <a:t>set of the process. As the process executes,</a:t>
            </a:r>
          </a:p>
          <a:p>
            <a:r>
              <a:rPr lang="en-US" sz="1200" kern="1200" baseline="0" dirty="0" smtClean="0">
                <a:solidFill>
                  <a:schemeClr val="tx1"/>
                </a:solidFill>
                <a:latin typeface="+mn-lt"/>
                <a:ea typeface="+mn-ea"/>
                <a:cs typeface="+mn-cs"/>
              </a:rPr>
              <a:t>things proceed smoothly as long as all memory references are to locations that are</a:t>
            </a:r>
          </a:p>
          <a:p>
            <a:r>
              <a:rPr lang="en-US" sz="1200" kern="1200" baseline="0" dirty="0" smtClean="0">
                <a:solidFill>
                  <a:schemeClr val="tx1"/>
                </a:solidFill>
                <a:latin typeface="+mn-lt"/>
                <a:ea typeface="+mn-ea"/>
                <a:cs typeface="+mn-cs"/>
              </a:rPr>
              <a:t>in the resident set. Using the segment or page table, the processor always is able to</a:t>
            </a:r>
          </a:p>
          <a:p>
            <a:r>
              <a:rPr lang="en-US" sz="1200" kern="1200" baseline="0" dirty="0" smtClean="0">
                <a:solidFill>
                  <a:schemeClr val="tx1"/>
                </a:solidFill>
                <a:latin typeface="+mn-lt"/>
                <a:ea typeface="+mn-ea"/>
                <a:cs typeface="+mn-cs"/>
              </a:rPr>
              <a:t>determine whether this is so. If the processor encounters a logical address that is</a:t>
            </a:r>
          </a:p>
          <a:p>
            <a:r>
              <a:rPr lang="en-US" sz="1200" kern="1200" baseline="0" dirty="0" smtClean="0">
                <a:solidFill>
                  <a:schemeClr val="tx1"/>
                </a:solidFill>
                <a:latin typeface="+mn-lt"/>
                <a:ea typeface="+mn-ea"/>
                <a:cs typeface="+mn-cs"/>
              </a:rPr>
              <a:t>not in main memory, it generates an interrupt indicating a memory access fault. The</a:t>
            </a:r>
          </a:p>
          <a:p>
            <a:r>
              <a:rPr lang="en-US" sz="1200" kern="1200" baseline="0" dirty="0" smtClean="0">
                <a:solidFill>
                  <a:schemeClr val="tx1"/>
                </a:solidFill>
                <a:latin typeface="+mn-lt"/>
                <a:ea typeface="+mn-ea"/>
                <a:cs typeface="+mn-cs"/>
              </a:rPr>
              <a:t>operating system puts the interrupted process in a blocking state and takes control.</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For the execution of this process to proceed later, the operating system will need to</a:t>
            </a:r>
          </a:p>
          <a:p>
            <a:r>
              <a:rPr lang="en-US" sz="1200" kern="1200" baseline="0" dirty="0" smtClean="0">
                <a:solidFill>
                  <a:schemeClr val="tx1"/>
                </a:solidFill>
                <a:latin typeface="+mn-lt"/>
                <a:ea typeface="+mn-ea"/>
                <a:cs typeface="+mn-cs"/>
              </a:rPr>
              <a:t>bring into main memory the piece of the process that contains the logical address</a:t>
            </a:r>
          </a:p>
          <a:p>
            <a:r>
              <a:rPr lang="en-US" sz="1200" kern="1200" baseline="0" dirty="0" smtClean="0">
                <a:solidFill>
                  <a:schemeClr val="tx1"/>
                </a:solidFill>
                <a:latin typeface="+mn-lt"/>
                <a:ea typeface="+mn-ea"/>
                <a:cs typeface="+mn-cs"/>
              </a:rPr>
              <a:t>that caused the access fault. For this purpose, the operating system issues a disk I/O</a:t>
            </a:r>
          </a:p>
          <a:p>
            <a:r>
              <a:rPr lang="en-US" sz="1200" kern="1200" baseline="0" dirty="0" smtClean="0">
                <a:solidFill>
                  <a:schemeClr val="tx1"/>
                </a:solidFill>
                <a:latin typeface="+mn-lt"/>
                <a:ea typeface="+mn-ea"/>
                <a:cs typeface="+mn-cs"/>
              </a:rPr>
              <a:t>read request. After the I/O request has been issued, the operating system can dispatch</a:t>
            </a:r>
          </a:p>
          <a:p>
            <a:r>
              <a:rPr lang="en-US" sz="1200" kern="1200" baseline="0" dirty="0" smtClean="0">
                <a:solidFill>
                  <a:schemeClr val="tx1"/>
                </a:solidFill>
                <a:latin typeface="+mn-lt"/>
                <a:ea typeface="+mn-ea"/>
                <a:cs typeface="+mn-cs"/>
              </a:rPr>
              <a:t>another process to run while the disk I/O is performed. Once the desired piece</a:t>
            </a:r>
          </a:p>
          <a:p>
            <a:r>
              <a:rPr lang="en-US" sz="1200" kern="1200" baseline="0" dirty="0" smtClean="0">
                <a:solidFill>
                  <a:schemeClr val="tx1"/>
                </a:solidFill>
                <a:latin typeface="+mn-lt"/>
                <a:ea typeface="+mn-ea"/>
                <a:cs typeface="+mn-cs"/>
              </a:rPr>
              <a:t>has been brought into main memory, an I/O interrupt is issued, giving control back</a:t>
            </a:r>
          </a:p>
          <a:p>
            <a:r>
              <a:rPr lang="en-US" sz="1200" kern="1200" baseline="0" dirty="0" smtClean="0">
                <a:solidFill>
                  <a:schemeClr val="tx1"/>
                </a:solidFill>
                <a:latin typeface="+mn-lt"/>
                <a:ea typeface="+mn-ea"/>
                <a:cs typeface="+mn-cs"/>
              </a:rPr>
              <a:t>to the operating system, which places the affected process back into a Ready state.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AutoNum type="arabicPeriod"/>
            </a:pPr>
            <a:r>
              <a:rPr lang="en-NZ" b="1" dirty="0" smtClean="0"/>
              <a:t>More processes may be maintained in main memory. </a:t>
            </a:r>
          </a:p>
          <a:p>
            <a:pPr marL="685800" lvl="1" indent="-228600">
              <a:buFont typeface="Arial" pitchFamily="34" charset="0"/>
              <a:buChar char="•"/>
            </a:pPr>
            <a:r>
              <a:rPr lang="en-NZ" dirty="0" smtClean="0"/>
              <a:t>Because we are only going to load some of the pieces of any particular process, there is room for more processes. </a:t>
            </a:r>
          </a:p>
          <a:p>
            <a:pPr marL="685800" lvl="1" indent="-228600">
              <a:buFont typeface="Arial" pitchFamily="34" charset="0"/>
              <a:buChar char="•"/>
            </a:pPr>
            <a:r>
              <a:rPr lang="en-NZ" dirty="0" smtClean="0"/>
              <a:t>This leads to more efficient utilization of the processor because it is more likely that at least one of the more numerous processes will be in a Ready state at any particular time.</a:t>
            </a:r>
          </a:p>
          <a:p>
            <a:endParaRPr lang="en-NZ" dirty="0" smtClean="0"/>
          </a:p>
          <a:p>
            <a:r>
              <a:rPr lang="en-NZ" dirty="0" smtClean="0"/>
              <a:t>2. </a:t>
            </a:r>
            <a:r>
              <a:rPr lang="en-NZ" b="1" dirty="0" smtClean="0"/>
              <a:t>A process may be larger than all of main memory</a:t>
            </a:r>
            <a:r>
              <a:rPr lang="en-NZ" dirty="0" smtClean="0"/>
              <a:t>.</a:t>
            </a:r>
          </a:p>
          <a:p>
            <a:pPr lvl="1">
              <a:buFont typeface="Arial" pitchFamily="34" charset="0"/>
              <a:buChar char="•"/>
            </a:pPr>
            <a:r>
              <a:rPr lang="en-NZ" dirty="0" smtClean="0"/>
              <a:t> Without the scheme a programmer must be acutely aware of how much memory is available. </a:t>
            </a:r>
          </a:p>
          <a:p>
            <a:pPr lvl="1">
              <a:buFont typeface="Arial" pitchFamily="34" charset="0"/>
              <a:buChar char="•"/>
            </a:pPr>
            <a:r>
              <a:rPr lang="en-NZ" dirty="0" smtClean="0"/>
              <a:t> If the program being written is too large, the programmer must devise ways to structure the program into pieces that can be loaded separately in some sort of overlay strategy. </a:t>
            </a:r>
          </a:p>
          <a:p>
            <a:pPr lvl="1">
              <a:buFont typeface="Arial" pitchFamily="34" charset="0"/>
              <a:buChar char="•"/>
            </a:pPr>
            <a:r>
              <a:rPr lang="en-NZ" baseline="0" dirty="0" smtClean="0"/>
              <a:t> </a:t>
            </a:r>
            <a:r>
              <a:rPr lang="en-NZ" dirty="0" smtClean="0"/>
              <a:t>With virtual memory based on paging or segmentation, that job is left to the operating system and the hardware. As far as the programmer is concerned, he or she is dealing with a huge memory, the size associated with disk storage.</a:t>
            </a:r>
          </a:p>
          <a:p>
            <a:pPr lvl="1">
              <a:buFont typeface="Arial" pitchFamily="34" charset="0"/>
              <a:buChar char="•"/>
            </a:pPr>
            <a:r>
              <a:rPr lang="en-NZ" baseline="0" dirty="0" smtClean="0"/>
              <a:t> </a:t>
            </a:r>
            <a:r>
              <a:rPr lang="en-NZ" dirty="0" smtClean="0"/>
              <a:t>The operating system automatically loads pieces of a process into main memory as required.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Because a process executes only in main memory, that memory is referred to</a:t>
            </a:r>
          </a:p>
          <a:p>
            <a:r>
              <a:rPr lang="en-US" sz="1200" kern="1200" baseline="0" dirty="0" smtClean="0">
                <a:solidFill>
                  <a:schemeClr val="tx1"/>
                </a:solidFill>
                <a:latin typeface="+mn-lt"/>
                <a:ea typeface="+mn-ea"/>
                <a:cs typeface="+mn-cs"/>
              </a:rPr>
              <a:t>as </a:t>
            </a:r>
            <a:r>
              <a:rPr lang="en-US" sz="1200" b="1" kern="1200" baseline="0" dirty="0" smtClean="0">
                <a:solidFill>
                  <a:schemeClr val="tx1"/>
                </a:solidFill>
                <a:latin typeface="+mn-lt"/>
                <a:ea typeface="+mn-ea"/>
                <a:cs typeface="+mn-cs"/>
              </a:rPr>
              <a:t>real memory </a:t>
            </a:r>
            <a:r>
              <a:rPr lang="en-US" sz="1200" b="0" kern="1200" baseline="0" dirty="0" smtClean="0">
                <a:solidFill>
                  <a:schemeClr val="tx1"/>
                </a:solidFill>
                <a:latin typeface="+mn-lt"/>
                <a:ea typeface="+mn-ea"/>
                <a:cs typeface="+mn-cs"/>
              </a:rPr>
              <a:t>. But a programmer or user perceives a potentially much larger memory—</a:t>
            </a:r>
          </a:p>
          <a:p>
            <a:r>
              <a:rPr lang="en-US" sz="1200" kern="1200" baseline="0" dirty="0" smtClean="0">
                <a:solidFill>
                  <a:schemeClr val="tx1"/>
                </a:solidFill>
                <a:latin typeface="+mn-lt"/>
                <a:ea typeface="+mn-ea"/>
                <a:cs typeface="+mn-cs"/>
              </a:rPr>
              <a:t>that which is allocated on disk. This latter is referred to as </a:t>
            </a:r>
            <a:r>
              <a:rPr lang="en-US" sz="1200" b="1" kern="1200" baseline="0" dirty="0" smtClean="0">
                <a:solidFill>
                  <a:schemeClr val="tx1"/>
                </a:solidFill>
                <a:latin typeface="+mn-lt"/>
                <a:ea typeface="+mn-ea"/>
                <a:cs typeface="+mn-cs"/>
              </a:rPr>
              <a:t>virtual memory .</a:t>
            </a:r>
          </a:p>
          <a:p>
            <a:r>
              <a:rPr lang="en-US" sz="1200" kern="1200" baseline="0" dirty="0" smtClean="0">
                <a:solidFill>
                  <a:schemeClr val="tx1"/>
                </a:solidFill>
                <a:latin typeface="+mn-lt"/>
                <a:ea typeface="+mn-ea"/>
                <a:cs typeface="+mn-cs"/>
              </a:rPr>
              <a:t>Virtual memory allows for very effective multiprogramming and relieves the user</a:t>
            </a:r>
          </a:p>
          <a:p>
            <a:r>
              <a:rPr lang="en-US" sz="1200" kern="1200" baseline="0" dirty="0" smtClean="0">
                <a:solidFill>
                  <a:schemeClr val="tx1"/>
                </a:solidFill>
                <a:latin typeface="+mn-lt"/>
                <a:ea typeface="+mn-ea"/>
                <a:cs typeface="+mn-cs"/>
              </a:rPr>
              <a:t>of the unnecessarily tight constraints of main memory.</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smtClean="0">
                <a:solidFill>
                  <a:schemeClr val="tx1"/>
                </a:solidFill>
                <a:latin typeface="+mn-lt"/>
                <a:ea typeface="+mn-ea"/>
                <a:cs typeface="+mn-cs"/>
              </a:rPr>
              <a:t>To understand what the key issue is, and why virtual memory was a matter</a:t>
            </a:r>
          </a:p>
          <a:p>
            <a:r>
              <a:rPr lang="en-US" sz="1200" kern="1200" baseline="0" dirty="0" smtClean="0">
                <a:solidFill>
                  <a:schemeClr val="tx1"/>
                </a:solidFill>
                <a:latin typeface="+mn-lt"/>
                <a:ea typeface="+mn-ea"/>
                <a:cs typeface="+mn-cs"/>
              </a:rPr>
              <a:t>of much debate, let us examine again the task of the operating system with respect</a:t>
            </a:r>
          </a:p>
          <a:p>
            <a:r>
              <a:rPr lang="en-US" sz="1200" kern="1200" baseline="0" dirty="0" smtClean="0">
                <a:solidFill>
                  <a:schemeClr val="tx1"/>
                </a:solidFill>
                <a:latin typeface="+mn-lt"/>
                <a:ea typeface="+mn-ea"/>
                <a:cs typeface="+mn-cs"/>
              </a:rPr>
              <a:t>to virtual memory. Consider a large process, consisting of a long program plus a</a:t>
            </a:r>
          </a:p>
          <a:p>
            <a:r>
              <a:rPr lang="en-US" sz="1200" kern="1200" baseline="0" dirty="0" smtClean="0">
                <a:solidFill>
                  <a:schemeClr val="tx1"/>
                </a:solidFill>
                <a:latin typeface="+mn-lt"/>
                <a:ea typeface="+mn-ea"/>
                <a:cs typeface="+mn-cs"/>
              </a:rPr>
              <a:t>number of arrays of data. Over any short period of time, execution may be confined</a:t>
            </a:r>
          </a:p>
          <a:p>
            <a:r>
              <a:rPr lang="en-US" sz="1200" kern="1200" baseline="0" dirty="0" smtClean="0">
                <a:solidFill>
                  <a:schemeClr val="tx1"/>
                </a:solidFill>
                <a:latin typeface="+mn-lt"/>
                <a:ea typeface="+mn-ea"/>
                <a:cs typeface="+mn-cs"/>
              </a:rPr>
              <a:t>to a small section of the program (e.g., a subroutine) and access to perhaps only one</a:t>
            </a:r>
          </a:p>
          <a:p>
            <a:r>
              <a:rPr lang="en-US" sz="1200" kern="1200" baseline="0" dirty="0" smtClean="0">
                <a:solidFill>
                  <a:schemeClr val="tx1"/>
                </a:solidFill>
                <a:latin typeface="+mn-lt"/>
                <a:ea typeface="+mn-ea"/>
                <a:cs typeface="+mn-cs"/>
              </a:rPr>
              <a:t>or two arrays of data. If this is so, then it would clearly be wasteful to load in dozens</a:t>
            </a:r>
          </a:p>
          <a:p>
            <a:r>
              <a:rPr lang="en-US" sz="1200" kern="1200" baseline="0" dirty="0" smtClean="0">
                <a:solidFill>
                  <a:schemeClr val="tx1"/>
                </a:solidFill>
                <a:latin typeface="+mn-lt"/>
                <a:ea typeface="+mn-ea"/>
                <a:cs typeface="+mn-cs"/>
              </a:rPr>
              <a:t>of pieces for that process when only a few pieces will be used before the program is</a:t>
            </a:r>
          </a:p>
          <a:p>
            <a:r>
              <a:rPr lang="en-US" sz="1200" kern="1200" baseline="0" dirty="0" smtClean="0">
                <a:solidFill>
                  <a:schemeClr val="tx1"/>
                </a:solidFill>
                <a:latin typeface="+mn-lt"/>
                <a:ea typeface="+mn-ea"/>
                <a:cs typeface="+mn-cs"/>
              </a:rPr>
              <a:t>suspended and swapped out. We can make better use of memory by loading in just a</a:t>
            </a:r>
          </a:p>
          <a:p>
            <a:r>
              <a:rPr lang="en-US" sz="1200" kern="1200" baseline="0" dirty="0" smtClean="0">
                <a:solidFill>
                  <a:schemeClr val="tx1"/>
                </a:solidFill>
                <a:latin typeface="+mn-lt"/>
                <a:ea typeface="+mn-ea"/>
                <a:cs typeface="+mn-cs"/>
              </a:rPr>
              <a:t>few pieces. Then, if the program branches to an instruction or references a data item</a:t>
            </a:r>
          </a:p>
          <a:p>
            <a:r>
              <a:rPr lang="en-US" sz="1200" kern="1200" baseline="0" dirty="0" smtClean="0">
                <a:solidFill>
                  <a:schemeClr val="tx1"/>
                </a:solidFill>
                <a:latin typeface="+mn-lt"/>
                <a:ea typeface="+mn-ea"/>
                <a:cs typeface="+mn-cs"/>
              </a:rPr>
              <a:t>on a piece not in main memory, a fault is triggered. This tells the operating system</a:t>
            </a:r>
          </a:p>
          <a:p>
            <a:r>
              <a:rPr lang="en-US" sz="1200" kern="1200" baseline="0" dirty="0" smtClean="0">
                <a:solidFill>
                  <a:schemeClr val="tx1"/>
                </a:solidFill>
                <a:latin typeface="+mn-lt"/>
                <a:ea typeface="+mn-ea"/>
                <a:cs typeface="+mn-cs"/>
              </a:rPr>
              <a:t>to bring in the desired piece.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Thus, at any one time, only a few pieces of any given process are in memory,</a:t>
            </a:r>
          </a:p>
          <a:p>
            <a:r>
              <a:rPr lang="en-US" sz="1200" kern="1200" baseline="0" dirty="0" smtClean="0">
                <a:solidFill>
                  <a:schemeClr val="tx1"/>
                </a:solidFill>
                <a:latin typeface="+mn-lt"/>
                <a:ea typeface="+mn-ea"/>
                <a:cs typeface="+mn-cs"/>
              </a:rPr>
              <a:t>and therefore more processes can be maintained in memory. Furthermore, time is</a:t>
            </a:r>
          </a:p>
          <a:p>
            <a:r>
              <a:rPr lang="en-US" sz="1200" kern="1200" baseline="0" dirty="0" smtClean="0">
                <a:solidFill>
                  <a:schemeClr val="tx1"/>
                </a:solidFill>
                <a:latin typeface="+mn-lt"/>
                <a:ea typeface="+mn-ea"/>
                <a:cs typeface="+mn-cs"/>
              </a:rPr>
              <a:t>saved because unused pieces are not swapped in and out of memory. However, the</a:t>
            </a:r>
          </a:p>
          <a:p>
            <a:r>
              <a:rPr lang="en-US" sz="1200" kern="1200" baseline="0" dirty="0" smtClean="0">
                <a:solidFill>
                  <a:schemeClr val="tx1"/>
                </a:solidFill>
                <a:latin typeface="+mn-lt"/>
                <a:ea typeface="+mn-ea"/>
                <a:cs typeface="+mn-cs"/>
              </a:rPr>
              <a:t>operating system must be clever about how it manages this scheme. In the steady</a:t>
            </a:r>
          </a:p>
          <a:p>
            <a:r>
              <a:rPr lang="en-US" sz="1200" kern="1200" baseline="0" dirty="0" smtClean="0">
                <a:solidFill>
                  <a:schemeClr val="tx1"/>
                </a:solidFill>
                <a:latin typeface="+mn-lt"/>
                <a:ea typeface="+mn-ea"/>
                <a:cs typeface="+mn-cs"/>
              </a:rPr>
              <a:t>state, practically all of main memory will be occupied with process pieces, so that the</a:t>
            </a:r>
          </a:p>
          <a:p>
            <a:r>
              <a:rPr lang="en-US" sz="1200" kern="1200" baseline="0" dirty="0" smtClean="0">
                <a:solidFill>
                  <a:schemeClr val="tx1"/>
                </a:solidFill>
                <a:latin typeface="+mn-lt"/>
                <a:ea typeface="+mn-ea"/>
                <a:cs typeface="+mn-cs"/>
              </a:rPr>
              <a:t>processor and operating system have direct access to as many processes as possible.</a:t>
            </a:r>
          </a:p>
          <a:p>
            <a:r>
              <a:rPr lang="en-US" sz="1200" kern="1200" baseline="0" dirty="0" smtClean="0">
                <a:solidFill>
                  <a:schemeClr val="tx1"/>
                </a:solidFill>
                <a:latin typeface="+mn-lt"/>
                <a:ea typeface="+mn-ea"/>
                <a:cs typeface="+mn-cs"/>
              </a:rPr>
              <a:t>Thus, when the operating system brings one piece in, it must throw another out. If it</a:t>
            </a:r>
          </a:p>
          <a:p>
            <a:r>
              <a:rPr lang="en-US" sz="1200" kern="1200" baseline="0" dirty="0" smtClean="0">
                <a:solidFill>
                  <a:schemeClr val="tx1"/>
                </a:solidFill>
                <a:latin typeface="+mn-lt"/>
                <a:ea typeface="+mn-ea"/>
                <a:cs typeface="+mn-cs"/>
              </a:rPr>
              <a:t>throws out a piece just before it is used, then it will just have to go get that piece again</a:t>
            </a:r>
          </a:p>
          <a:p>
            <a:r>
              <a:rPr lang="en-US" sz="1200" kern="1200" baseline="0" dirty="0" smtClean="0">
                <a:solidFill>
                  <a:schemeClr val="tx1"/>
                </a:solidFill>
                <a:latin typeface="+mn-lt"/>
                <a:ea typeface="+mn-ea"/>
                <a:cs typeface="+mn-cs"/>
              </a:rPr>
              <a:t>almost immediately. Too much of this leads to a condition known as </a:t>
            </a:r>
            <a:r>
              <a:rPr lang="en-US" sz="1200" b="1" kern="1200" baseline="0" dirty="0" smtClean="0">
                <a:solidFill>
                  <a:schemeClr val="tx1"/>
                </a:solidFill>
                <a:latin typeface="+mn-lt"/>
                <a:ea typeface="+mn-ea"/>
                <a:cs typeface="+mn-cs"/>
              </a:rPr>
              <a:t>thrashing : The</a:t>
            </a:r>
          </a:p>
          <a:p>
            <a:r>
              <a:rPr lang="en-US" sz="1200" kern="1200" baseline="0" dirty="0" smtClean="0">
                <a:solidFill>
                  <a:schemeClr val="tx1"/>
                </a:solidFill>
                <a:latin typeface="+mn-lt"/>
                <a:ea typeface="+mn-ea"/>
                <a:cs typeface="+mn-cs"/>
              </a:rPr>
              <a:t>system spends most of its time swapping pieces rather than executing instructions.</a:t>
            </a:r>
          </a:p>
          <a:p>
            <a:r>
              <a:rPr lang="en-US" sz="1200" kern="1200" baseline="0" dirty="0" smtClean="0">
                <a:solidFill>
                  <a:schemeClr val="tx1"/>
                </a:solidFill>
                <a:latin typeface="+mn-lt"/>
                <a:ea typeface="+mn-ea"/>
                <a:cs typeface="+mn-cs"/>
              </a:rPr>
              <a:t>The avoidance of thrashing was a major research area in the 1970s and led to a variety</a:t>
            </a:r>
          </a:p>
          <a:p>
            <a:r>
              <a:rPr lang="en-US" sz="1200" kern="1200" baseline="0" dirty="0" smtClean="0">
                <a:solidFill>
                  <a:schemeClr val="tx1"/>
                </a:solidFill>
                <a:latin typeface="+mn-lt"/>
                <a:ea typeface="+mn-ea"/>
                <a:cs typeface="+mn-cs"/>
              </a:rPr>
              <a:t>of complex but effective algorithms. In essence, the operating system tries to guess,</a:t>
            </a:r>
          </a:p>
          <a:p>
            <a:r>
              <a:rPr lang="en-US" sz="1200" kern="1200" baseline="0" dirty="0" smtClean="0">
                <a:solidFill>
                  <a:schemeClr val="tx1"/>
                </a:solidFill>
                <a:latin typeface="+mn-lt"/>
                <a:ea typeface="+mn-ea"/>
                <a:cs typeface="+mn-cs"/>
              </a:rPr>
              <a:t>based on recent history, which pieces are least likely to be used in the near future.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This reasoning is based on belief in the </a:t>
            </a:r>
            <a:r>
              <a:rPr lang="en-US" sz="1200" b="1" kern="1200" baseline="0" dirty="0" smtClean="0">
                <a:solidFill>
                  <a:schemeClr val="tx1"/>
                </a:solidFill>
                <a:latin typeface="+mn-lt"/>
                <a:ea typeface="+mn-ea"/>
                <a:cs typeface="+mn-cs"/>
              </a:rPr>
              <a:t>principle of locality </a:t>
            </a:r>
            <a:r>
              <a:rPr lang="en-US" sz="1200" kern="1200" baseline="0" dirty="0" smtClean="0">
                <a:solidFill>
                  <a:schemeClr val="tx1"/>
                </a:solidFill>
                <a:latin typeface="+mn-lt"/>
                <a:ea typeface="+mn-ea"/>
                <a:cs typeface="+mn-cs"/>
              </a:rPr>
              <a:t>To summarize, the principle of</a:t>
            </a:r>
          </a:p>
          <a:p>
            <a:r>
              <a:rPr lang="en-US" sz="1200" kern="1200" baseline="0" dirty="0" smtClean="0">
                <a:solidFill>
                  <a:schemeClr val="tx1"/>
                </a:solidFill>
                <a:latin typeface="+mn-lt"/>
                <a:ea typeface="+mn-ea"/>
                <a:cs typeface="+mn-cs"/>
              </a:rPr>
              <a:t>locality states that program and data references within a process tend to cluster.</a:t>
            </a:r>
          </a:p>
          <a:p>
            <a:r>
              <a:rPr lang="en-US" sz="1200" kern="1200" baseline="0" dirty="0" smtClean="0">
                <a:solidFill>
                  <a:schemeClr val="tx1"/>
                </a:solidFill>
                <a:latin typeface="+mn-lt"/>
                <a:ea typeface="+mn-ea"/>
                <a:cs typeface="+mn-cs"/>
              </a:rPr>
              <a:t>Hence, the assumption that only a few pieces of a process will be needed over a short</a:t>
            </a:r>
          </a:p>
          <a:p>
            <a:r>
              <a:rPr lang="en-US" sz="1200" kern="1200" baseline="0" dirty="0" smtClean="0">
                <a:solidFill>
                  <a:schemeClr val="tx1"/>
                </a:solidFill>
                <a:latin typeface="+mn-lt"/>
                <a:ea typeface="+mn-ea"/>
                <a:cs typeface="+mn-cs"/>
              </a:rPr>
              <a:t>period of time is valid. Also, it should be possible to make intelligent guesses about</a:t>
            </a:r>
          </a:p>
          <a:p>
            <a:r>
              <a:rPr lang="en-US" sz="1200" kern="1200" baseline="0" dirty="0" smtClean="0">
                <a:solidFill>
                  <a:schemeClr val="tx1"/>
                </a:solidFill>
                <a:latin typeface="+mn-lt"/>
                <a:ea typeface="+mn-ea"/>
                <a:cs typeface="+mn-cs"/>
              </a:rPr>
              <a:t>which pieces of a process will be needed in the near future, which avoids thrashing.</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One way to confirm the principle of locality is to look at the performance of</a:t>
            </a:r>
          </a:p>
          <a:p>
            <a:r>
              <a:rPr lang="en-US" sz="1200" kern="1200" baseline="0" dirty="0" smtClean="0">
                <a:solidFill>
                  <a:schemeClr val="tx1"/>
                </a:solidFill>
                <a:latin typeface="+mn-lt"/>
                <a:ea typeface="+mn-ea"/>
                <a:cs typeface="+mn-cs"/>
              </a:rPr>
              <a:t>processes in a virtual memory environment. Figure 8.1 is a rather famous diagram</a:t>
            </a:r>
          </a:p>
          <a:p>
            <a:r>
              <a:rPr lang="en-US" sz="1200" kern="1200" baseline="0" dirty="0" smtClean="0">
                <a:solidFill>
                  <a:schemeClr val="tx1"/>
                </a:solidFill>
                <a:latin typeface="+mn-lt"/>
                <a:ea typeface="+mn-ea"/>
                <a:cs typeface="+mn-cs"/>
              </a:rPr>
              <a:t>that dramatically illustrates the principle of locality [HATF72]. Note that, during</a:t>
            </a:r>
          </a:p>
          <a:p>
            <a:r>
              <a:rPr lang="en-US" sz="1200" kern="1200" baseline="0" dirty="0" smtClean="0">
                <a:solidFill>
                  <a:schemeClr val="tx1"/>
                </a:solidFill>
                <a:latin typeface="+mn-lt"/>
                <a:ea typeface="+mn-ea"/>
                <a:cs typeface="+mn-cs"/>
              </a:rPr>
              <a:t>the lifetime of the process, references are confined to a subset of pages.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Thus we see that the principle of locality suggests that a virtual memory</a:t>
            </a:r>
          </a:p>
          <a:p>
            <a:r>
              <a:rPr lang="en-US" sz="1200" kern="1200" baseline="0" dirty="0" smtClean="0">
                <a:solidFill>
                  <a:schemeClr val="tx1"/>
                </a:solidFill>
                <a:latin typeface="+mn-lt"/>
                <a:ea typeface="+mn-ea"/>
                <a:cs typeface="+mn-cs"/>
              </a:rPr>
              <a:t>scheme may work. For virtual memory to be practical and effective, two ingredients</a:t>
            </a:r>
          </a:p>
          <a:p>
            <a:r>
              <a:rPr lang="en-US" sz="1200" kern="1200" baseline="0" dirty="0" smtClean="0">
                <a:solidFill>
                  <a:schemeClr val="tx1"/>
                </a:solidFill>
                <a:latin typeface="+mn-lt"/>
                <a:ea typeface="+mn-ea"/>
                <a:cs typeface="+mn-cs"/>
              </a:rPr>
              <a:t>are needed. First, there must be hardware support for the paging and/or segmentation</a:t>
            </a:r>
          </a:p>
          <a:p>
            <a:r>
              <a:rPr lang="en-US" sz="1200" kern="1200" baseline="0" dirty="0" smtClean="0">
                <a:solidFill>
                  <a:schemeClr val="tx1"/>
                </a:solidFill>
                <a:latin typeface="+mn-lt"/>
                <a:ea typeface="+mn-ea"/>
                <a:cs typeface="+mn-cs"/>
              </a:rPr>
              <a:t>scheme to be employed. Second, the operating system must include software</a:t>
            </a:r>
          </a:p>
          <a:p>
            <a:r>
              <a:rPr lang="en-US" sz="1200" kern="1200" baseline="0" dirty="0" smtClean="0">
                <a:solidFill>
                  <a:schemeClr val="tx1"/>
                </a:solidFill>
                <a:latin typeface="+mn-lt"/>
                <a:ea typeface="+mn-ea"/>
                <a:cs typeface="+mn-cs"/>
              </a:rPr>
              <a:t>for managing the movement of pages and/or segments between secondary memory</a:t>
            </a:r>
          </a:p>
          <a:p>
            <a:r>
              <a:rPr lang="en-US" sz="1200" kern="1200" baseline="0" dirty="0" smtClean="0">
                <a:solidFill>
                  <a:schemeClr val="tx1"/>
                </a:solidFill>
                <a:latin typeface="+mn-lt"/>
                <a:ea typeface="+mn-ea"/>
                <a:cs typeface="+mn-cs"/>
              </a:rPr>
              <a:t>and main memory.</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term </a:t>
            </a:r>
            <a:r>
              <a:rPr lang="en-US" sz="1200" i="1" kern="1200" baseline="0" dirty="0" smtClean="0">
                <a:solidFill>
                  <a:schemeClr val="tx1"/>
                </a:solidFill>
                <a:latin typeface="+mn-lt"/>
                <a:ea typeface="+mn-ea"/>
                <a:cs typeface="+mn-cs"/>
              </a:rPr>
              <a:t>virtual memory is usually associated with systems that employ paging,</a:t>
            </a:r>
          </a:p>
          <a:p>
            <a:r>
              <a:rPr lang="en-US" sz="1200" kern="1200" baseline="0" dirty="0" smtClean="0">
                <a:solidFill>
                  <a:schemeClr val="tx1"/>
                </a:solidFill>
                <a:latin typeface="+mn-lt"/>
                <a:ea typeface="+mn-ea"/>
                <a:cs typeface="+mn-cs"/>
              </a:rPr>
              <a:t>although virtual memory based on segmentation is also used and is discussed next.</a:t>
            </a:r>
          </a:p>
          <a:p>
            <a:r>
              <a:rPr lang="en-US" sz="1200" kern="1200" baseline="0" dirty="0" smtClean="0">
                <a:solidFill>
                  <a:schemeClr val="tx1"/>
                </a:solidFill>
                <a:latin typeface="+mn-lt"/>
                <a:ea typeface="+mn-ea"/>
                <a:cs typeface="+mn-cs"/>
              </a:rPr>
              <a:t>The use of paging to achieve virtual memory was first reported for the Atlas computer</a:t>
            </a:r>
          </a:p>
          <a:p>
            <a:r>
              <a:rPr lang="en-US" sz="1200" kern="1200" baseline="0" dirty="0" smtClean="0">
                <a:solidFill>
                  <a:schemeClr val="tx1"/>
                </a:solidFill>
                <a:latin typeface="+mn-lt"/>
                <a:ea typeface="+mn-ea"/>
                <a:cs typeface="+mn-cs"/>
              </a:rPr>
              <a:t>[KILB62] and soon came into widespread commercial use.</a:t>
            </a:r>
          </a:p>
          <a:p>
            <a:r>
              <a:rPr lang="en-US" sz="1200" kern="1200" baseline="0" dirty="0" smtClean="0">
                <a:solidFill>
                  <a:schemeClr val="tx1"/>
                </a:solidFill>
                <a:latin typeface="+mn-lt"/>
                <a:ea typeface="+mn-ea"/>
                <a:cs typeface="+mn-cs"/>
              </a:rPr>
              <a:t>In the discussion of simple paging, we indicated that each process has its</a:t>
            </a:r>
          </a:p>
          <a:p>
            <a:r>
              <a:rPr lang="en-US" sz="1200" kern="1200" baseline="0" dirty="0" smtClean="0">
                <a:solidFill>
                  <a:schemeClr val="tx1"/>
                </a:solidFill>
                <a:latin typeface="+mn-lt"/>
                <a:ea typeface="+mn-ea"/>
                <a:cs typeface="+mn-cs"/>
              </a:rPr>
              <a:t>own page table, and when all of its pages are loaded into main memory, the page table </a:t>
            </a:r>
          </a:p>
          <a:p>
            <a:r>
              <a:rPr lang="en-US" sz="1200" kern="1200" baseline="0" dirty="0" smtClean="0">
                <a:solidFill>
                  <a:schemeClr val="tx1"/>
                </a:solidFill>
                <a:latin typeface="+mn-lt"/>
                <a:ea typeface="+mn-ea"/>
                <a:cs typeface="+mn-cs"/>
              </a:rPr>
              <a:t>for a process is created and loaded into main memory. Each page table entry</a:t>
            </a:r>
          </a:p>
          <a:p>
            <a:r>
              <a:rPr lang="en-US" sz="1200" kern="1200" baseline="0" dirty="0" smtClean="0">
                <a:solidFill>
                  <a:schemeClr val="tx1"/>
                </a:solidFill>
                <a:latin typeface="+mn-lt"/>
                <a:ea typeface="+mn-ea"/>
                <a:cs typeface="+mn-cs"/>
              </a:rPr>
              <a:t>(PTE) contains the frame number of the corresponding page in main memory. A</a:t>
            </a:r>
          </a:p>
          <a:p>
            <a:r>
              <a:rPr lang="en-US" sz="1200" kern="1200" baseline="0" dirty="0" smtClean="0">
                <a:solidFill>
                  <a:schemeClr val="tx1"/>
                </a:solidFill>
                <a:latin typeface="+mn-lt"/>
                <a:ea typeface="+mn-ea"/>
                <a:cs typeface="+mn-cs"/>
              </a:rPr>
              <a:t>page table is also needed for a virtual memory scheme based on paging.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Again, it is typical to associate a unique page table with each process. In this case, however,</a:t>
            </a:r>
          </a:p>
          <a:p>
            <a:r>
              <a:rPr lang="en-US" sz="1200" kern="1200" baseline="0" dirty="0" smtClean="0">
                <a:solidFill>
                  <a:schemeClr val="tx1"/>
                </a:solidFill>
                <a:latin typeface="+mn-lt"/>
                <a:ea typeface="+mn-ea"/>
                <a:cs typeface="+mn-cs"/>
              </a:rPr>
              <a:t>the page table entries become more complex ( Figure 8.2a ). Because only some of</a:t>
            </a:r>
          </a:p>
          <a:p>
            <a:r>
              <a:rPr lang="en-US" sz="1200" kern="1200" baseline="0" dirty="0" smtClean="0">
                <a:solidFill>
                  <a:schemeClr val="tx1"/>
                </a:solidFill>
                <a:latin typeface="+mn-lt"/>
                <a:ea typeface="+mn-ea"/>
                <a:cs typeface="+mn-cs"/>
              </a:rPr>
              <a:t>the pages of a process may be in main memory, a bit is needed in each page table</a:t>
            </a:r>
          </a:p>
          <a:p>
            <a:r>
              <a:rPr lang="en-US" sz="1200" kern="1200" baseline="0" dirty="0" smtClean="0">
                <a:solidFill>
                  <a:schemeClr val="tx1"/>
                </a:solidFill>
                <a:latin typeface="+mn-lt"/>
                <a:ea typeface="+mn-ea"/>
                <a:cs typeface="+mn-cs"/>
              </a:rPr>
              <a:t>entry to indicate whether the corresponding page is present (P) in main memory or</a:t>
            </a:r>
          </a:p>
          <a:p>
            <a:r>
              <a:rPr lang="en-US" sz="1200" kern="1200" baseline="0" dirty="0" smtClean="0">
                <a:solidFill>
                  <a:schemeClr val="tx1"/>
                </a:solidFill>
                <a:latin typeface="+mn-lt"/>
                <a:ea typeface="+mn-ea"/>
                <a:cs typeface="+mn-cs"/>
              </a:rPr>
              <a:t>not. If the bit indicates that the page is in memory, then the entry also includes the</a:t>
            </a:r>
          </a:p>
          <a:p>
            <a:r>
              <a:rPr lang="en-US" sz="1200" kern="1200" baseline="0" dirty="0" smtClean="0">
                <a:solidFill>
                  <a:schemeClr val="tx1"/>
                </a:solidFill>
                <a:latin typeface="+mn-lt"/>
                <a:ea typeface="+mn-ea"/>
                <a:cs typeface="+mn-cs"/>
              </a:rPr>
              <a:t>frame number of that page.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page table entry includes a modify (M) bit, indicating whether the contents</a:t>
            </a:r>
          </a:p>
          <a:p>
            <a:r>
              <a:rPr lang="en-US" sz="1200" kern="1200" baseline="0" dirty="0" smtClean="0">
                <a:solidFill>
                  <a:schemeClr val="tx1"/>
                </a:solidFill>
                <a:latin typeface="+mn-lt"/>
                <a:ea typeface="+mn-ea"/>
                <a:cs typeface="+mn-cs"/>
              </a:rPr>
              <a:t>of the corresponding page have been altered since the page was last loaded</a:t>
            </a:r>
          </a:p>
          <a:p>
            <a:r>
              <a:rPr lang="en-US" sz="1200" kern="1200" baseline="0" dirty="0" smtClean="0">
                <a:solidFill>
                  <a:schemeClr val="tx1"/>
                </a:solidFill>
                <a:latin typeface="+mn-lt"/>
                <a:ea typeface="+mn-ea"/>
                <a:cs typeface="+mn-cs"/>
              </a:rPr>
              <a:t>into main memory. If there has been no change, then it is not necessary to write the</a:t>
            </a:r>
          </a:p>
          <a:p>
            <a:r>
              <a:rPr lang="en-US" sz="1200" kern="1200" baseline="0" dirty="0" smtClean="0">
                <a:solidFill>
                  <a:schemeClr val="tx1"/>
                </a:solidFill>
                <a:latin typeface="+mn-lt"/>
                <a:ea typeface="+mn-ea"/>
                <a:cs typeface="+mn-cs"/>
              </a:rPr>
              <a:t>page out when it comes time to replace the page in the frame that it currently occupies.</a:t>
            </a:r>
          </a:p>
          <a:p>
            <a:r>
              <a:rPr lang="en-US" sz="1200" kern="1200" baseline="0" dirty="0" smtClean="0">
                <a:solidFill>
                  <a:schemeClr val="tx1"/>
                </a:solidFill>
                <a:latin typeface="+mn-lt"/>
                <a:ea typeface="+mn-ea"/>
                <a:cs typeface="+mn-cs"/>
              </a:rPr>
              <a:t>Other control bits may also be present. For example, if protection or sharing is</a:t>
            </a:r>
          </a:p>
          <a:p>
            <a:r>
              <a:rPr lang="en-US" sz="1200" kern="1200" baseline="0" dirty="0" smtClean="0">
                <a:solidFill>
                  <a:schemeClr val="tx1"/>
                </a:solidFill>
                <a:latin typeface="+mn-lt"/>
                <a:ea typeface="+mn-ea"/>
                <a:cs typeface="+mn-cs"/>
              </a:rPr>
              <a:t>managed at the page level, then bits for that purpose will be required.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15733193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smtClean="0">
                <a:solidFill>
                  <a:schemeClr val="tx1"/>
                </a:solidFill>
                <a:latin typeface="+mn-lt"/>
                <a:ea typeface="+mn-ea"/>
                <a:cs typeface="+mn-cs"/>
              </a:rPr>
              <a:t>PAGE TABLE STRUCTURE </a:t>
            </a:r>
            <a:r>
              <a:rPr lang="en-US" sz="1200" b="0" i="1" kern="1200" baseline="0" dirty="0" smtClean="0">
                <a:solidFill>
                  <a:schemeClr val="tx1"/>
                </a:solidFill>
                <a:latin typeface="+mn-lt"/>
                <a:ea typeface="+mn-ea"/>
                <a:cs typeface="+mn-cs"/>
              </a:rPr>
              <a:t>The basic mechanism for reading a word from memory</a:t>
            </a:r>
          </a:p>
          <a:p>
            <a:r>
              <a:rPr lang="en-US" sz="1200" kern="1200" baseline="0" dirty="0" smtClean="0">
                <a:solidFill>
                  <a:schemeClr val="tx1"/>
                </a:solidFill>
                <a:latin typeface="+mn-lt"/>
                <a:ea typeface="+mn-ea"/>
                <a:cs typeface="+mn-cs"/>
              </a:rPr>
              <a:t>involves the translation of a virtual, or logical, address, consisting of page number</a:t>
            </a:r>
          </a:p>
          <a:p>
            <a:r>
              <a:rPr lang="en-US" sz="1200" kern="1200" baseline="0" dirty="0" smtClean="0">
                <a:solidFill>
                  <a:schemeClr val="tx1"/>
                </a:solidFill>
                <a:latin typeface="+mn-lt"/>
                <a:ea typeface="+mn-ea"/>
                <a:cs typeface="+mn-cs"/>
              </a:rPr>
              <a:t>and offset, into a physical address, consisting of frame number and offset, using a</a:t>
            </a:r>
          </a:p>
          <a:p>
            <a:r>
              <a:rPr lang="en-US" sz="1200" kern="1200" baseline="0" dirty="0" smtClean="0">
                <a:solidFill>
                  <a:schemeClr val="tx1"/>
                </a:solidFill>
                <a:latin typeface="+mn-lt"/>
                <a:ea typeface="+mn-ea"/>
                <a:cs typeface="+mn-cs"/>
              </a:rPr>
              <a:t>page table. Because the page table is of variable length, depending on the size of the</a:t>
            </a:r>
          </a:p>
          <a:p>
            <a:r>
              <a:rPr lang="en-US" sz="1200" kern="1200" baseline="0" dirty="0" smtClean="0">
                <a:solidFill>
                  <a:schemeClr val="tx1"/>
                </a:solidFill>
                <a:latin typeface="+mn-lt"/>
                <a:ea typeface="+mn-ea"/>
                <a:cs typeface="+mn-cs"/>
              </a:rPr>
              <a:t>process, we cannot expect to hold it in registers. Instead, it must be in main memory</a:t>
            </a:r>
          </a:p>
          <a:p>
            <a:r>
              <a:rPr lang="en-US" sz="1200" kern="1200" baseline="0" dirty="0" smtClean="0">
                <a:solidFill>
                  <a:schemeClr val="tx1"/>
                </a:solidFill>
                <a:latin typeface="+mn-lt"/>
                <a:ea typeface="+mn-ea"/>
                <a:cs typeface="+mn-cs"/>
              </a:rPr>
              <a:t>to be accessed. Figure 8.3 suggests a hardware implementation. When a particular</a:t>
            </a:r>
          </a:p>
          <a:p>
            <a:r>
              <a:rPr lang="en-US" sz="1200" kern="1200" baseline="0" dirty="0" smtClean="0">
                <a:solidFill>
                  <a:schemeClr val="tx1"/>
                </a:solidFill>
                <a:latin typeface="+mn-lt"/>
                <a:ea typeface="+mn-ea"/>
                <a:cs typeface="+mn-cs"/>
              </a:rPr>
              <a:t>process is running, a register holds the starting address of the page table for that</a:t>
            </a:r>
          </a:p>
          <a:p>
            <a:r>
              <a:rPr lang="en-US" sz="1200" kern="1200" baseline="0" dirty="0" smtClean="0">
                <a:solidFill>
                  <a:schemeClr val="tx1"/>
                </a:solidFill>
                <a:latin typeface="+mn-lt"/>
                <a:ea typeface="+mn-ea"/>
                <a:cs typeface="+mn-cs"/>
              </a:rPr>
              <a:t>process. The page number of a virtual address is used to index that table and look</a:t>
            </a:r>
          </a:p>
          <a:p>
            <a:r>
              <a:rPr lang="en-US" sz="1200" kern="1200" baseline="0" dirty="0" smtClean="0">
                <a:solidFill>
                  <a:schemeClr val="tx1"/>
                </a:solidFill>
                <a:latin typeface="+mn-lt"/>
                <a:ea typeface="+mn-ea"/>
                <a:cs typeface="+mn-cs"/>
              </a:rPr>
              <a:t>up the corresponding frame number. This is combined with the offset portion of the</a:t>
            </a:r>
          </a:p>
          <a:p>
            <a:r>
              <a:rPr lang="en-US" sz="1200" kern="1200" baseline="0" dirty="0" smtClean="0">
                <a:solidFill>
                  <a:schemeClr val="tx1"/>
                </a:solidFill>
                <a:latin typeface="+mn-lt"/>
                <a:ea typeface="+mn-ea"/>
                <a:cs typeface="+mn-cs"/>
              </a:rPr>
              <a:t>virtual address to produce the desired real address. Typically, the page number field</a:t>
            </a:r>
          </a:p>
          <a:p>
            <a:r>
              <a:rPr lang="en-US" sz="1200" kern="1200" baseline="0" dirty="0" smtClean="0">
                <a:solidFill>
                  <a:schemeClr val="tx1"/>
                </a:solidFill>
                <a:latin typeface="+mn-lt"/>
                <a:ea typeface="+mn-ea"/>
                <a:cs typeface="+mn-cs"/>
              </a:rPr>
              <a:t>is longer than the frame number field ( </a:t>
            </a:r>
            <a:r>
              <a:rPr lang="en-US" sz="1200" i="1" kern="1200" baseline="0" dirty="0" err="1" smtClean="0">
                <a:solidFill>
                  <a:schemeClr val="tx1"/>
                </a:solidFill>
                <a:latin typeface="+mn-lt"/>
                <a:ea typeface="+mn-ea"/>
                <a:cs typeface="+mn-cs"/>
              </a:rPr>
              <a:t>n</a:t>
            </a:r>
            <a:r>
              <a:rPr lang="en-US" sz="1200" i="1" kern="1200" baseline="0" dirty="0" smtClean="0">
                <a:solidFill>
                  <a:schemeClr val="tx1"/>
                </a:solidFill>
                <a:latin typeface="+mn-lt"/>
                <a:ea typeface="+mn-ea"/>
                <a:cs typeface="+mn-cs"/>
              </a:rPr>
              <a:t>  </a:t>
            </a:r>
            <a:r>
              <a:rPr lang="en-US" sz="1200" i="1" kern="1200" baseline="0" dirty="0" err="1" smtClean="0">
                <a:solidFill>
                  <a:schemeClr val="tx1"/>
                </a:solidFill>
                <a:latin typeface="+mn-lt"/>
                <a:ea typeface="+mn-ea"/>
                <a:cs typeface="+mn-cs"/>
              </a:rPr>
              <a:t>m</a:t>
            </a:r>
            <a:r>
              <a:rPr lang="en-US" sz="1200" i="1" kern="1200" baseline="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1" i="1" kern="1200" baseline="0" dirty="0" smtClean="0">
                <a:solidFill>
                  <a:schemeClr val="tx1"/>
                </a:solidFill>
                <a:latin typeface="+mn-lt"/>
                <a:ea typeface="+mn-ea"/>
                <a:cs typeface="+mn-cs"/>
              </a:rPr>
              <a:t>INVERTED PAGE TABLE </a:t>
            </a:r>
            <a:r>
              <a:rPr lang="en-US" sz="1200" b="0" i="1" kern="1200" baseline="0" dirty="0" smtClean="0">
                <a:solidFill>
                  <a:schemeClr val="tx1"/>
                </a:solidFill>
                <a:latin typeface="+mn-lt"/>
                <a:ea typeface="+mn-ea"/>
                <a:cs typeface="+mn-cs"/>
              </a:rPr>
              <a:t>A drawback of the type of page tables that we have been</a:t>
            </a:r>
          </a:p>
          <a:p>
            <a:r>
              <a:rPr lang="en-US" sz="1200" kern="1200" baseline="0" dirty="0" smtClean="0">
                <a:solidFill>
                  <a:schemeClr val="tx1"/>
                </a:solidFill>
                <a:latin typeface="+mn-lt"/>
                <a:ea typeface="+mn-ea"/>
                <a:cs typeface="+mn-cs"/>
              </a:rPr>
              <a:t>discussing is that their size is proportional to that of the virtual address space.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An alternative approach to the use of one or multiple-level page tables is the</a:t>
            </a:r>
          </a:p>
          <a:p>
            <a:r>
              <a:rPr lang="en-US" sz="1200" kern="1200" baseline="0" dirty="0" smtClean="0">
                <a:solidFill>
                  <a:schemeClr val="tx1"/>
                </a:solidFill>
                <a:latin typeface="+mn-lt"/>
                <a:ea typeface="+mn-ea"/>
                <a:cs typeface="+mn-cs"/>
              </a:rPr>
              <a:t>use of an </a:t>
            </a:r>
            <a:r>
              <a:rPr lang="en-US" sz="1200" b="1" kern="1200" baseline="0" dirty="0" smtClean="0">
                <a:solidFill>
                  <a:schemeClr val="tx1"/>
                </a:solidFill>
                <a:latin typeface="+mn-lt"/>
                <a:ea typeface="+mn-ea"/>
                <a:cs typeface="+mn-cs"/>
              </a:rPr>
              <a:t>inverted page table structure. </a:t>
            </a:r>
            <a:r>
              <a:rPr lang="en-US" sz="1200" b="0" kern="1200" baseline="0" dirty="0" smtClean="0">
                <a:solidFill>
                  <a:schemeClr val="tx1"/>
                </a:solidFill>
                <a:latin typeface="+mn-lt"/>
                <a:ea typeface="+mn-ea"/>
                <a:cs typeface="+mn-cs"/>
              </a:rPr>
              <a:t>Variations on this approach are used on</a:t>
            </a:r>
          </a:p>
          <a:p>
            <a:r>
              <a:rPr lang="en-US" sz="1200" kern="1200" baseline="0" dirty="0" smtClean="0">
                <a:solidFill>
                  <a:schemeClr val="tx1"/>
                </a:solidFill>
                <a:latin typeface="+mn-lt"/>
                <a:ea typeface="+mn-ea"/>
                <a:cs typeface="+mn-cs"/>
              </a:rPr>
              <a:t>the PowerPC, </a:t>
            </a:r>
            <a:r>
              <a:rPr lang="en-US" sz="1200" kern="1200" baseline="0" dirty="0" err="1" smtClean="0">
                <a:solidFill>
                  <a:schemeClr val="tx1"/>
                </a:solidFill>
                <a:latin typeface="+mn-lt"/>
                <a:ea typeface="+mn-ea"/>
                <a:cs typeface="+mn-cs"/>
              </a:rPr>
              <a:t>UltraSPARC</a:t>
            </a:r>
            <a:r>
              <a:rPr lang="en-US" sz="1200" kern="1200" baseline="0" dirty="0" smtClean="0">
                <a:solidFill>
                  <a:schemeClr val="tx1"/>
                </a:solidFill>
                <a:latin typeface="+mn-lt"/>
                <a:ea typeface="+mn-ea"/>
                <a:cs typeface="+mn-cs"/>
              </a:rPr>
              <a:t>, and the IA-64 architecture. An implementation of the</a:t>
            </a:r>
          </a:p>
          <a:p>
            <a:r>
              <a:rPr lang="en-US" sz="1200" kern="1200" baseline="0" dirty="0" smtClean="0">
                <a:solidFill>
                  <a:schemeClr val="tx1"/>
                </a:solidFill>
                <a:latin typeface="+mn-lt"/>
                <a:ea typeface="+mn-ea"/>
                <a:cs typeface="+mn-cs"/>
              </a:rPr>
              <a:t>Mach operating system on the RT-PC also uses this technique.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 this approach, the page number portion of a virtual address is mapped into a</a:t>
            </a:r>
          </a:p>
          <a:p>
            <a:r>
              <a:rPr lang="en-US" sz="1200" kern="1200" baseline="0" dirty="0" smtClean="0">
                <a:solidFill>
                  <a:schemeClr val="tx1"/>
                </a:solidFill>
                <a:latin typeface="+mn-lt"/>
                <a:ea typeface="+mn-ea"/>
                <a:cs typeface="+mn-cs"/>
              </a:rPr>
              <a:t>hash value using a simple hashing function. 1 The hash value is a pointer to the inverted</a:t>
            </a:r>
          </a:p>
          <a:p>
            <a:r>
              <a:rPr lang="en-US" sz="1200" kern="1200" baseline="0" dirty="0" smtClean="0">
                <a:solidFill>
                  <a:schemeClr val="tx1"/>
                </a:solidFill>
                <a:latin typeface="+mn-lt"/>
                <a:ea typeface="+mn-ea"/>
                <a:cs typeface="+mn-cs"/>
              </a:rPr>
              <a:t>page table, which contains the page table entries. There is one entry in the inverted</a:t>
            </a:r>
          </a:p>
          <a:p>
            <a:r>
              <a:rPr lang="en-US" sz="1200" kern="1200" baseline="0" dirty="0" smtClean="0">
                <a:solidFill>
                  <a:schemeClr val="tx1"/>
                </a:solidFill>
                <a:latin typeface="+mn-lt"/>
                <a:ea typeface="+mn-ea"/>
                <a:cs typeface="+mn-cs"/>
              </a:rPr>
              <a:t>page table for each real memory page frame rather than one per virtual page. Thus,</a:t>
            </a:r>
          </a:p>
          <a:p>
            <a:r>
              <a:rPr lang="en-US" sz="1200" kern="1200" baseline="0" dirty="0" smtClean="0">
                <a:solidFill>
                  <a:schemeClr val="tx1"/>
                </a:solidFill>
                <a:latin typeface="+mn-lt"/>
                <a:ea typeface="+mn-ea"/>
                <a:cs typeface="+mn-cs"/>
              </a:rPr>
              <a:t>a fixed proportion of real memory is required for the tables regardless of the number</a:t>
            </a:r>
          </a:p>
          <a:p>
            <a:r>
              <a:rPr lang="en-US" sz="1200" kern="1200" baseline="0" dirty="0" smtClean="0">
                <a:solidFill>
                  <a:schemeClr val="tx1"/>
                </a:solidFill>
                <a:latin typeface="+mn-lt"/>
                <a:ea typeface="+mn-ea"/>
                <a:cs typeface="+mn-cs"/>
              </a:rPr>
              <a:t>of processes or virtual pages supported. Because more than one virtual address may</a:t>
            </a:r>
          </a:p>
          <a:p>
            <a:r>
              <a:rPr lang="en-US" sz="1200" kern="1200" baseline="0" dirty="0" smtClean="0">
                <a:solidFill>
                  <a:schemeClr val="tx1"/>
                </a:solidFill>
                <a:latin typeface="+mn-lt"/>
                <a:ea typeface="+mn-ea"/>
                <a:cs typeface="+mn-cs"/>
              </a:rPr>
              <a:t>map into the same hash table entry, a chaining technique is used for managing the</a:t>
            </a:r>
          </a:p>
          <a:p>
            <a:r>
              <a:rPr lang="en-US" sz="1200" kern="1200" baseline="0" dirty="0" smtClean="0">
                <a:solidFill>
                  <a:schemeClr val="tx1"/>
                </a:solidFill>
                <a:latin typeface="+mn-lt"/>
                <a:ea typeface="+mn-ea"/>
                <a:cs typeface="+mn-cs"/>
              </a:rPr>
              <a:t>overflow. The hashing technique results in chains that are typically short—between</a:t>
            </a:r>
          </a:p>
          <a:p>
            <a:r>
              <a:rPr lang="en-US" sz="1200" kern="1200" baseline="0" dirty="0" smtClean="0">
                <a:solidFill>
                  <a:schemeClr val="tx1"/>
                </a:solidFill>
                <a:latin typeface="+mn-lt"/>
                <a:ea typeface="+mn-ea"/>
                <a:cs typeface="+mn-cs"/>
              </a:rPr>
              <a:t>one and two entries. The page table’s structure is called </a:t>
            </a:r>
            <a:r>
              <a:rPr lang="en-US" sz="1200" i="1" kern="1200" baseline="0" dirty="0" smtClean="0">
                <a:solidFill>
                  <a:schemeClr val="tx1"/>
                </a:solidFill>
                <a:latin typeface="+mn-lt"/>
                <a:ea typeface="+mn-ea"/>
                <a:cs typeface="+mn-cs"/>
              </a:rPr>
              <a:t>inverted because it indexes</a:t>
            </a:r>
          </a:p>
          <a:p>
            <a:r>
              <a:rPr lang="en-US" sz="1200" kern="1200" baseline="0" dirty="0" smtClean="0">
                <a:solidFill>
                  <a:schemeClr val="tx1"/>
                </a:solidFill>
                <a:latin typeface="+mn-lt"/>
                <a:ea typeface="+mn-ea"/>
                <a:cs typeface="+mn-cs"/>
              </a:rPr>
              <a:t>page table entries by frame number rather than by virtual page number.</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Figure 8.6 shows a typical implementation of the inverted page table approach.</a:t>
            </a:r>
          </a:p>
          <a:p>
            <a:r>
              <a:rPr lang="en-US" sz="1200" kern="1200" baseline="0" dirty="0" smtClean="0">
                <a:solidFill>
                  <a:schemeClr val="tx1"/>
                </a:solidFill>
                <a:latin typeface="+mn-lt"/>
                <a:ea typeface="+mn-ea"/>
                <a:cs typeface="+mn-cs"/>
              </a:rPr>
              <a:t>For a physical memory size of 2 </a:t>
            </a:r>
            <a:r>
              <a:rPr lang="en-US" sz="1200" i="1" kern="1200" baseline="0" dirty="0" err="1" smtClean="0">
                <a:solidFill>
                  <a:schemeClr val="tx1"/>
                </a:solidFill>
                <a:latin typeface="+mn-lt"/>
                <a:ea typeface="+mn-ea"/>
                <a:cs typeface="+mn-cs"/>
              </a:rPr>
              <a:t>m</a:t>
            </a:r>
            <a:r>
              <a:rPr lang="en-US" sz="1200" i="1" kern="1200" baseline="0" dirty="0" smtClean="0">
                <a:solidFill>
                  <a:schemeClr val="tx1"/>
                </a:solidFill>
                <a:latin typeface="+mn-lt"/>
                <a:ea typeface="+mn-ea"/>
                <a:cs typeface="+mn-cs"/>
              </a:rPr>
              <a:t> frames, the inverted page table contains 2 </a:t>
            </a:r>
            <a:r>
              <a:rPr lang="en-US" sz="1200" i="1" kern="1200" baseline="0" dirty="0" err="1" smtClean="0">
                <a:solidFill>
                  <a:schemeClr val="tx1"/>
                </a:solidFill>
                <a:latin typeface="+mn-lt"/>
                <a:ea typeface="+mn-ea"/>
                <a:cs typeface="+mn-cs"/>
              </a:rPr>
              <a:t>m</a:t>
            </a:r>
            <a:r>
              <a:rPr lang="en-US" sz="1200" i="1" kern="1200" baseline="0" dirty="0" smtClean="0">
                <a:solidFill>
                  <a:schemeClr val="tx1"/>
                </a:solidFill>
                <a:latin typeface="+mn-lt"/>
                <a:ea typeface="+mn-ea"/>
                <a:cs typeface="+mn-cs"/>
              </a:rPr>
              <a:t> entries,</a:t>
            </a:r>
          </a:p>
          <a:p>
            <a:r>
              <a:rPr lang="en-US" sz="1200" kern="1200" baseline="0" dirty="0" smtClean="0">
                <a:solidFill>
                  <a:schemeClr val="tx1"/>
                </a:solidFill>
                <a:latin typeface="+mn-lt"/>
                <a:ea typeface="+mn-ea"/>
                <a:cs typeface="+mn-cs"/>
              </a:rPr>
              <a:t>so that the </a:t>
            </a:r>
            <a:r>
              <a:rPr lang="en-US" sz="1200" i="1" kern="1200" baseline="0" dirty="0" err="1" smtClean="0">
                <a:solidFill>
                  <a:schemeClr val="tx1"/>
                </a:solidFill>
                <a:latin typeface="+mn-lt"/>
                <a:ea typeface="+mn-ea"/>
                <a:cs typeface="+mn-cs"/>
              </a:rPr>
              <a:t>i</a:t>
            </a:r>
            <a:r>
              <a:rPr lang="en-US" sz="1200" i="1" kern="1200" baseline="0" dirty="0" smtClean="0">
                <a:solidFill>
                  <a:schemeClr val="tx1"/>
                </a:solidFill>
                <a:latin typeface="+mn-lt"/>
                <a:ea typeface="+mn-ea"/>
                <a:cs typeface="+mn-cs"/>
              </a:rPr>
              <a:t> </a:t>
            </a:r>
            <a:r>
              <a:rPr lang="en-US" sz="1200" i="1" kern="1200" baseline="0" dirty="0" err="1" smtClean="0">
                <a:solidFill>
                  <a:schemeClr val="tx1"/>
                </a:solidFill>
                <a:latin typeface="+mn-lt"/>
                <a:ea typeface="+mn-ea"/>
                <a:cs typeface="+mn-cs"/>
              </a:rPr>
              <a:t>th</a:t>
            </a:r>
            <a:r>
              <a:rPr lang="en-US" sz="1200" i="1" kern="1200" baseline="0" dirty="0" smtClean="0">
                <a:solidFill>
                  <a:schemeClr val="tx1"/>
                </a:solidFill>
                <a:latin typeface="+mn-lt"/>
                <a:ea typeface="+mn-ea"/>
                <a:cs typeface="+mn-cs"/>
              </a:rPr>
              <a:t> entry refers to frame </a:t>
            </a:r>
            <a:r>
              <a:rPr lang="en-US" sz="1200" i="1" kern="1200" baseline="0" dirty="0" err="1" smtClean="0">
                <a:solidFill>
                  <a:schemeClr val="tx1"/>
                </a:solidFill>
                <a:latin typeface="+mn-lt"/>
                <a:ea typeface="+mn-ea"/>
                <a:cs typeface="+mn-cs"/>
              </a:rPr>
              <a:t>i</a:t>
            </a:r>
            <a:r>
              <a:rPr lang="en-US" sz="1200" i="1" kern="1200" baseline="0" dirty="0" smtClean="0">
                <a:solidFill>
                  <a:schemeClr val="tx1"/>
                </a:solidFill>
                <a:latin typeface="+mn-lt"/>
                <a:ea typeface="+mn-ea"/>
                <a:cs typeface="+mn-cs"/>
              </a:rPr>
              <a:t> .</a:t>
            </a:r>
          </a:p>
          <a:p>
            <a:endParaRPr lang="en-US" sz="1200" i="1"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 this example, the virtual address includes an </a:t>
            </a:r>
            <a:r>
              <a:rPr lang="en-US" sz="1200" i="1" kern="1200" baseline="0" dirty="0" err="1" smtClean="0">
                <a:solidFill>
                  <a:schemeClr val="tx1"/>
                </a:solidFill>
                <a:latin typeface="+mn-lt"/>
                <a:ea typeface="+mn-ea"/>
                <a:cs typeface="+mn-cs"/>
              </a:rPr>
              <a:t>n</a:t>
            </a:r>
            <a:r>
              <a:rPr lang="en-US" sz="1200" i="1" kern="1200" baseline="0" dirty="0" smtClean="0">
                <a:solidFill>
                  <a:schemeClr val="tx1"/>
                </a:solidFill>
                <a:latin typeface="+mn-lt"/>
                <a:ea typeface="+mn-ea"/>
                <a:cs typeface="+mn-cs"/>
              </a:rPr>
              <a:t> -bit page number, with </a:t>
            </a:r>
            <a:r>
              <a:rPr lang="en-US" sz="1200" i="1" kern="1200" baseline="0" dirty="0" err="1" smtClean="0">
                <a:solidFill>
                  <a:schemeClr val="tx1"/>
                </a:solidFill>
                <a:latin typeface="+mn-lt"/>
                <a:ea typeface="+mn-ea"/>
                <a:cs typeface="+mn-cs"/>
              </a:rPr>
              <a:t>n</a:t>
            </a:r>
            <a:r>
              <a:rPr lang="en-US" sz="1200" i="1" kern="1200" baseline="0" dirty="0" smtClean="0">
                <a:solidFill>
                  <a:schemeClr val="tx1"/>
                </a:solidFill>
                <a:latin typeface="+mn-lt"/>
                <a:ea typeface="+mn-ea"/>
                <a:cs typeface="+mn-cs"/>
              </a:rPr>
              <a:t> &gt; </a:t>
            </a:r>
            <a:r>
              <a:rPr lang="en-US" sz="1200" i="1" kern="1200" baseline="0" dirty="0" err="1" smtClean="0">
                <a:solidFill>
                  <a:schemeClr val="tx1"/>
                </a:solidFill>
                <a:latin typeface="+mn-lt"/>
                <a:ea typeface="+mn-ea"/>
                <a:cs typeface="+mn-cs"/>
              </a:rPr>
              <a:t>m</a:t>
            </a:r>
            <a:r>
              <a:rPr lang="en-US" sz="1200" i="1" kern="1200" baseline="0" dirty="0" smtClean="0">
                <a:solidFill>
                  <a:schemeClr val="tx1"/>
                </a:solidFill>
                <a:latin typeface="+mn-lt"/>
                <a:ea typeface="+mn-ea"/>
                <a:cs typeface="+mn-cs"/>
              </a:rPr>
              <a:t> .</a:t>
            </a:r>
          </a:p>
          <a:p>
            <a:r>
              <a:rPr lang="en-US" sz="1200" kern="1200" baseline="0" dirty="0" smtClean="0">
                <a:solidFill>
                  <a:schemeClr val="tx1"/>
                </a:solidFill>
                <a:latin typeface="+mn-lt"/>
                <a:ea typeface="+mn-ea"/>
                <a:cs typeface="+mn-cs"/>
              </a:rPr>
              <a:t>The hash function maps the </a:t>
            </a:r>
            <a:r>
              <a:rPr lang="en-US" sz="1200" i="1" kern="1200" baseline="0" dirty="0" err="1" smtClean="0">
                <a:solidFill>
                  <a:schemeClr val="tx1"/>
                </a:solidFill>
                <a:latin typeface="+mn-lt"/>
                <a:ea typeface="+mn-ea"/>
                <a:cs typeface="+mn-cs"/>
              </a:rPr>
              <a:t>n</a:t>
            </a:r>
            <a:r>
              <a:rPr lang="en-US" sz="1200" i="1" kern="1200" baseline="0" dirty="0" smtClean="0">
                <a:solidFill>
                  <a:schemeClr val="tx1"/>
                </a:solidFill>
                <a:latin typeface="+mn-lt"/>
                <a:ea typeface="+mn-ea"/>
                <a:cs typeface="+mn-cs"/>
              </a:rPr>
              <a:t> -bit page number into an </a:t>
            </a:r>
            <a:r>
              <a:rPr lang="en-US" sz="1200" i="1" kern="1200" baseline="0" dirty="0" err="1" smtClean="0">
                <a:solidFill>
                  <a:schemeClr val="tx1"/>
                </a:solidFill>
                <a:latin typeface="+mn-lt"/>
                <a:ea typeface="+mn-ea"/>
                <a:cs typeface="+mn-cs"/>
              </a:rPr>
              <a:t>m</a:t>
            </a:r>
            <a:r>
              <a:rPr lang="en-US" sz="1200" i="1" kern="1200" baseline="0" dirty="0" smtClean="0">
                <a:solidFill>
                  <a:schemeClr val="tx1"/>
                </a:solidFill>
                <a:latin typeface="+mn-lt"/>
                <a:ea typeface="+mn-ea"/>
                <a:cs typeface="+mn-cs"/>
              </a:rPr>
              <a:t> -bit quantity, which is used</a:t>
            </a:r>
          </a:p>
          <a:p>
            <a:r>
              <a:rPr lang="en-US" sz="1200" kern="1200" baseline="0" dirty="0" smtClean="0">
                <a:solidFill>
                  <a:schemeClr val="tx1"/>
                </a:solidFill>
                <a:latin typeface="+mn-lt"/>
                <a:ea typeface="+mn-ea"/>
                <a:cs typeface="+mn-cs"/>
              </a:rPr>
              <a:t>to index into the inverted 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smtClean="0">
                <a:solidFill>
                  <a:schemeClr val="tx1"/>
                </a:solidFill>
                <a:latin typeface="+mn-lt"/>
                <a:ea typeface="+mn-ea"/>
                <a:cs typeface="+mn-cs"/>
              </a:rPr>
              <a:t>TRANSLATION LOOKASIDE BUFFER </a:t>
            </a:r>
            <a:r>
              <a:rPr lang="en-US" sz="1200" b="0" i="1" kern="1200" baseline="0" dirty="0" smtClean="0">
                <a:solidFill>
                  <a:schemeClr val="tx1"/>
                </a:solidFill>
                <a:latin typeface="+mn-lt"/>
                <a:ea typeface="+mn-ea"/>
                <a:cs typeface="+mn-cs"/>
              </a:rPr>
              <a:t>In principle, every virtual memory reference</a:t>
            </a:r>
          </a:p>
          <a:p>
            <a:r>
              <a:rPr lang="en-US" sz="1200" kern="1200" baseline="0" dirty="0" smtClean="0">
                <a:solidFill>
                  <a:schemeClr val="tx1"/>
                </a:solidFill>
                <a:latin typeface="+mn-lt"/>
                <a:ea typeface="+mn-ea"/>
                <a:cs typeface="+mn-cs"/>
              </a:rPr>
              <a:t>can cause two physical memory accesses: one to fetch the appropriate page table</a:t>
            </a:r>
          </a:p>
          <a:p>
            <a:r>
              <a:rPr lang="en-US" sz="1200" kern="1200" baseline="0" dirty="0" smtClean="0">
                <a:solidFill>
                  <a:schemeClr val="tx1"/>
                </a:solidFill>
                <a:latin typeface="+mn-lt"/>
                <a:ea typeface="+mn-ea"/>
                <a:cs typeface="+mn-cs"/>
              </a:rPr>
              <a:t>entry and one to fetch the desired data. Thus, a straightforward virtual memory</a:t>
            </a:r>
          </a:p>
          <a:p>
            <a:r>
              <a:rPr lang="en-US" sz="1200" kern="1200" baseline="0" dirty="0" smtClean="0">
                <a:solidFill>
                  <a:schemeClr val="tx1"/>
                </a:solidFill>
                <a:latin typeface="+mn-lt"/>
                <a:ea typeface="+mn-ea"/>
                <a:cs typeface="+mn-cs"/>
              </a:rPr>
              <a:t>scheme would have the effect of doubling the memory access time. To overcome</a:t>
            </a:r>
          </a:p>
          <a:p>
            <a:r>
              <a:rPr lang="en-US" sz="1200" kern="1200" baseline="0" dirty="0" smtClean="0">
                <a:solidFill>
                  <a:schemeClr val="tx1"/>
                </a:solidFill>
                <a:latin typeface="+mn-lt"/>
                <a:ea typeface="+mn-ea"/>
                <a:cs typeface="+mn-cs"/>
              </a:rPr>
              <a:t>this problem, most virtual memory schemes make use of a special high-speed cache</a:t>
            </a:r>
          </a:p>
          <a:p>
            <a:r>
              <a:rPr lang="en-US" sz="1200" kern="1200" baseline="0" dirty="0" smtClean="0">
                <a:solidFill>
                  <a:schemeClr val="tx1"/>
                </a:solidFill>
                <a:latin typeface="+mn-lt"/>
                <a:ea typeface="+mn-ea"/>
                <a:cs typeface="+mn-cs"/>
              </a:rPr>
              <a:t>for page table entries, usually called a </a:t>
            </a:r>
            <a:r>
              <a:rPr lang="en-US" sz="1200" b="1" kern="1200" baseline="0" dirty="0" smtClean="0">
                <a:solidFill>
                  <a:schemeClr val="tx1"/>
                </a:solidFill>
                <a:latin typeface="+mn-lt"/>
                <a:ea typeface="+mn-ea"/>
                <a:cs typeface="+mn-cs"/>
              </a:rPr>
              <a:t>translation </a:t>
            </a:r>
            <a:r>
              <a:rPr lang="en-US" sz="1200" b="1" kern="1200" baseline="0" dirty="0" err="1" smtClean="0">
                <a:solidFill>
                  <a:schemeClr val="tx1"/>
                </a:solidFill>
                <a:latin typeface="+mn-lt"/>
                <a:ea typeface="+mn-ea"/>
                <a:cs typeface="+mn-cs"/>
              </a:rPr>
              <a:t>lookaside</a:t>
            </a:r>
            <a:r>
              <a:rPr lang="en-US" sz="1200" b="1" kern="1200" baseline="0" dirty="0" smtClean="0">
                <a:solidFill>
                  <a:schemeClr val="tx1"/>
                </a:solidFill>
                <a:latin typeface="+mn-lt"/>
                <a:ea typeface="+mn-ea"/>
                <a:cs typeface="+mn-cs"/>
              </a:rPr>
              <a:t> buffer (TLB) . This</a:t>
            </a:r>
          </a:p>
          <a:p>
            <a:r>
              <a:rPr lang="en-US" sz="1200" kern="1200" baseline="0" dirty="0" smtClean="0">
                <a:solidFill>
                  <a:schemeClr val="tx1"/>
                </a:solidFill>
                <a:latin typeface="+mn-lt"/>
                <a:ea typeface="+mn-ea"/>
                <a:cs typeface="+mn-cs"/>
              </a:rPr>
              <a:t>cache functions in the same way as a memory cache (see Chapter 1 ) and contains</a:t>
            </a:r>
          </a:p>
          <a:p>
            <a:r>
              <a:rPr lang="en-US" sz="1200" kern="1200" baseline="0" dirty="0" smtClean="0">
                <a:solidFill>
                  <a:schemeClr val="tx1"/>
                </a:solidFill>
                <a:latin typeface="+mn-lt"/>
                <a:ea typeface="+mn-ea"/>
                <a:cs typeface="+mn-cs"/>
              </a:rPr>
              <a:t>those page table entries that have been most recently used.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organization of</a:t>
            </a:r>
          </a:p>
          <a:p>
            <a:r>
              <a:rPr lang="en-US" sz="1200" kern="1200" baseline="0" dirty="0" smtClean="0">
                <a:solidFill>
                  <a:schemeClr val="tx1"/>
                </a:solidFill>
                <a:latin typeface="+mn-lt"/>
                <a:ea typeface="+mn-ea"/>
                <a:cs typeface="+mn-cs"/>
              </a:rPr>
              <a:t>the resulting paging hardware is illustrated in Figure 8.7 . Given a virtual address,</a:t>
            </a:r>
          </a:p>
          <a:p>
            <a:r>
              <a:rPr lang="en-US" sz="1200" kern="1200" baseline="0" dirty="0" smtClean="0">
                <a:solidFill>
                  <a:schemeClr val="tx1"/>
                </a:solidFill>
                <a:latin typeface="+mn-lt"/>
                <a:ea typeface="+mn-ea"/>
                <a:cs typeface="+mn-cs"/>
              </a:rPr>
              <a:t>the processor will first examine the TLB. If the desired page table entry is present</a:t>
            </a:r>
          </a:p>
          <a:p>
            <a:r>
              <a:rPr lang="en-US" sz="1200" kern="1200" baseline="0" dirty="0" smtClean="0">
                <a:solidFill>
                  <a:schemeClr val="tx1"/>
                </a:solidFill>
                <a:latin typeface="+mn-lt"/>
                <a:ea typeface="+mn-ea"/>
                <a:cs typeface="+mn-cs"/>
              </a:rPr>
              <a:t>( </a:t>
            </a:r>
            <a:r>
              <a:rPr lang="en-US" sz="1200" i="1" kern="1200" baseline="0" dirty="0" smtClean="0">
                <a:solidFill>
                  <a:schemeClr val="tx1"/>
                </a:solidFill>
                <a:latin typeface="+mn-lt"/>
                <a:ea typeface="+mn-ea"/>
                <a:cs typeface="+mn-cs"/>
              </a:rPr>
              <a:t>TLB hit ), then the frame number is retrieved and the real address is formed. If the</a:t>
            </a:r>
          </a:p>
          <a:p>
            <a:r>
              <a:rPr lang="en-US" sz="1200" kern="1200" baseline="0" dirty="0" smtClean="0">
                <a:solidFill>
                  <a:schemeClr val="tx1"/>
                </a:solidFill>
                <a:latin typeface="+mn-lt"/>
                <a:ea typeface="+mn-ea"/>
                <a:cs typeface="+mn-cs"/>
              </a:rPr>
              <a:t>desired page table entry is not found ( </a:t>
            </a:r>
            <a:r>
              <a:rPr lang="en-US" sz="1200" i="1" kern="1200" baseline="0" dirty="0" smtClean="0">
                <a:solidFill>
                  <a:schemeClr val="tx1"/>
                </a:solidFill>
                <a:latin typeface="+mn-lt"/>
                <a:ea typeface="+mn-ea"/>
                <a:cs typeface="+mn-cs"/>
              </a:rPr>
              <a:t>TLB miss ), then the processor uses the page</a:t>
            </a:r>
          </a:p>
          <a:p>
            <a:r>
              <a:rPr lang="en-US" sz="1200" kern="1200" baseline="0" dirty="0" smtClean="0">
                <a:solidFill>
                  <a:schemeClr val="tx1"/>
                </a:solidFill>
                <a:latin typeface="+mn-lt"/>
                <a:ea typeface="+mn-ea"/>
                <a:cs typeface="+mn-cs"/>
              </a:rPr>
              <a:t>number to index the process page table and examine the corresponding page table</a:t>
            </a:r>
          </a:p>
          <a:p>
            <a:r>
              <a:rPr lang="en-US" sz="1200" kern="1200" baseline="0" dirty="0" smtClean="0">
                <a:solidFill>
                  <a:schemeClr val="tx1"/>
                </a:solidFill>
                <a:latin typeface="+mn-lt"/>
                <a:ea typeface="+mn-ea"/>
                <a:cs typeface="+mn-cs"/>
              </a:rPr>
              <a:t>entry. If the “present bit” is set, then the page is in main memory, and the processor</a:t>
            </a:r>
          </a:p>
          <a:p>
            <a:r>
              <a:rPr lang="en-US" sz="1200" kern="1200" baseline="0" dirty="0" smtClean="0">
                <a:solidFill>
                  <a:schemeClr val="tx1"/>
                </a:solidFill>
                <a:latin typeface="+mn-lt"/>
                <a:ea typeface="+mn-ea"/>
                <a:cs typeface="+mn-cs"/>
              </a:rPr>
              <a:t>can retrieve the frame number from the page table entry to form the real address.</a:t>
            </a:r>
          </a:p>
          <a:p>
            <a:r>
              <a:rPr lang="en-US" sz="1200" kern="1200" baseline="0" dirty="0" smtClean="0">
                <a:solidFill>
                  <a:schemeClr val="tx1"/>
                </a:solidFill>
                <a:latin typeface="+mn-lt"/>
                <a:ea typeface="+mn-ea"/>
                <a:cs typeface="+mn-cs"/>
              </a:rPr>
              <a:t>The processor also updates the TLB to include this new page table entry. Finally,</a:t>
            </a:r>
          </a:p>
          <a:p>
            <a:r>
              <a:rPr lang="en-US" sz="1200" kern="1200" baseline="0" dirty="0" smtClean="0">
                <a:solidFill>
                  <a:schemeClr val="tx1"/>
                </a:solidFill>
                <a:latin typeface="+mn-lt"/>
                <a:ea typeface="+mn-ea"/>
                <a:cs typeface="+mn-cs"/>
              </a:rPr>
              <a:t>if the present bit is not set, then the desired page is not in main memory and a</a:t>
            </a:r>
          </a:p>
          <a:p>
            <a:r>
              <a:rPr lang="en-US" sz="1200" kern="1200" baseline="0" dirty="0" smtClean="0">
                <a:solidFill>
                  <a:schemeClr val="tx1"/>
                </a:solidFill>
                <a:latin typeface="+mn-lt"/>
                <a:ea typeface="+mn-ea"/>
                <a:cs typeface="+mn-cs"/>
              </a:rPr>
              <a:t>memory access fault, called a </a:t>
            </a:r>
            <a:r>
              <a:rPr lang="en-US" sz="1200" b="1" kern="1200" baseline="0" dirty="0" smtClean="0">
                <a:solidFill>
                  <a:schemeClr val="tx1"/>
                </a:solidFill>
                <a:latin typeface="+mn-lt"/>
                <a:ea typeface="+mn-ea"/>
                <a:cs typeface="+mn-cs"/>
              </a:rPr>
              <a:t>page fault </a:t>
            </a:r>
            <a:r>
              <a:rPr lang="en-US" sz="1200" b="0" kern="1200" baseline="0" dirty="0" smtClean="0">
                <a:solidFill>
                  <a:schemeClr val="tx1"/>
                </a:solidFill>
                <a:latin typeface="+mn-lt"/>
                <a:ea typeface="+mn-ea"/>
                <a:cs typeface="+mn-cs"/>
              </a:rPr>
              <a:t>, is issued. At this point, we leave the realm</a:t>
            </a:r>
          </a:p>
          <a:p>
            <a:r>
              <a:rPr lang="en-US" sz="1200" kern="1200" baseline="0" dirty="0" smtClean="0">
                <a:solidFill>
                  <a:schemeClr val="tx1"/>
                </a:solidFill>
                <a:latin typeface="+mn-lt"/>
                <a:ea typeface="+mn-ea"/>
                <a:cs typeface="+mn-cs"/>
              </a:rPr>
              <a:t>of hardware and invoke the operating system, which loads the needed page and</a:t>
            </a:r>
          </a:p>
          <a:p>
            <a:r>
              <a:rPr lang="en-US" sz="1200" kern="1200" baseline="0" dirty="0" smtClean="0">
                <a:solidFill>
                  <a:schemeClr val="tx1"/>
                </a:solidFill>
                <a:latin typeface="+mn-lt"/>
                <a:ea typeface="+mn-ea"/>
                <a:cs typeface="+mn-cs"/>
              </a:rPr>
              <a:t>updates the 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Figure 8.8 is a flowchart that shows the use of the TLB. The flowchart shows</a:t>
            </a:r>
          </a:p>
          <a:p>
            <a:r>
              <a:rPr lang="en-US" sz="1200" kern="1200" baseline="0" dirty="0" smtClean="0">
                <a:solidFill>
                  <a:schemeClr val="tx1"/>
                </a:solidFill>
                <a:latin typeface="+mn-lt"/>
                <a:ea typeface="+mn-ea"/>
                <a:cs typeface="+mn-cs"/>
              </a:rPr>
              <a:t>that if the desired page is not in main memory, a page fault interrupt causes the</a:t>
            </a:r>
          </a:p>
          <a:p>
            <a:r>
              <a:rPr lang="en-US" sz="1200" kern="1200" baseline="0" dirty="0" smtClean="0">
                <a:solidFill>
                  <a:schemeClr val="tx1"/>
                </a:solidFill>
                <a:latin typeface="+mn-lt"/>
                <a:ea typeface="+mn-ea"/>
                <a:cs typeface="+mn-cs"/>
              </a:rPr>
              <a:t>page fault handling routine to be invoked. To keep the flowchart simple, the fact</a:t>
            </a:r>
          </a:p>
          <a:p>
            <a:r>
              <a:rPr lang="en-US" sz="1200" kern="1200" baseline="0" dirty="0" smtClean="0">
                <a:solidFill>
                  <a:schemeClr val="tx1"/>
                </a:solidFill>
                <a:latin typeface="+mn-lt"/>
                <a:ea typeface="+mn-ea"/>
                <a:cs typeface="+mn-cs"/>
              </a:rPr>
              <a:t>that the operating system may dispatch another process while disk I/O is underway</a:t>
            </a:r>
          </a:p>
          <a:p>
            <a:r>
              <a:rPr lang="en-US" sz="1200" kern="1200" baseline="0" dirty="0" smtClean="0">
                <a:solidFill>
                  <a:schemeClr val="tx1"/>
                </a:solidFill>
                <a:latin typeface="+mn-lt"/>
                <a:ea typeface="+mn-ea"/>
                <a:cs typeface="+mn-cs"/>
              </a:rPr>
              <a:t>is not shown. By the principle of locality, most virtual memory references will be to</a:t>
            </a:r>
          </a:p>
          <a:p>
            <a:r>
              <a:rPr lang="en-US" sz="1200" kern="1200" baseline="0" dirty="0" smtClean="0">
                <a:solidFill>
                  <a:schemeClr val="tx1"/>
                </a:solidFill>
                <a:latin typeface="+mn-lt"/>
                <a:ea typeface="+mn-ea"/>
                <a:cs typeface="+mn-cs"/>
              </a:rPr>
              <a:t>locations in recently used pages. Therefore, most references will involve page table</a:t>
            </a:r>
          </a:p>
          <a:p>
            <a:r>
              <a:rPr lang="en-US" sz="1200" kern="1200" baseline="0" dirty="0" smtClean="0">
                <a:solidFill>
                  <a:schemeClr val="tx1"/>
                </a:solidFill>
                <a:latin typeface="+mn-lt"/>
                <a:ea typeface="+mn-ea"/>
                <a:cs typeface="+mn-cs"/>
              </a:rPr>
              <a:t>entries in the cache. Studies of the VAX TLB have shown that this scheme can significantly</a:t>
            </a:r>
          </a:p>
          <a:p>
            <a:r>
              <a:rPr lang="en-US" sz="1200" kern="1200" baseline="0" dirty="0" smtClean="0">
                <a:solidFill>
                  <a:schemeClr val="tx1"/>
                </a:solidFill>
                <a:latin typeface="+mn-lt"/>
                <a:ea typeface="+mn-ea"/>
                <a:cs typeface="+mn-cs"/>
              </a:rPr>
              <a:t>improve performance [CLAR85, SATY81].</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 </a:t>
            </a:r>
            <a:r>
              <a:rPr lang="en-US" sz="1200" kern="1200" baseline="0" dirty="0" smtClean="0">
                <a:solidFill>
                  <a:schemeClr val="tx1"/>
                </a:solidFill>
                <a:latin typeface="+mn-lt"/>
                <a:ea typeface="+mn-ea"/>
                <a:cs typeface="+mn-cs"/>
              </a:rPr>
              <a:t>There are a number of additional details concerning the actual organization</a:t>
            </a:r>
          </a:p>
          <a:p>
            <a:r>
              <a:rPr lang="en-US" sz="1200" kern="1200" baseline="0" dirty="0" smtClean="0">
                <a:solidFill>
                  <a:schemeClr val="tx1"/>
                </a:solidFill>
                <a:latin typeface="+mn-lt"/>
                <a:ea typeface="+mn-ea"/>
                <a:cs typeface="+mn-cs"/>
              </a:rPr>
              <a:t>of the TLB. Because the TLB contains only some of the entries in a full page table,</a:t>
            </a:r>
          </a:p>
          <a:p>
            <a:r>
              <a:rPr lang="en-US" sz="1200" kern="1200" baseline="0" dirty="0" smtClean="0">
                <a:solidFill>
                  <a:schemeClr val="tx1"/>
                </a:solidFill>
                <a:latin typeface="+mn-lt"/>
                <a:ea typeface="+mn-ea"/>
                <a:cs typeface="+mn-cs"/>
              </a:rPr>
              <a:t>we cannot simply index into the TLB based on page number. Instead, each entry</a:t>
            </a:r>
          </a:p>
          <a:p>
            <a:r>
              <a:rPr lang="en-US" sz="1200" kern="1200" baseline="0" dirty="0" smtClean="0">
                <a:solidFill>
                  <a:schemeClr val="tx1"/>
                </a:solidFill>
                <a:latin typeface="+mn-lt"/>
                <a:ea typeface="+mn-ea"/>
                <a:cs typeface="+mn-cs"/>
              </a:rPr>
              <a:t>in the TLB must include the page number as well as the complete page table entry.</a:t>
            </a:r>
          </a:p>
          <a:p>
            <a:r>
              <a:rPr lang="en-US" sz="1200" kern="1200" baseline="0" dirty="0" smtClean="0">
                <a:solidFill>
                  <a:schemeClr val="tx1"/>
                </a:solidFill>
                <a:latin typeface="+mn-lt"/>
                <a:ea typeface="+mn-ea"/>
                <a:cs typeface="+mn-cs"/>
              </a:rPr>
              <a:t>The processor is equipped with hardware that allows it to interrogate simultaneously</a:t>
            </a:r>
          </a:p>
          <a:p>
            <a:r>
              <a:rPr lang="en-US" sz="1200" kern="1200" baseline="0" dirty="0" smtClean="0">
                <a:solidFill>
                  <a:schemeClr val="tx1"/>
                </a:solidFill>
                <a:latin typeface="+mn-lt"/>
                <a:ea typeface="+mn-ea"/>
                <a:cs typeface="+mn-cs"/>
              </a:rPr>
              <a:t>a number of TLB entries to determine if there is a match on page number.</a:t>
            </a:r>
          </a:p>
          <a:p>
            <a:r>
              <a:rPr lang="en-US" sz="1200" kern="1200" baseline="0" dirty="0" smtClean="0">
                <a:solidFill>
                  <a:schemeClr val="tx1"/>
                </a:solidFill>
                <a:latin typeface="+mn-lt"/>
                <a:ea typeface="+mn-ea"/>
                <a:cs typeface="+mn-cs"/>
              </a:rPr>
              <a:t>This technique is referred to as </a:t>
            </a:r>
            <a:r>
              <a:rPr lang="en-US" sz="1200" b="1" kern="1200" baseline="0" dirty="0" smtClean="0">
                <a:solidFill>
                  <a:schemeClr val="tx1"/>
                </a:solidFill>
                <a:latin typeface="+mn-lt"/>
                <a:ea typeface="+mn-ea"/>
                <a:cs typeface="+mn-cs"/>
              </a:rPr>
              <a:t>associative mapping </a:t>
            </a:r>
            <a:r>
              <a:rPr lang="en-US" sz="1200" b="0" kern="1200" baseline="0" dirty="0" smtClean="0">
                <a:solidFill>
                  <a:schemeClr val="tx1"/>
                </a:solidFill>
                <a:latin typeface="+mn-lt"/>
                <a:ea typeface="+mn-ea"/>
                <a:cs typeface="+mn-cs"/>
              </a:rPr>
              <a:t>and is contrasted with the direct</a:t>
            </a:r>
          </a:p>
          <a:p>
            <a:r>
              <a:rPr lang="en-US" sz="1200" kern="1200" baseline="0" dirty="0" smtClean="0">
                <a:solidFill>
                  <a:schemeClr val="tx1"/>
                </a:solidFill>
                <a:latin typeface="+mn-lt"/>
                <a:ea typeface="+mn-ea"/>
                <a:cs typeface="+mn-cs"/>
              </a:rPr>
              <a:t>mapping, or indexing, used for lookup in the page table in Figure 8.9 . The design of</a:t>
            </a:r>
          </a:p>
          <a:p>
            <a:r>
              <a:rPr lang="en-US" sz="1200" kern="1200" baseline="0" dirty="0" smtClean="0">
                <a:solidFill>
                  <a:schemeClr val="tx1"/>
                </a:solidFill>
                <a:latin typeface="+mn-lt"/>
                <a:ea typeface="+mn-ea"/>
                <a:cs typeface="+mn-cs"/>
              </a:rPr>
              <a:t>the TLB also must consider the way in which entries are organized in the TLB and</a:t>
            </a:r>
          </a:p>
          <a:p>
            <a:r>
              <a:rPr lang="en-US" sz="1200" kern="1200" baseline="0" dirty="0" smtClean="0">
                <a:solidFill>
                  <a:schemeClr val="tx1"/>
                </a:solidFill>
                <a:latin typeface="+mn-lt"/>
                <a:ea typeface="+mn-ea"/>
                <a:cs typeface="+mn-cs"/>
              </a:rPr>
              <a:t>which entry to replace when a new entry is brought in. These issues must be considered</a:t>
            </a:r>
          </a:p>
          <a:p>
            <a:r>
              <a:rPr lang="en-US" sz="1200" kern="1200" baseline="0" dirty="0" smtClean="0">
                <a:solidFill>
                  <a:schemeClr val="tx1"/>
                </a:solidFill>
                <a:latin typeface="+mn-lt"/>
                <a:ea typeface="+mn-ea"/>
                <a:cs typeface="+mn-cs"/>
              </a:rPr>
              <a:t>in any hardware cache design. This topic is not pursued here; the reader may</a:t>
            </a:r>
          </a:p>
          <a:p>
            <a:r>
              <a:rPr lang="en-US" sz="1200" kern="1200" baseline="0" dirty="0" smtClean="0">
                <a:solidFill>
                  <a:schemeClr val="tx1"/>
                </a:solidFill>
                <a:latin typeface="+mn-lt"/>
                <a:ea typeface="+mn-ea"/>
                <a:cs typeface="+mn-cs"/>
              </a:rPr>
              <a:t>consult a treatment of cache design for further details (e.g., [STAL10]).</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8.9  Direct Versus Associative Lookup for Page Table Entries</a:t>
            </a:r>
          </a:p>
          <a:p>
            <a:endParaRPr lang="en-US" dirty="0" smtClean="0"/>
          </a:p>
          <a:p>
            <a:r>
              <a:rPr lang="en-US" dirty="0" smtClean="0"/>
              <a:t>This slide contrasts associative mapping with direct mapping</a:t>
            </a:r>
            <a:r>
              <a:rPr lang="en-US" baseline="0" dirty="0" smtClean="0"/>
              <a:t> </a:t>
            </a:r>
            <a:r>
              <a:rPr lang="en-NZ" dirty="0" smtClean="0"/>
              <a:t>or indexing, used for lookup in the page table.</a:t>
            </a:r>
          </a:p>
          <a:p>
            <a:endParaRPr lang="en-NZ" dirty="0" smtClean="0"/>
          </a:p>
          <a:p>
            <a:r>
              <a:rPr lang="en-NZ" dirty="0" smtClean="0"/>
              <a:t>The design of the TLB also must consider the way in which entries are organized in the TLB and which entry to replace when a new entry is brought in.</a:t>
            </a:r>
          </a:p>
          <a:p>
            <a:pPr lvl="1"/>
            <a:r>
              <a:rPr lang="en-NZ" dirty="0" smtClean="0"/>
              <a:t>These issues must be considered in any hardware cache design. </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Finally, the virtual memory mechanism must interact with the cache system</a:t>
            </a:r>
          </a:p>
          <a:p>
            <a:r>
              <a:rPr lang="en-US" sz="1200" kern="1200" baseline="0" dirty="0" smtClean="0">
                <a:solidFill>
                  <a:schemeClr val="tx1"/>
                </a:solidFill>
                <a:latin typeface="+mn-lt"/>
                <a:ea typeface="+mn-ea"/>
                <a:cs typeface="+mn-cs"/>
              </a:rPr>
              <a:t>(not the TLB cache, but the main memory cache). This is illustrated in Figure 8.10 .</a:t>
            </a:r>
          </a:p>
          <a:p>
            <a:r>
              <a:rPr lang="en-US" sz="1200" kern="1200" baseline="0" dirty="0" smtClean="0">
                <a:solidFill>
                  <a:schemeClr val="tx1"/>
                </a:solidFill>
                <a:latin typeface="+mn-lt"/>
                <a:ea typeface="+mn-ea"/>
                <a:cs typeface="+mn-cs"/>
              </a:rPr>
              <a:t>A virtual address will generally be in the form of a page number, offset. First, the</a:t>
            </a:r>
          </a:p>
          <a:p>
            <a:r>
              <a:rPr lang="en-US" sz="1200" kern="1200" baseline="0" dirty="0" smtClean="0">
                <a:solidFill>
                  <a:schemeClr val="tx1"/>
                </a:solidFill>
                <a:latin typeface="+mn-lt"/>
                <a:ea typeface="+mn-ea"/>
                <a:cs typeface="+mn-cs"/>
              </a:rPr>
              <a:t>memory system consults the TLB to see if the matching page table entry is present.</a:t>
            </a:r>
          </a:p>
          <a:p>
            <a:r>
              <a:rPr lang="en-US" sz="1200" kern="1200" baseline="0" dirty="0" smtClean="0">
                <a:solidFill>
                  <a:schemeClr val="tx1"/>
                </a:solidFill>
                <a:latin typeface="+mn-lt"/>
                <a:ea typeface="+mn-ea"/>
                <a:cs typeface="+mn-cs"/>
              </a:rPr>
              <a:t>If it is, the real (physical) address is generated by combining the frame number with</a:t>
            </a:r>
          </a:p>
          <a:p>
            <a:r>
              <a:rPr lang="en-US" sz="1200" kern="1200" baseline="0" dirty="0" smtClean="0">
                <a:solidFill>
                  <a:schemeClr val="tx1"/>
                </a:solidFill>
                <a:latin typeface="+mn-lt"/>
                <a:ea typeface="+mn-ea"/>
                <a:cs typeface="+mn-cs"/>
              </a:rPr>
              <a:t>the offset. If not, the entry is accessed from a page table. Once the real address is </a:t>
            </a:r>
          </a:p>
          <a:p>
            <a:r>
              <a:rPr lang="en-US" sz="1200" kern="1200" baseline="0" dirty="0" smtClean="0">
                <a:solidFill>
                  <a:schemeClr val="tx1"/>
                </a:solidFill>
                <a:latin typeface="+mn-lt"/>
                <a:ea typeface="+mn-ea"/>
                <a:cs typeface="+mn-cs"/>
              </a:rPr>
              <a:t>generated, which is in the form of a tag 2 and a remainder, the cache is consulted to</a:t>
            </a:r>
          </a:p>
          <a:p>
            <a:r>
              <a:rPr lang="en-US" sz="1200" kern="1200" baseline="0" dirty="0" smtClean="0">
                <a:solidFill>
                  <a:schemeClr val="tx1"/>
                </a:solidFill>
                <a:latin typeface="+mn-lt"/>
                <a:ea typeface="+mn-ea"/>
                <a:cs typeface="+mn-cs"/>
              </a:rPr>
              <a:t>see if the block containing that word is present. If so, it is returned to the CPU. If</a:t>
            </a:r>
          </a:p>
          <a:p>
            <a:r>
              <a:rPr lang="en-US" sz="1200" kern="1200" baseline="0" dirty="0" smtClean="0">
                <a:solidFill>
                  <a:schemeClr val="tx1"/>
                </a:solidFill>
                <a:latin typeface="+mn-lt"/>
                <a:ea typeface="+mn-ea"/>
                <a:cs typeface="+mn-cs"/>
              </a:rPr>
              <a:t>not, the word is retrieved from main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smtClean="0">
                <a:solidFill>
                  <a:schemeClr val="tx1"/>
                </a:solidFill>
                <a:latin typeface="+mn-lt"/>
                <a:ea typeface="+mn-ea"/>
                <a:cs typeface="+mn-cs"/>
              </a:rPr>
              <a:t>PAGE SIZE </a:t>
            </a:r>
            <a:r>
              <a:rPr lang="en-US" sz="1200" b="0" i="1" kern="1200" baseline="0" dirty="0" smtClean="0">
                <a:solidFill>
                  <a:schemeClr val="tx1"/>
                </a:solidFill>
                <a:latin typeface="+mn-lt"/>
                <a:ea typeface="+mn-ea"/>
                <a:cs typeface="+mn-cs"/>
              </a:rPr>
              <a:t>An important hardware design decision is the size of page to be used.</a:t>
            </a:r>
          </a:p>
          <a:p>
            <a:r>
              <a:rPr lang="en-US" sz="1200" kern="1200" baseline="0" dirty="0" smtClean="0">
                <a:solidFill>
                  <a:schemeClr val="tx1"/>
                </a:solidFill>
                <a:latin typeface="+mn-lt"/>
                <a:ea typeface="+mn-ea"/>
                <a:cs typeface="+mn-cs"/>
              </a:rPr>
              <a:t>There are several factors to consider. One is internal fragmentation. Clearly, the</a:t>
            </a:r>
          </a:p>
          <a:p>
            <a:r>
              <a:rPr lang="en-US" sz="1200" kern="1200" baseline="0" dirty="0" smtClean="0">
                <a:solidFill>
                  <a:schemeClr val="tx1"/>
                </a:solidFill>
                <a:latin typeface="+mn-lt"/>
                <a:ea typeface="+mn-ea"/>
                <a:cs typeface="+mn-cs"/>
              </a:rPr>
              <a:t>smaller the page size, the lesser is the amount of internal fragmentation. To optimize</a:t>
            </a:r>
          </a:p>
          <a:p>
            <a:r>
              <a:rPr lang="en-US" sz="1200" kern="1200" baseline="0" dirty="0" smtClean="0">
                <a:solidFill>
                  <a:schemeClr val="tx1"/>
                </a:solidFill>
                <a:latin typeface="+mn-lt"/>
                <a:ea typeface="+mn-ea"/>
                <a:cs typeface="+mn-cs"/>
              </a:rPr>
              <a:t>the use of main memory, we would like to reduce internal fragmentation. On the</a:t>
            </a:r>
          </a:p>
          <a:p>
            <a:r>
              <a:rPr lang="en-US" sz="1200" kern="1200" baseline="0" dirty="0" smtClean="0">
                <a:solidFill>
                  <a:schemeClr val="tx1"/>
                </a:solidFill>
                <a:latin typeface="+mn-lt"/>
                <a:ea typeface="+mn-ea"/>
                <a:cs typeface="+mn-cs"/>
              </a:rPr>
              <a:t>other hand, the smaller the page, the greater is the number of pages required per</a:t>
            </a:r>
          </a:p>
          <a:p>
            <a:r>
              <a:rPr lang="en-US" sz="1200" kern="1200" baseline="0" dirty="0" smtClean="0">
                <a:solidFill>
                  <a:schemeClr val="tx1"/>
                </a:solidFill>
                <a:latin typeface="+mn-lt"/>
                <a:ea typeface="+mn-ea"/>
                <a:cs typeface="+mn-cs"/>
              </a:rPr>
              <a:t>process. More pages per process means larger page tables. For large programs in</a:t>
            </a:r>
          </a:p>
          <a:p>
            <a:r>
              <a:rPr lang="en-US" sz="1200" kern="1200" baseline="0" dirty="0" smtClean="0">
                <a:solidFill>
                  <a:schemeClr val="tx1"/>
                </a:solidFill>
                <a:latin typeface="+mn-lt"/>
                <a:ea typeface="+mn-ea"/>
                <a:cs typeface="+mn-cs"/>
              </a:rPr>
              <a:t>a heavily </a:t>
            </a:r>
            <a:r>
              <a:rPr lang="en-US" sz="1200" kern="1200" baseline="0" dirty="0" err="1" smtClean="0">
                <a:solidFill>
                  <a:schemeClr val="tx1"/>
                </a:solidFill>
                <a:latin typeface="+mn-lt"/>
                <a:ea typeface="+mn-ea"/>
                <a:cs typeface="+mn-cs"/>
              </a:rPr>
              <a:t>multiprogrammed</a:t>
            </a:r>
            <a:r>
              <a:rPr lang="en-US" sz="1200" kern="1200" baseline="0" dirty="0" smtClean="0">
                <a:solidFill>
                  <a:schemeClr val="tx1"/>
                </a:solidFill>
                <a:latin typeface="+mn-lt"/>
                <a:ea typeface="+mn-ea"/>
                <a:cs typeface="+mn-cs"/>
              </a:rPr>
              <a:t> environment, this may mean that some portion of the</a:t>
            </a:r>
          </a:p>
          <a:p>
            <a:r>
              <a:rPr lang="en-US" sz="1200" kern="1200" baseline="0" dirty="0" smtClean="0">
                <a:solidFill>
                  <a:schemeClr val="tx1"/>
                </a:solidFill>
                <a:latin typeface="+mn-lt"/>
                <a:ea typeface="+mn-ea"/>
                <a:cs typeface="+mn-cs"/>
              </a:rPr>
              <a:t>page tables of active processes must be in virtual memory, not in main memory.</a:t>
            </a:r>
          </a:p>
          <a:p>
            <a:r>
              <a:rPr lang="en-US" sz="1200" kern="1200" baseline="0" dirty="0" smtClean="0">
                <a:solidFill>
                  <a:schemeClr val="tx1"/>
                </a:solidFill>
                <a:latin typeface="+mn-lt"/>
                <a:ea typeface="+mn-ea"/>
                <a:cs typeface="+mn-cs"/>
              </a:rPr>
              <a:t>Thus, there may be a double page fault for a single reference to memory: first to</a:t>
            </a:r>
          </a:p>
          <a:p>
            <a:r>
              <a:rPr lang="en-US" sz="1200" kern="1200" baseline="0" dirty="0" smtClean="0">
                <a:solidFill>
                  <a:schemeClr val="tx1"/>
                </a:solidFill>
                <a:latin typeface="+mn-lt"/>
                <a:ea typeface="+mn-ea"/>
                <a:cs typeface="+mn-cs"/>
              </a:rPr>
              <a:t>bring in the needed portion of the page table and second to bring in the process page.</a:t>
            </a:r>
          </a:p>
          <a:p>
            <a:r>
              <a:rPr lang="en-US" sz="1200" kern="1200" baseline="0" dirty="0" smtClean="0">
                <a:solidFill>
                  <a:schemeClr val="tx1"/>
                </a:solidFill>
                <a:latin typeface="+mn-lt"/>
                <a:ea typeface="+mn-ea"/>
                <a:cs typeface="+mn-cs"/>
              </a:rPr>
              <a:t>Another factor is that the physical characteristics of most secondary-memory devices,</a:t>
            </a:r>
          </a:p>
          <a:p>
            <a:r>
              <a:rPr lang="en-US" sz="1200" kern="1200" baseline="0" dirty="0" smtClean="0">
                <a:solidFill>
                  <a:schemeClr val="tx1"/>
                </a:solidFill>
                <a:latin typeface="+mn-lt"/>
                <a:ea typeface="+mn-ea"/>
                <a:cs typeface="+mn-cs"/>
              </a:rPr>
              <a:t>which are rotational, favor a larger page size for more efficient block transfer of data.</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mn-lt"/>
                <a:ea typeface="+mn-ea"/>
                <a:cs typeface="+mn-cs"/>
              </a:rPr>
              <a:t>Complicating these matters is the effect of page size on the rate at which page</a:t>
            </a:r>
          </a:p>
          <a:p>
            <a:r>
              <a:rPr lang="en-US" sz="1200" kern="1200" baseline="0" dirty="0" smtClean="0">
                <a:solidFill>
                  <a:schemeClr val="tx1"/>
                </a:solidFill>
                <a:latin typeface="+mn-lt"/>
                <a:ea typeface="+mn-ea"/>
                <a:cs typeface="+mn-cs"/>
              </a:rPr>
              <a:t>faults occur. This behavior, in general terms, is depicted in Figure 8.11a and is based</a:t>
            </a:r>
          </a:p>
          <a:p>
            <a:r>
              <a:rPr lang="en-US" sz="1200" kern="1200" baseline="0" dirty="0" smtClean="0">
                <a:solidFill>
                  <a:schemeClr val="tx1"/>
                </a:solidFill>
                <a:latin typeface="+mn-lt"/>
                <a:ea typeface="+mn-ea"/>
                <a:cs typeface="+mn-cs"/>
              </a:rPr>
              <a:t>on the principle of locality. If the page size is very small, then ordinarily a relatively</a:t>
            </a:r>
          </a:p>
          <a:p>
            <a:r>
              <a:rPr lang="en-US" sz="1200" kern="1200" baseline="0" dirty="0" smtClean="0">
                <a:solidFill>
                  <a:schemeClr val="tx1"/>
                </a:solidFill>
                <a:latin typeface="+mn-lt"/>
                <a:ea typeface="+mn-ea"/>
                <a:cs typeface="+mn-cs"/>
              </a:rPr>
              <a:t>large number of pages will be available in main memory for a process. After a time,</a:t>
            </a:r>
          </a:p>
          <a:p>
            <a:r>
              <a:rPr lang="en-US" sz="1200" kern="1200" baseline="0" dirty="0" smtClean="0">
                <a:solidFill>
                  <a:schemeClr val="tx1"/>
                </a:solidFill>
                <a:latin typeface="+mn-lt"/>
                <a:ea typeface="+mn-ea"/>
                <a:cs typeface="+mn-cs"/>
              </a:rPr>
              <a:t>the pages in memory will all contain portions of the process near recent references.</a:t>
            </a:r>
          </a:p>
          <a:p>
            <a:r>
              <a:rPr lang="en-US" sz="1200" kern="1200" baseline="0" dirty="0" smtClean="0">
                <a:solidFill>
                  <a:schemeClr val="tx1"/>
                </a:solidFill>
                <a:latin typeface="+mn-lt"/>
                <a:ea typeface="+mn-ea"/>
                <a:cs typeface="+mn-cs"/>
              </a:rPr>
              <a:t>Thus, the page fault rate should be low. As the size of the page is increased, each</a:t>
            </a:r>
          </a:p>
          <a:p>
            <a:r>
              <a:rPr lang="en-US" sz="1200" kern="1200" baseline="0" dirty="0" smtClean="0">
                <a:solidFill>
                  <a:schemeClr val="tx1"/>
                </a:solidFill>
                <a:latin typeface="+mn-lt"/>
                <a:ea typeface="+mn-ea"/>
                <a:cs typeface="+mn-cs"/>
              </a:rPr>
              <a:t>individual page will contain locations further and further from any particular recent</a:t>
            </a:r>
          </a:p>
          <a:p>
            <a:r>
              <a:rPr lang="en-US" sz="1200" kern="1200" baseline="0" dirty="0" smtClean="0">
                <a:solidFill>
                  <a:schemeClr val="tx1"/>
                </a:solidFill>
                <a:latin typeface="+mn-lt"/>
                <a:ea typeface="+mn-ea"/>
                <a:cs typeface="+mn-cs"/>
              </a:rPr>
              <a:t>reference. Thus the effect of the principle of locality is weakened and the page fault</a:t>
            </a:r>
          </a:p>
          <a:p>
            <a:r>
              <a:rPr lang="en-US" sz="1200" kern="1200" baseline="0" dirty="0" smtClean="0">
                <a:solidFill>
                  <a:schemeClr val="tx1"/>
                </a:solidFill>
                <a:latin typeface="+mn-lt"/>
                <a:ea typeface="+mn-ea"/>
                <a:cs typeface="+mn-cs"/>
              </a:rPr>
              <a:t>rate begins to rise. Eventually, however, the page fault rate will begin to fall as the</a:t>
            </a:r>
          </a:p>
          <a:p>
            <a:r>
              <a:rPr lang="en-US" sz="1200" kern="1200" baseline="0" dirty="0" smtClean="0">
                <a:solidFill>
                  <a:schemeClr val="tx1"/>
                </a:solidFill>
                <a:latin typeface="+mn-lt"/>
                <a:ea typeface="+mn-ea"/>
                <a:cs typeface="+mn-cs"/>
              </a:rPr>
              <a:t>size of a page approaches the size of the entire process (point </a:t>
            </a:r>
            <a:r>
              <a:rPr lang="en-US" sz="1200" i="1" kern="1200" baseline="0" dirty="0" smtClean="0">
                <a:solidFill>
                  <a:schemeClr val="tx1"/>
                </a:solidFill>
                <a:latin typeface="+mn-lt"/>
                <a:ea typeface="+mn-ea"/>
                <a:cs typeface="+mn-cs"/>
              </a:rPr>
              <a:t>P in the diagram).</a:t>
            </a:r>
          </a:p>
          <a:p>
            <a:r>
              <a:rPr lang="en-US" sz="1200" kern="1200" baseline="0" dirty="0" smtClean="0">
                <a:solidFill>
                  <a:schemeClr val="tx1"/>
                </a:solidFill>
                <a:latin typeface="+mn-lt"/>
                <a:ea typeface="+mn-ea"/>
                <a:cs typeface="+mn-cs"/>
              </a:rPr>
              <a:t>When a single page encompasses the entire process, there will be no page faults.</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 further complication is that the page fault rate is also determined by the</a:t>
            </a:r>
          </a:p>
          <a:p>
            <a:r>
              <a:rPr lang="en-US" sz="1200" kern="1200" baseline="0" dirty="0" smtClean="0">
                <a:solidFill>
                  <a:schemeClr val="tx1"/>
                </a:solidFill>
                <a:latin typeface="+mn-lt"/>
                <a:ea typeface="+mn-ea"/>
                <a:cs typeface="+mn-cs"/>
              </a:rPr>
              <a:t>number of frames allocated to a process. Figure 8.11b shows that, for a fixed page</a:t>
            </a:r>
          </a:p>
          <a:p>
            <a:r>
              <a:rPr lang="en-US" sz="1200" kern="1200" baseline="0" dirty="0" smtClean="0">
                <a:solidFill>
                  <a:schemeClr val="tx1"/>
                </a:solidFill>
                <a:latin typeface="+mn-lt"/>
                <a:ea typeface="+mn-ea"/>
                <a:cs typeface="+mn-cs"/>
              </a:rPr>
              <a:t>size, the fault rate drops as the number of pages maintained in main memory grows. 3</a:t>
            </a:r>
          </a:p>
          <a:p>
            <a:r>
              <a:rPr lang="en-US" sz="1200" kern="1200" baseline="0" dirty="0" smtClean="0">
                <a:solidFill>
                  <a:schemeClr val="tx1"/>
                </a:solidFill>
                <a:latin typeface="+mn-lt"/>
                <a:ea typeface="+mn-ea"/>
                <a:cs typeface="+mn-cs"/>
              </a:rPr>
              <a:t>Thus, a software policy (the amount of memory to allocate to each process) interacts</a:t>
            </a:r>
          </a:p>
          <a:p>
            <a:r>
              <a:rPr lang="en-US" sz="1200" kern="1200" baseline="0" dirty="0" smtClean="0">
                <a:solidFill>
                  <a:schemeClr val="tx1"/>
                </a:solidFill>
                <a:latin typeface="+mn-lt"/>
                <a:ea typeface="+mn-ea"/>
                <a:cs typeface="+mn-cs"/>
              </a:rPr>
              <a:t>with a hardware design decision (page size).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Finally, the design issue of page size is related to the size of physical main memory</a:t>
            </a:r>
          </a:p>
          <a:p>
            <a:r>
              <a:rPr lang="en-US" sz="1200" kern="1200" baseline="0" dirty="0" smtClean="0">
                <a:solidFill>
                  <a:schemeClr val="tx1"/>
                </a:solidFill>
                <a:latin typeface="+mn-lt"/>
                <a:ea typeface="+mn-ea"/>
                <a:cs typeface="+mn-cs"/>
              </a:rPr>
              <a:t>and program size. At the same time that main memory is getting larger, the address</a:t>
            </a:r>
          </a:p>
          <a:p>
            <a:r>
              <a:rPr lang="en-US" sz="1200" kern="1200" baseline="0" dirty="0" smtClean="0">
                <a:solidFill>
                  <a:schemeClr val="tx1"/>
                </a:solidFill>
                <a:latin typeface="+mn-lt"/>
                <a:ea typeface="+mn-ea"/>
                <a:cs typeface="+mn-cs"/>
              </a:rPr>
              <a:t>space used by applications is also growing. The trend is most obvious on personal</a:t>
            </a:r>
          </a:p>
          <a:p>
            <a:r>
              <a:rPr lang="en-US" sz="1200" kern="1200" baseline="0" dirty="0" smtClean="0">
                <a:solidFill>
                  <a:schemeClr val="tx1"/>
                </a:solidFill>
                <a:latin typeface="+mn-lt"/>
                <a:ea typeface="+mn-ea"/>
                <a:cs typeface="+mn-cs"/>
              </a:rPr>
              <a:t>computers and workstations, where applications are becoming increasingly complex.</a:t>
            </a:r>
          </a:p>
          <a:p>
            <a:r>
              <a:rPr lang="en-US" sz="1200" kern="1200" baseline="0" dirty="0" smtClean="0">
                <a:solidFill>
                  <a:schemeClr val="tx1"/>
                </a:solidFill>
                <a:latin typeface="+mn-lt"/>
                <a:ea typeface="+mn-ea"/>
                <a:cs typeface="+mn-cs"/>
              </a:rPr>
              <a:t>Furthermore, contemporary programming techniques used in large programs tend to</a:t>
            </a:r>
          </a:p>
          <a:p>
            <a:r>
              <a:rPr lang="en-US" sz="1200" kern="1200" baseline="0" dirty="0" smtClean="0">
                <a:solidFill>
                  <a:schemeClr val="tx1"/>
                </a:solidFill>
                <a:latin typeface="+mn-lt"/>
                <a:ea typeface="+mn-ea"/>
                <a:cs typeface="+mn-cs"/>
              </a:rPr>
              <a:t>decrease the locality of references within a process [HUCK93]. For example,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Object-oriented techniques encourage the use of many small program and</a:t>
            </a:r>
          </a:p>
          <a:p>
            <a:r>
              <a:rPr lang="en-US" sz="1200" kern="1200" baseline="0" dirty="0" smtClean="0">
                <a:solidFill>
                  <a:schemeClr val="tx1"/>
                </a:solidFill>
                <a:latin typeface="+mn-lt"/>
                <a:ea typeface="+mn-ea"/>
                <a:cs typeface="+mn-cs"/>
              </a:rPr>
              <a:t>data modules with references scattered over a relatively large number of objects</a:t>
            </a:r>
          </a:p>
          <a:p>
            <a:r>
              <a:rPr lang="en-US" sz="1200" kern="1200" baseline="0" dirty="0" smtClean="0">
                <a:solidFill>
                  <a:schemeClr val="tx1"/>
                </a:solidFill>
                <a:latin typeface="+mn-lt"/>
                <a:ea typeface="+mn-ea"/>
                <a:cs typeface="+mn-cs"/>
              </a:rPr>
              <a:t>over a relatively short period of time.</a:t>
            </a:r>
          </a:p>
          <a:p>
            <a:r>
              <a:rPr lang="en-US" sz="1200" kern="1200" baseline="0" dirty="0" smtClean="0">
                <a:solidFill>
                  <a:schemeClr val="tx1"/>
                </a:solidFill>
                <a:latin typeface="+mn-lt"/>
                <a:ea typeface="+mn-ea"/>
                <a:cs typeface="+mn-cs"/>
              </a:rPr>
              <a:t>• Multithreaded applications may result in abrupt changes in the instruction</a:t>
            </a:r>
          </a:p>
          <a:p>
            <a:r>
              <a:rPr lang="en-US" sz="1200" kern="1200" baseline="0" dirty="0" smtClean="0">
                <a:solidFill>
                  <a:schemeClr val="tx1"/>
                </a:solidFill>
                <a:latin typeface="+mn-lt"/>
                <a:ea typeface="+mn-ea"/>
                <a:cs typeface="+mn-cs"/>
              </a:rPr>
              <a:t>stream and in scattered memory references.</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NZ" dirty="0" smtClean="0"/>
              <a:t>Segmentation allows the programmer to view memory as consisting of multiple address spaces or segments. </a:t>
            </a:r>
          </a:p>
          <a:p>
            <a:endParaRPr lang="en-NZ" dirty="0" smtClean="0"/>
          </a:p>
          <a:p>
            <a:r>
              <a:rPr lang="en-NZ" dirty="0" smtClean="0"/>
              <a:t>Segments may be of unequal, indeed dynamic, size. </a:t>
            </a:r>
          </a:p>
          <a:p>
            <a:endParaRPr lang="en-NZ" dirty="0" smtClean="0"/>
          </a:p>
          <a:p>
            <a:r>
              <a:rPr lang="en-NZ" dirty="0" smtClean="0"/>
              <a:t>Memory references consist of a form of address (segment number, offset).</a:t>
            </a:r>
          </a:p>
          <a:p>
            <a:endParaRPr lang="en-NZ" dirty="0" smtClean="0"/>
          </a:p>
          <a:p>
            <a:r>
              <a:rPr lang="en-NZ" dirty="0" smtClean="0"/>
              <a:t>This organization has a number of advantages to the programmer over a nonsegmented address space:</a:t>
            </a:r>
          </a:p>
          <a:p>
            <a:endParaRPr lang="en-NZ" dirty="0" smtClean="0"/>
          </a:p>
          <a:p>
            <a:pPr marL="228600" indent="-228600">
              <a:buAutoNum type="arabicPeriod"/>
            </a:pPr>
            <a:r>
              <a:rPr lang="en-NZ" b="1" dirty="0" smtClean="0"/>
              <a:t>It simplifies the handling of growing data structures</a:t>
            </a:r>
            <a:r>
              <a:rPr lang="en-NZ" dirty="0" smtClean="0"/>
              <a:t>. </a:t>
            </a:r>
          </a:p>
          <a:p>
            <a:pPr marL="685800" lvl="1" indent="-228600">
              <a:buFont typeface="Arial" pitchFamily="34" charset="0"/>
              <a:buChar char="•"/>
            </a:pPr>
            <a:r>
              <a:rPr lang="en-NZ" dirty="0" smtClean="0"/>
              <a:t>If the programmer doesn’t know ahead of time how large a particular data structure will become, it is necessary to guess unless dynamic segment sizes are allowed. With segmented virtual memory, the data structure can be assigned its own segment, and the operating system will expand or shrink the segment as needed. </a:t>
            </a:r>
          </a:p>
          <a:p>
            <a:pPr marL="685800" lvl="1" indent="-228600">
              <a:buFont typeface="Arial" pitchFamily="34" charset="0"/>
              <a:buChar char="•"/>
            </a:pPr>
            <a:r>
              <a:rPr lang="en-NZ" dirty="0" smtClean="0"/>
              <a:t>If a segment that needs to be expanded is in main memory and there is insufficient room, the operating system may move the segment to a larger area of main memory, if available, or swap it out. The enlarged segment would be swapped back in at the next opportunity.</a:t>
            </a:r>
          </a:p>
          <a:p>
            <a:endParaRPr lang="en-NZ" dirty="0" smtClean="0"/>
          </a:p>
          <a:p>
            <a:r>
              <a:rPr lang="en-NZ" dirty="0" smtClean="0"/>
              <a:t>2. </a:t>
            </a:r>
            <a:r>
              <a:rPr lang="en-NZ" b="1" dirty="0" smtClean="0"/>
              <a:t>It allows programs to be altered and recompiled independently, </a:t>
            </a:r>
          </a:p>
          <a:p>
            <a:pPr lvl="1">
              <a:buFont typeface="Arial" pitchFamily="34" charset="0"/>
              <a:buChar char="•"/>
            </a:pPr>
            <a:r>
              <a:rPr lang="en-NZ" b="1" dirty="0" smtClean="0"/>
              <a:t> </a:t>
            </a:r>
            <a:r>
              <a:rPr lang="en-NZ" dirty="0" smtClean="0"/>
              <a:t>without requiring the entire set of programs to be relinked and reloaded.</a:t>
            </a:r>
          </a:p>
          <a:p>
            <a:pPr lvl="1">
              <a:buFont typeface="Arial" pitchFamily="34" charset="0"/>
              <a:buChar char="•"/>
            </a:pPr>
            <a:r>
              <a:rPr lang="en-NZ" dirty="0" smtClean="0"/>
              <a:t> Again, this is accomplished using multiple segments.</a:t>
            </a:r>
          </a:p>
          <a:p>
            <a:pPr lvl="1">
              <a:buFont typeface="Arial" pitchFamily="34" charset="0"/>
              <a:buNone/>
            </a:pPr>
            <a:endParaRPr lang="en-NZ" dirty="0" smtClean="0"/>
          </a:p>
          <a:p>
            <a:r>
              <a:rPr lang="en-NZ" dirty="0" smtClean="0"/>
              <a:t>3. </a:t>
            </a:r>
            <a:r>
              <a:rPr lang="en-NZ" b="1" dirty="0" smtClean="0"/>
              <a:t>It lends itself to sharing among processes</a:t>
            </a:r>
            <a:r>
              <a:rPr lang="en-NZ" dirty="0" smtClean="0"/>
              <a:t>. </a:t>
            </a:r>
          </a:p>
          <a:p>
            <a:pPr lvl="1">
              <a:buFont typeface="Arial" pitchFamily="34" charset="0"/>
              <a:buChar char="•"/>
            </a:pPr>
            <a:r>
              <a:rPr lang="en-NZ" dirty="0" smtClean="0"/>
              <a:t> A programmer can place a utility program or a useful table of data in a segment that can be referenced by other processes.</a:t>
            </a:r>
          </a:p>
          <a:p>
            <a:pPr lvl="1">
              <a:buFont typeface="Arial" pitchFamily="34" charset="0"/>
              <a:buNone/>
            </a:pPr>
            <a:endParaRPr lang="en-NZ" dirty="0" smtClean="0"/>
          </a:p>
          <a:p>
            <a:r>
              <a:rPr lang="en-NZ" dirty="0" smtClean="0"/>
              <a:t>4. </a:t>
            </a:r>
            <a:r>
              <a:rPr lang="en-NZ" b="1" dirty="0" smtClean="0"/>
              <a:t>It lends itself to protection.</a:t>
            </a:r>
          </a:p>
          <a:p>
            <a:pPr lvl="1">
              <a:buFont typeface="Arial" pitchFamily="34" charset="0"/>
              <a:buChar char="•"/>
            </a:pPr>
            <a:r>
              <a:rPr lang="en-NZ" b="1" dirty="0" smtClean="0"/>
              <a:t> </a:t>
            </a:r>
            <a:r>
              <a:rPr lang="en-NZ" dirty="0" smtClean="0"/>
              <a:t>Because a segment can be constructed to contain a well-defined set of programs or data, the programmer or system administrator can assign access privileges in a convenient fashion.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i="1" kern="1200" baseline="0" dirty="0" smtClean="0">
                <a:solidFill>
                  <a:schemeClr val="tx1"/>
                </a:solidFill>
                <a:latin typeface="+mn-lt"/>
                <a:ea typeface="+mn-ea"/>
                <a:cs typeface="+mn-cs"/>
              </a:rPr>
              <a:t>ORGANIZATION </a:t>
            </a:r>
            <a:r>
              <a:rPr lang="en-US" sz="1200" b="0" i="1" kern="1200" baseline="0" dirty="0" smtClean="0">
                <a:solidFill>
                  <a:schemeClr val="tx1"/>
                </a:solidFill>
                <a:latin typeface="+mn-lt"/>
                <a:ea typeface="+mn-ea"/>
                <a:cs typeface="+mn-cs"/>
              </a:rPr>
              <a:t>In the discussion of simple segmentation, we indicated that each</a:t>
            </a:r>
          </a:p>
          <a:p>
            <a:r>
              <a:rPr lang="en-US" sz="1200" kern="1200" baseline="0" dirty="0" smtClean="0">
                <a:solidFill>
                  <a:schemeClr val="tx1"/>
                </a:solidFill>
                <a:latin typeface="+mn-lt"/>
                <a:ea typeface="+mn-ea"/>
                <a:cs typeface="+mn-cs"/>
              </a:rPr>
              <a:t>process has its own segment table, and when all of its segments are loaded into main</a:t>
            </a:r>
          </a:p>
          <a:p>
            <a:r>
              <a:rPr lang="en-US" sz="1200" kern="1200" baseline="0" dirty="0" smtClean="0">
                <a:solidFill>
                  <a:schemeClr val="tx1"/>
                </a:solidFill>
                <a:latin typeface="+mn-lt"/>
                <a:ea typeface="+mn-ea"/>
                <a:cs typeface="+mn-cs"/>
              </a:rPr>
              <a:t>memory, the segment table for a process is created and loaded into main memory.</a:t>
            </a:r>
          </a:p>
          <a:p>
            <a:r>
              <a:rPr lang="en-US" sz="1200" kern="1200" baseline="0" dirty="0" smtClean="0">
                <a:solidFill>
                  <a:schemeClr val="tx1"/>
                </a:solidFill>
                <a:latin typeface="+mn-lt"/>
                <a:ea typeface="+mn-ea"/>
                <a:cs typeface="+mn-cs"/>
              </a:rPr>
              <a:t>Each segment table entry contains the starting address of the corresponding segment</a:t>
            </a:r>
          </a:p>
          <a:p>
            <a:r>
              <a:rPr lang="en-US" sz="1200" kern="1200" baseline="0" dirty="0" smtClean="0">
                <a:solidFill>
                  <a:schemeClr val="tx1"/>
                </a:solidFill>
                <a:latin typeface="+mn-lt"/>
                <a:ea typeface="+mn-ea"/>
                <a:cs typeface="+mn-cs"/>
              </a:rPr>
              <a:t>in main memory, as well as the length of the segment. The same device, a segment</a:t>
            </a:r>
          </a:p>
          <a:p>
            <a:r>
              <a:rPr lang="en-US" sz="1200" kern="1200" baseline="0" dirty="0" smtClean="0">
                <a:solidFill>
                  <a:schemeClr val="tx1"/>
                </a:solidFill>
                <a:latin typeface="+mn-lt"/>
                <a:ea typeface="+mn-ea"/>
                <a:cs typeface="+mn-cs"/>
              </a:rPr>
              <a:t>table, is needed when we consider a virtual memory scheme based on segmentation.</a:t>
            </a:r>
          </a:p>
          <a:p>
            <a:r>
              <a:rPr lang="en-US" sz="1200" kern="1200" baseline="0" dirty="0" smtClean="0">
                <a:solidFill>
                  <a:schemeClr val="tx1"/>
                </a:solidFill>
                <a:latin typeface="+mn-lt"/>
                <a:ea typeface="+mn-ea"/>
                <a:cs typeface="+mn-cs"/>
              </a:rPr>
              <a:t>Again, it is typical to associate a unique segment table with each process. In this</a:t>
            </a:r>
          </a:p>
          <a:p>
            <a:r>
              <a:rPr lang="en-US" sz="1200" kern="1200" baseline="0" dirty="0" smtClean="0">
                <a:solidFill>
                  <a:schemeClr val="tx1"/>
                </a:solidFill>
                <a:latin typeface="+mn-lt"/>
                <a:ea typeface="+mn-ea"/>
                <a:cs typeface="+mn-cs"/>
              </a:rPr>
              <a:t>case, however, the segment table entries become more complex ( Figure 8.2b ).</a:t>
            </a:r>
          </a:p>
          <a:p>
            <a:r>
              <a:rPr lang="en-US" sz="1200" kern="1200" baseline="0" dirty="0" smtClean="0">
                <a:solidFill>
                  <a:schemeClr val="tx1"/>
                </a:solidFill>
                <a:latin typeface="+mn-lt"/>
                <a:ea typeface="+mn-ea"/>
                <a:cs typeface="+mn-cs"/>
              </a:rPr>
              <a:t>Because only some of the segments of a process may be in main memory, a bit is</a:t>
            </a:r>
          </a:p>
          <a:p>
            <a:r>
              <a:rPr lang="en-US" sz="1200" kern="1200" baseline="0" dirty="0" smtClean="0">
                <a:solidFill>
                  <a:schemeClr val="tx1"/>
                </a:solidFill>
                <a:latin typeface="+mn-lt"/>
                <a:ea typeface="+mn-ea"/>
                <a:cs typeface="+mn-cs"/>
              </a:rPr>
              <a:t>needed in each segment table entry to indicate whether the corresponding segment</a:t>
            </a:r>
          </a:p>
          <a:p>
            <a:r>
              <a:rPr lang="en-US" sz="1200" kern="1200" baseline="0" dirty="0" smtClean="0">
                <a:solidFill>
                  <a:schemeClr val="tx1"/>
                </a:solidFill>
                <a:latin typeface="+mn-lt"/>
                <a:ea typeface="+mn-ea"/>
                <a:cs typeface="+mn-cs"/>
              </a:rPr>
              <a:t>is present in main memory or not. If the bit indicates that the segment is in memory,</a:t>
            </a:r>
          </a:p>
          <a:p>
            <a:r>
              <a:rPr lang="en-US" sz="1200" kern="1200" baseline="0" dirty="0" smtClean="0">
                <a:solidFill>
                  <a:schemeClr val="tx1"/>
                </a:solidFill>
                <a:latin typeface="+mn-lt"/>
                <a:ea typeface="+mn-ea"/>
                <a:cs typeface="+mn-cs"/>
              </a:rPr>
              <a:t>then the entry also includes the starting address and length of that segment.</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Another control bit in the segmentation table entry is a modify bit, indicating</a:t>
            </a:r>
          </a:p>
          <a:p>
            <a:r>
              <a:rPr lang="en-US" sz="1200" kern="1200" baseline="0" dirty="0" smtClean="0">
                <a:solidFill>
                  <a:schemeClr val="tx1"/>
                </a:solidFill>
                <a:latin typeface="+mn-lt"/>
                <a:ea typeface="+mn-ea"/>
                <a:cs typeface="+mn-cs"/>
              </a:rPr>
              <a:t>whether the contents of the corresponding segment have been altered since the segment</a:t>
            </a:r>
          </a:p>
          <a:p>
            <a:r>
              <a:rPr lang="en-US" sz="1200" kern="1200" baseline="0" dirty="0" smtClean="0">
                <a:solidFill>
                  <a:schemeClr val="tx1"/>
                </a:solidFill>
                <a:latin typeface="+mn-lt"/>
                <a:ea typeface="+mn-ea"/>
                <a:cs typeface="+mn-cs"/>
              </a:rPr>
              <a:t>was last loaded into main memory. If there has been no change, then it is not</a:t>
            </a:r>
          </a:p>
          <a:p>
            <a:r>
              <a:rPr lang="en-US" sz="1200" kern="1200" baseline="0" dirty="0" smtClean="0">
                <a:solidFill>
                  <a:schemeClr val="tx1"/>
                </a:solidFill>
                <a:latin typeface="+mn-lt"/>
                <a:ea typeface="+mn-ea"/>
                <a:cs typeface="+mn-cs"/>
              </a:rPr>
              <a:t>necessary to write the segment out when it comes time to replace the segment in the</a:t>
            </a:r>
          </a:p>
          <a:p>
            <a:r>
              <a:rPr lang="en-US" sz="1200" kern="1200" baseline="0" dirty="0" smtClean="0">
                <a:solidFill>
                  <a:schemeClr val="tx1"/>
                </a:solidFill>
                <a:latin typeface="+mn-lt"/>
                <a:ea typeface="+mn-ea"/>
                <a:cs typeface="+mn-cs"/>
              </a:rPr>
              <a:t>frame that it currently occupies. Other control bits may also be present. For example,</a:t>
            </a:r>
          </a:p>
          <a:p>
            <a:r>
              <a:rPr lang="en-US" sz="1200" kern="1200" baseline="0" dirty="0" smtClean="0">
                <a:solidFill>
                  <a:schemeClr val="tx1"/>
                </a:solidFill>
                <a:latin typeface="+mn-lt"/>
                <a:ea typeface="+mn-ea"/>
                <a:cs typeface="+mn-cs"/>
              </a:rPr>
              <a:t>if protection or sharing is managed at the segment level, then bits for that purpose</a:t>
            </a:r>
          </a:p>
          <a:p>
            <a:r>
              <a:rPr lang="en-US" sz="1200" kern="1200" baseline="0" dirty="0" smtClean="0">
                <a:solidFill>
                  <a:schemeClr val="tx1"/>
                </a:solidFill>
                <a:latin typeface="+mn-lt"/>
                <a:ea typeface="+mn-ea"/>
                <a:cs typeface="+mn-cs"/>
              </a:rPr>
              <a:t>will be required.</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basic mechanism for reading a word from memory involves the translation</a:t>
            </a:r>
          </a:p>
          <a:p>
            <a:r>
              <a:rPr lang="en-US" sz="1200" kern="1200" baseline="0" dirty="0" smtClean="0">
                <a:solidFill>
                  <a:schemeClr val="tx1"/>
                </a:solidFill>
                <a:latin typeface="+mn-lt"/>
                <a:ea typeface="+mn-ea"/>
                <a:cs typeface="+mn-cs"/>
              </a:rPr>
              <a:t>of a virtual, or logical, address, consisting of segment number and offset, into a physical</a:t>
            </a:r>
          </a:p>
          <a:p>
            <a:r>
              <a:rPr lang="en-US" sz="1200" kern="1200" baseline="0" dirty="0" smtClean="0">
                <a:solidFill>
                  <a:schemeClr val="tx1"/>
                </a:solidFill>
                <a:latin typeface="+mn-lt"/>
                <a:ea typeface="+mn-ea"/>
                <a:cs typeface="+mn-cs"/>
              </a:rPr>
              <a:t>address, using a segment table. Because the segment table is of variable length,</a:t>
            </a:r>
          </a:p>
          <a:p>
            <a:r>
              <a:rPr lang="en-US" sz="1200" kern="1200" baseline="0" dirty="0" smtClean="0">
                <a:solidFill>
                  <a:schemeClr val="tx1"/>
                </a:solidFill>
                <a:latin typeface="+mn-lt"/>
                <a:ea typeface="+mn-ea"/>
                <a:cs typeface="+mn-cs"/>
              </a:rPr>
              <a:t>depending on the size of the process, we cannot expect to hold it in registers. Instead,</a:t>
            </a:r>
          </a:p>
          <a:p>
            <a:r>
              <a:rPr lang="en-US" sz="1200" kern="1200" baseline="0" dirty="0" smtClean="0">
                <a:solidFill>
                  <a:schemeClr val="tx1"/>
                </a:solidFill>
                <a:latin typeface="+mn-lt"/>
                <a:ea typeface="+mn-ea"/>
                <a:cs typeface="+mn-cs"/>
              </a:rPr>
              <a:t>it must be in main memory to be accessed. Figure 8.12 suggests a hardware implementation</a:t>
            </a:r>
          </a:p>
          <a:p>
            <a:r>
              <a:rPr lang="en-US" sz="1200" kern="1200" baseline="0" dirty="0" smtClean="0">
                <a:solidFill>
                  <a:schemeClr val="tx1"/>
                </a:solidFill>
                <a:latin typeface="+mn-lt"/>
                <a:ea typeface="+mn-ea"/>
                <a:cs typeface="+mn-cs"/>
              </a:rPr>
              <a:t>of this scheme (note similarity to Figure 8.3 ). When a particular process</a:t>
            </a:r>
          </a:p>
          <a:p>
            <a:r>
              <a:rPr lang="en-US" sz="1200" kern="1200" baseline="0" dirty="0" smtClean="0">
                <a:solidFill>
                  <a:schemeClr val="tx1"/>
                </a:solidFill>
                <a:latin typeface="+mn-lt"/>
                <a:ea typeface="+mn-ea"/>
                <a:cs typeface="+mn-cs"/>
              </a:rPr>
              <a:t>is running, a register holds the starting address of the segment table for that process.</a:t>
            </a:r>
          </a:p>
          <a:p>
            <a:r>
              <a:rPr lang="en-US" sz="1200" kern="1200" baseline="0" dirty="0" smtClean="0">
                <a:solidFill>
                  <a:schemeClr val="tx1"/>
                </a:solidFill>
                <a:latin typeface="+mn-lt"/>
                <a:ea typeface="+mn-ea"/>
                <a:cs typeface="+mn-cs"/>
              </a:rPr>
              <a:t>The segment number of a virtual address is used to index that table and look up the</a:t>
            </a:r>
          </a:p>
          <a:p>
            <a:r>
              <a:rPr lang="en-US" sz="1200" kern="1200" baseline="0" dirty="0" smtClean="0">
                <a:solidFill>
                  <a:schemeClr val="tx1"/>
                </a:solidFill>
                <a:latin typeface="+mn-lt"/>
                <a:ea typeface="+mn-ea"/>
                <a:cs typeface="+mn-cs"/>
              </a:rPr>
              <a:t>corresponding main memory address for the start of the segment. This is added to</a:t>
            </a:r>
          </a:p>
          <a:p>
            <a:r>
              <a:rPr lang="en-US" sz="1200" kern="1200" baseline="0" dirty="0" smtClean="0">
                <a:solidFill>
                  <a:schemeClr val="tx1"/>
                </a:solidFill>
                <a:latin typeface="+mn-lt"/>
                <a:ea typeface="+mn-ea"/>
                <a:cs typeface="+mn-cs"/>
              </a:rPr>
              <a:t>the offset portion of the virtual address to produce the desired real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kern="1200" baseline="0" dirty="0" smtClean="0">
                <a:solidFill>
                  <a:schemeClr val="tx1"/>
                </a:solidFill>
                <a:latin typeface="+mn-lt"/>
                <a:ea typeface="+mn-ea"/>
                <a:cs typeface="+mn-cs"/>
              </a:rPr>
              <a:t>Combined Paging and Segmentation</a:t>
            </a:r>
          </a:p>
          <a:p>
            <a:r>
              <a:rPr lang="en-US" sz="1200" kern="1200" baseline="0" dirty="0" smtClean="0">
                <a:solidFill>
                  <a:schemeClr val="tx1"/>
                </a:solidFill>
                <a:latin typeface="+mn-lt"/>
                <a:ea typeface="+mn-ea"/>
                <a:cs typeface="+mn-cs"/>
              </a:rPr>
              <a:t>Both paging and segmentation have their strengths. Paging, which is transparent</a:t>
            </a:r>
          </a:p>
          <a:p>
            <a:r>
              <a:rPr lang="en-US" sz="1200" kern="1200" baseline="0" dirty="0" smtClean="0">
                <a:solidFill>
                  <a:schemeClr val="tx1"/>
                </a:solidFill>
                <a:latin typeface="+mn-lt"/>
                <a:ea typeface="+mn-ea"/>
                <a:cs typeface="+mn-cs"/>
              </a:rPr>
              <a:t>to the programmer, eliminates external fragmentation and thus provides efficient</a:t>
            </a:r>
          </a:p>
          <a:p>
            <a:r>
              <a:rPr lang="en-US" sz="1200" kern="1200" baseline="0" dirty="0" smtClean="0">
                <a:solidFill>
                  <a:schemeClr val="tx1"/>
                </a:solidFill>
                <a:latin typeface="+mn-lt"/>
                <a:ea typeface="+mn-ea"/>
                <a:cs typeface="+mn-cs"/>
              </a:rPr>
              <a:t>use of main memory. In addition, because the pieces that are moved in and out of</a:t>
            </a:r>
          </a:p>
          <a:p>
            <a:r>
              <a:rPr lang="en-US" sz="1200" kern="1200" baseline="0" dirty="0" smtClean="0">
                <a:solidFill>
                  <a:schemeClr val="tx1"/>
                </a:solidFill>
                <a:latin typeface="+mn-lt"/>
                <a:ea typeface="+mn-ea"/>
                <a:cs typeface="+mn-cs"/>
              </a:rPr>
              <a:t>main memory are of fixed, equal size, it is possible to develop sophisticated memory</a:t>
            </a:r>
          </a:p>
          <a:p>
            <a:r>
              <a:rPr lang="en-US" sz="1200" kern="1200" baseline="0" dirty="0" smtClean="0">
                <a:solidFill>
                  <a:schemeClr val="tx1"/>
                </a:solidFill>
                <a:latin typeface="+mn-lt"/>
                <a:ea typeface="+mn-ea"/>
                <a:cs typeface="+mn-cs"/>
              </a:rPr>
              <a:t>management algorithms that exploit the behavior of programs, as we shall see.</a:t>
            </a:r>
          </a:p>
          <a:p>
            <a:r>
              <a:rPr lang="en-US" sz="1200" kern="1200" baseline="0" dirty="0" smtClean="0">
                <a:solidFill>
                  <a:schemeClr val="tx1"/>
                </a:solidFill>
                <a:latin typeface="+mn-lt"/>
                <a:ea typeface="+mn-ea"/>
                <a:cs typeface="+mn-cs"/>
              </a:rPr>
              <a:t>Segmentation, which is visible to the programmer, has the strengths listed earlier,</a:t>
            </a:r>
          </a:p>
          <a:p>
            <a:r>
              <a:rPr lang="en-US" sz="1200" kern="1200" baseline="0" dirty="0" smtClean="0">
                <a:solidFill>
                  <a:schemeClr val="tx1"/>
                </a:solidFill>
                <a:latin typeface="+mn-lt"/>
                <a:ea typeface="+mn-ea"/>
                <a:cs typeface="+mn-cs"/>
              </a:rPr>
              <a:t>including the ability to handle growing data structures, modularity, and support</a:t>
            </a:r>
          </a:p>
          <a:p>
            <a:r>
              <a:rPr lang="en-US" sz="1200" kern="1200" baseline="0" dirty="0" smtClean="0">
                <a:solidFill>
                  <a:schemeClr val="tx1"/>
                </a:solidFill>
                <a:latin typeface="+mn-lt"/>
                <a:ea typeface="+mn-ea"/>
                <a:cs typeface="+mn-cs"/>
              </a:rPr>
              <a:t>for sharing and protection. To combine the advantages of both, some systems are</a:t>
            </a:r>
          </a:p>
          <a:p>
            <a:r>
              <a:rPr lang="en-US" sz="1200" kern="1200" baseline="0" dirty="0" smtClean="0">
                <a:solidFill>
                  <a:schemeClr val="tx1"/>
                </a:solidFill>
                <a:latin typeface="+mn-lt"/>
                <a:ea typeface="+mn-ea"/>
                <a:cs typeface="+mn-cs"/>
              </a:rPr>
              <a:t>equipped with processor hardware and operating system software to provide both.</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In a combined paging/segmentation system, a user’s address space is broken</a:t>
            </a:r>
          </a:p>
          <a:p>
            <a:r>
              <a:rPr lang="en-US" sz="1200" kern="1200" baseline="0" dirty="0" smtClean="0">
                <a:solidFill>
                  <a:schemeClr val="tx1"/>
                </a:solidFill>
                <a:latin typeface="+mn-lt"/>
                <a:ea typeface="+mn-ea"/>
                <a:cs typeface="+mn-cs"/>
              </a:rPr>
              <a:t>up into a number of segments, at the discretion of the programmer. Each segment</a:t>
            </a:r>
          </a:p>
          <a:p>
            <a:r>
              <a:rPr lang="en-US" sz="1200" kern="1200" baseline="0" dirty="0" smtClean="0">
                <a:solidFill>
                  <a:schemeClr val="tx1"/>
                </a:solidFill>
                <a:latin typeface="+mn-lt"/>
                <a:ea typeface="+mn-ea"/>
                <a:cs typeface="+mn-cs"/>
              </a:rPr>
              <a:t>is, in turn, broken up into a number of fixed-size pages, which are equal in length to</a:t>
            </a:r>
          </a:p>
          <a:p>
            <a:r>
              <a:rPr lang="en-US" sz="1200" kern="1200" baseline="0" dirty="0" smtClean="0">
                <a:solidFill>
                  <a:schemeClr val="tx1"/>
                </a:solidFill>
                <a:latin typeface="+mn-lt"/>
                <a:ea typeface="+mn-ea"/>
                <a:cs typeface="+mn-cs"/>
              </a:rPr>
              <a:t>a main memory frame. If a segment has length less than that of a page, the segment</a:t>
            </a:r>
          </a:p>
          <a:p>
            <a:r>
              <a:rPr lang="en-US" sz="1200" kern="1200" baseline="0" dirty="0" smtClean="0">
                <a:solidFill>
                  <a:schemeClr val="tx1"/>
                </a:solidFill>
                <a:latin typeface="+mn-lt"/>
                <a:ea typeface="+mn-ea"/>
                <a:cs typeface="+mn-cs"/>
              </a:rPr>
              <a:t>occupies just one page. From the programmer’s point of view, a logical address still</a:t>
            </a:r>
          </a:p>
          <a:p>
            <a:r>
              <a:rPr lang="en-US" sz="1200" kern="1200" baseline="0" dirty="0" smtClean="0">
                <a:solidFill>
                  <a:schemeClr val="tx1"/>
                </a:solidFill>
                <a:latin typeface="+mn-lt"/>
                <a:ea typeface="+mn-ea"/>
                <a:cs typeface="+mn-cs"/>
              </a:rPr>
              <a:t>consists of a segment number and a segment offset. From the system’s point of view,</a:t>
            </a:r>
          </a:p>
          <a:p>
            <a:r>
              <a:rPr lang="en-US" sz="1200" kern="1200" baseline="0" dirty="0" smtClean="0">
                <a:solidFill>
                  <a:schemeClr val="tx1"/>
                </a:solidFill>
                <a:latin typeface="+mn-lt"/>
                <a:ea typeface="+mn-ea"/>
                <a:cs typeface="+mn-cs"/>
              </a:rPr>
              <a:t>the segment offset is viewed as a page number and page offset for a page within the</a:t>
            </a:r>
          </a:p>
          <a:p>
            <a:r>
              <a:rPr lang="en-US" sz="1200" kern="1200" baseline="0" dirty="0" smtClean="0">
                <a:solidFill>
                  <a:schemeClr val="tx1"/>
                </a:solidFill>
                <a:latin typeface="+mn-lt"/>
                <a:ea typeface="+mn-ea"/>
                <a:cs typeface="+mn-cs"/>
              </a:rPr>
              <a:t>specified segment.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Figure 8.13 suggests a structure to support combined paging/segmentation</a:t>
            </a:r>
          </a:p>
          <a:p>
            <a:r>
              <a:rPr lang="en-US" sz="1200" kern="1200" baseline="0" dirty="0" smtClean="0">
                <a:solidFill>
                  <a:schemeClr val="tx1"/>
                </a:solidFill>
                <a:latin typeface="+mn-lt"/>
                <a:ea typeface="+mn-ea"/>
                <a:cs typeface="+mn-cs"/>
              </a:rPr>
              <a:t>(note similarity to Figure 8.5 ). Associated with each process is a segment table and</a:t>
            </a:r>
          </a:p>
          <a:p>
            <a:r>
              <a:rPr lang="en-US" sz="1200" kern="1200" baseline="0" dirty="0" smtClean="0">
                <a:solidFill>
                  <a:schemeClr val="tx1"/>
                </a:solidFill>
                <a:latin typeface="+mn-lt"/>
                <a:ea typeface="+mn-ea"/>
                <a:cs typeface="+mn-cs"/>
              </a:rPr>
              <a:t>a number of page tables, one per process segment. When a particular process is</a:t>
            </a:r>
          </a:p>
          <a:p>
            <a:r>
              <a:rPr lang="en-US" sz="1200" kern="1200" baseline="0" dirty="0" smtClean="0">
                <a:solidFill>
                  <a:schemeClr val="tx1"/>
                </a:solidFill>
                <a:latin typeface="+mn-lt"/>
                <a:ea typeface="+mn-ea"/>
                <a:cs typeface="+mn-cs"/>
              </a:rPr>
              <a:t>running, a register holds the starting address of the segment table for that process.</a:t>
            </a:r>
          </a:p>
          <a:p>
            <a:r>
              <a:rPr lang="en-US" sz="1200" kern="1200" baseline="0" dirty="0" smtClean="0">
                <a:solidFill>
                  <a:schemeClr val="tx1"/>
                </a:solidFill>
                <a:latin typeface="+mn-lt"/>
                <a:ea typeface="+mn-ea"/>
                <a:cs typeface="+mn-cs"/>
              </a:rPr>
              <a:t>Presented with a virtual address, the processor uses the segment number portion to</a:t>
            </a:r>
          </a:p>
          <a:p>
            <a:r>
              <a:rPr lang="en-US" sz="1200" kern="1200" baseline="0" dirty="0" smtClean="0">
                <a:solidFill>
                  <a:schemeClr val="tx1"/>
                </a:solidFill>
                <a:latin typeface="+mn-lt"/>
                <a:ea typeface="+mn-ea"/>
                <a:cs typeface="+mn-cs"/>
              </a:rPr>
              <a:t>index into the process segment table to find the page table for that segment. Then</a:t>
            </a:r>
          </a:p>
          <a:p>
            <a:r>
              <a:rPr lang="en-US" sz="1200" kern="1200" baseline="0" dirty="0" smtClean="0">
                <a:solidFill>
                  <a:schemeClr val="tx1"/>
                </a:solidFill>
                <a:latin typeface="+mn-lt"/>
                <a:ea typeface="+mn-ea"/>
                <a:cs typeface="+mn-cs"/>
              </a:rPr>
              <a:t>the page number portion of the virtual address is used to index the page table and</a:t>
            </a:r>
          </a:p>
          <a:p>
            <a:r>
              <a:rPr lang="en-US" sz="1200" kern="1200" baseline="0" dirty="0" smtClean="0">
                <a:solidFill>
                  <a:schemeClr val="tx1"/>
                </a:solidFill>
                <a:latin typeface="+mn-lt"/>
                <a:ea typeface="+mn-ea"/>
                <a:cs typeface="+mn-cs"/>
              </a:rPr>
              <a:t>look up the corresponding frame number. This is combined with the offset portion</a:t>
            </a:r>
          </a:p>
          <a:p>
            <a:r>
              <a:rPr lang="en-US" sz="1200" kern="1200" baseline="0" dirty="0" smtClean="0">
                <a:solidFill>
                  <a:schemeClr val="tx1"/>
                </a:solidFill>
                <a:latin typeface="+mn-lt"/>
                <a:ea typeface="+mn-ea"/>
                <a:cs typeface="+mn-cs"/>
              </a:rPr>
              <a:t>of the virtual address to produce the desired real address.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Segmentation lends itself to the implementation of protection and sharing policies.</a:t>
            </a:r>
          </a:p>
          <a:p>
            <a:r>
              <a:rPr lang="en-US" sz="1200" kern="1200" baseline="0" dirty="0" smtClean="0">
                <a:solidFill>
                  <a:schemeClr val="tx1"/>
                </a:solidFill>
                <a:latin typeface="+mn-lt"/>
                <a:ea typeface="+mn-ea"/>
                <a:cs typeface="+mn-cs"/>
              </a:rPr>
              <a:t>Because each segment table entry includes a length as well as a base address, a program</a:t>
            </a:r>
          </a:p>
          <a:p>
            <a:r>
              <a:rPr lang="en-US" sz="1200" kern="1200" baseline="0" dirty="0" smtClean="0">
                <a:solidFill>
                  <a:schemeClr val="tx1"/>
                </a:solidFill>
                <a:latin typeface="+mn-lt"/>
                <a:ea typeface="+mn-ea"/>
                <a:cs typeface="+mn-cs"/>
              </a:rPr>
              <a:t>cannot inadvertently access a main memory location beyond the limits of a</a:t>
            </a:r>
          </a:p>
          <a:p>
            <a:r>
              <a:rPr lang="en-US" sz="1200" kern="1200" baseline="0" dirty="0" smtClean="0">
                <a:solidFill>
                  <a:schemeClr val="tx1"/>
                </a:solidFill>
                <a:latin typeface="+mn-lt"/>
                <a:ea typeface="+mn-ea"/>
                <a:cs typeface="+mn-cs"/>
              </a:rPr>
              <a:t>segment. To achieve sharing, it is possible for a segment to be referenced in the segment</a:t>
            </a:r>
          </a:p>
          <a:p>
            <a:r>
              <a:rPr lang="en-US" sz="1200" kern="1200" baseline="0" dirty="0" smtClean="0">
                <a:solidFill>
                  <a:schemeClr val="tx1"/>
                </a:solidFill>
                <a:latin typeface="+mn-lt"/>
                <a:ea typeface="+mn-ea"/>
                <a:cs typeface="+mn-cs"/>
              </a:rPr>
              <a:t>tables of more than one process. The same mechanisms are, of course, available</a:t>
            </a:r>
          </a:p>
          <a:p>
            <a:r>
              <a:rPr lang="en-US" sz="1200" kern="1200" baseline="0" dirty="0" smtClean="0">
                <a:solidFill>
                  <a:schemeClr val="tx1"/>
                </a:solidFill>
                <a:latin typeface="+mn-lt"/>
                <a:ea typeface="+mn-ea"/>
                <a:cs typeface="+mn-cs"/>
              </a:rPr>
              <a:t>in a paging system. However, in this case the page structure of programs and</a:t>
            </a:r>
          </a:p>
          <a:p>
            <a:r>
              <a:rPr lang="en-US" sz="1200" kern="1200" baseline="0" dirty="0" smtClean="0">
                <a:solidFill>
                  <a:schemeClr val="tx1"/>
                </a:solidFill>
                <a:latin typeface="+mn-lt"/>
                <a:ea typeface="+mn-ea"/>
                <a:cs typeface="+mn-cs"/>
              </a:rPr>
              <a:t>data is not visible to the programmer, making the specification of protection and</a:t>
            </a:r>
          </a:p>
          <a:p>
            <a:r>
              <a:rPr lang="en-US" sz="1200" kern="1200" baseline="0" dirty="0" smtClean="0">
                <a:solidFill>
                  <a:schemeClr val="tx1"/>
                </a:solidFill>
                <a:latin typeface="+mn-lt"/>
                <a:ea typeface="+mn-ea"/>
                <a:cs typeface="+mn-cs"/>
              </a:rPr>
              <a:t>sharing requirements more awkward.</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smtClean="0"/>
              <a:t>Figure 8.14 illustrates the types of protection relationships that can be enforced in such a system.</a:t>
            </a:r>
          </a:p>
          <a:p>
            <a:endParaRPr lang="en-NZ" dirty="0" smtClean="0"/>
          </a:p>
          <a:p>
            <a:r>
              <a:rPr lang="en-US" sz="1200" kern="1200" baseline="0" dirty="0" smtClean="0">
                <a:solidFill>
                  <a:schemeClr val="tx1"/>
                </a:solidFill>
                <a:latin typeface="+mn-lt"/>
                <a:ea typeface="+mn-ea"/>
                <a:cs typeface="+mn-cs"/>
              </a:rPr>
              <a:t>More sophisticated mechanisms can also be provided. A common scheme is</a:t>
            </a:r>
          </a:p>
          <a:p>
            <a:r>
              <a:rPr lang="en-US" sz="1200" kern="1200" baseline="0" dirty="0" smtClean="0">
                <a:solidFill>
                  <a:schemeClr val="tx1"/>
                </a:solidFill>
                <a:latin typeface="+mn-lt"/>
                <a:ea typeface="+mn-ea"/>
                <a:cs typeface="+mn-cs"/>
              </a:rPr>
              <a:t>to use a ring-protection structure, of the type we referred to in Chapter 3 ( Figure</a:t>
            </a:r>
          </a:p>
          <a:p>
            <a:r>
              <a:rPr lang="en-US" sz="1200" kern="1200" baseline="0" dirty="0" smtClean="0">
                <a:solidFill>
                  <a:schemeClr val="tx1"/>
                </a:solidFill>
                <a:latin typeface="+mn-lt"/>
                <a:ea typeface="+mn-ea"/>
                <a:cs typeface="+mn-cs"/>
              </a:rPr>
              <a:t>3.18 ). In this scheme, lower-numbered, or inner, rings enjoy greater privilege than</a:t>
            </a:r>
          </a:p>
          <a:p>
            <a:r>
              <a:rPr lang="en-US" sz="1200" kern="1200" baseline="0" dirty="0" smtClean="0">
                <a:solidFill>
                  <a:schemeClr val="tx1"/>
                </a:solidFill>
                <a:latin typeface="+mn-lt"/>
                <a:ea typeface="+mn-ea"/>
                <a:cs typeface="+mn-cs"/>
              </a:rPr>
              <a:t>higher-numbered, or outer, rings. Typically, ring 0 is reserved for kernel functions</a:t>
            </a:r>
          </a:p>
          <a:p>
            <a:r>
              <a:rPr lang="en-US" sz="1200" kern="1200" baseline="0" dirty="0" smtClean="0">
                <a:solidFill>
                  <a:schemeClr val="tx1"/>
                </a:solidFill>
                <a:latin typeface="+mn-lt"/>
                <a:ea typeface="+mn-ea"/>
                <a:cs typeface="+mn-cs"/>
              </a:rPr>
              <a:t>of the operating system, with applications at a higher level. Some utilities or operating</a:t>
            </a:r>
          </a:p>
          <a:p>
            <a:r>
              <a:rPr lang="en-US" sz="1200" kern="1200" baseline="0" dirty="0" smtClean="0">
                <a:solidFill>
                  <a:schemeClr val="tx1"/>
                </a:solidFill>
                <a:latin typeface="+mn-lt"/>
                <a:ea typeface="+mn-ea"/>
                <a:cs typeface="+mn-cs"/>
              </a:rPr>
              <a:t>system services may occupy an intermediate ring. Basic principles of the ring</a:t>
            </a:r>
          </a:p>
          <a:p>
            <a:r>
              <a:rPr lang="en-US" sz="1200" kern="1200" baseline="0" dirty="0" smtClean="0">
                <a:solidFill>
                  <a:schemeClr val="tx1"/>
                </a:solidFill>
                <a:latin typeface="+mn-lt"/>
                <a:ea typeface="+mn-ea"/>
                <a:cs typeface="+mn-cs"/>
              </a:rPr>
              <a:t>system are as follows:</a:t>
            </a:r>
          </a:p>
          <a:p>
            <a:r>
              <a:rPr lang="en-US" sz="1200" b="1" kern="1200" baseline="0" dirty="0" smtClean="0">
                <a:solidFill>
                  <a:schemeClr val="tx1"/>
                </a:solidFill>
                <a:latin typeface="+mn-lt"/>
                <a:ea typeface="+mn-ea"/>
                <a:cs typeface="+mn-cs"/>
              </a:rPr>
              <a:t>1. A program may access only data that reside on the same ring or a less privileged</a:t>
            </a:r>
          </a:p>
          <a:p>
            <a:r>
              <a:rPr lang="en-US" sz="1200" kern="1200" baseline="0" dirty="0" smtClean="0">
                <a:solidFill>
                  <a:schemeClr val="tx1"/>
                </a:solidFill>
                <a:latin typeface="+mn-lt"/>
                <a:ea typeface="+mn-ea"/>
                <a:cs typeface="+mn-cs"/>
              </a:rPr>
              <a:t>ring.</a:t>
            </a:r>
          </a:p>
          <a:p>
            <a:r>
              <a:rPr lang="en-US" sz="1200" b="1" kern="1200" baseline="0" dirty="0" smtClean="0">
                <a:solidFill>
                  <a:schemeClr val="tx1"/>
                </a:solidFill>
                <a:latin typeface="+mn-lt"/>
                <a:ea typeface="+mn-ea"/>
                <a:cs typeface="+mn-cs"/>
              </a:rPr>
              <a:t>2. A program may call services residing on the same or a more privileged ring.</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mn-lt"/>
                <a:ea typeface="+mn-ea"/>
                <a:cs typeface="+mn-cs"/>
              </a:rPr>
              <a:t>The design of the memory management portion of an operating system depends on</a:t>
            </a:r>
          </a:p>
          <a:p>
            <a:r>
              <a:rPr lang="en-US" sz="1200" kern="1200" baseline="0" dirty="0" smtClean="0">
                <a:solidFill>
                  <a:schemeClr val="tx1"/>
                </a:solidFill>
                <a:latin typeface="+mn-lt"/>
                <a:ea typeface="+mn-ea"/>
                <a:cs typeface="+mn-cs"/>
              </a:rPr>
              <a:t>three fundamental areas of choice: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Whether or not to use virtual memory techniques</a:t>
            </a:r>
          </a:p>
          <a:p>
            <a:r>
              <a:rPr lang="en-US" sz="1200" kern="1200" baseline="0" dirty="0" smtClean="0">
                <a:solidFill>
                  <a:schemeClr val="tx1"/>
                </a:solidFill>
                <a:latin typeface="+mn-lt"/>
                <a:ea typeface="+mn-ea"/>
                <a:cs typeface="+mn-cs"/>
              </a:rPr>
              <a:t>• The use of paging or segmentation or both</a:t>
            </a:r>
          </a:p>
          <a:p>
            <a:r>
              <a:rPr lang="en-US" sz="1200" kern="1200" baseline="0" dirty="0" smtClean="0">
                <a:solidFill>
                  <a:schemeClr val="tx1"/>
                </a:solidFill>
                <a:latin typeface="+mn-lt"/>
                <a:ea typeface="+mn-ea"/>
                <a:cs typeface="+mn-cs"/>
              </a:rPr>
              <a:t>• The algorithms employed for various aspects of memory management</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choices made in the first two areas depend on the hardware platform available.</a:t>
            </a:r>
          </a:p>
          <a:p>
            <a:r>
              <a:rPr lang="en-US" sz="1200" kern="1200" baseline="0" dirty="0" smtClean="0">
                <a:solidFill>
                  <a:schemeClr val="tx1"/>
                </a:solidFill>
                <a:latin typeface="+mn-lt"/>
                <a:ea typeface="+mn-ea"/>
                <a:cs typeface="+mn-cs"/>
              </a:rPr>
              <a:t>Thus, earlier UNIX implementations did not provide virtual memory because the</a:t>
            </a:r>
          </a:p>
          <a:p>
            <a:r>
              <a:rPr lang="en-US" sz="1200" kern="1200" baseline="0" dirty="0" smtClean="0">
                <a:solidFill>
                  <a:schemeClr val="tx1"/>
                </a:solidFill>
                <a:latin typeface="+mn-lt"/>
                <a:ea typeface="+mn-ea"/>
                <a:cs typeface="+mn-cs"/>
              </a:rPr>
              <a:t>processors on which the system ran did not support paging or segmentation. Neither</a:t>
            </a:r>
          </a:p>
          <a:p>
            <a:r>
              <a:rPr lang="en-US" sz="1200" kern="1200" baseline="0" dirty="0" smtClean="0">
                <a:solidFill>
                  <a:schemeClr val="tx1"/>
                </a:solidFill>
                <a:latin typeface="+mn-lt"/>
                <a:ea typeface="+mn-ea"/>
                <a:cs typeface="+mn-cs"/>
              </a:rPr>
              <a:t>of these techniques is practical without hardware support for address translation</a:t>
            </a:r>
          </a:p>
          <a:p>
            <a:r>
              <a:rPr lang="en-US" sz="1200" kern="1200" baseline="0" dirty="0" smtClean="0">
                <a:solidFill>
                  <a:schemeClr val="tx1"/>
                </a:solidFill>
                <a:latin typeface="+mn-lt"/>
                <a:ea typeface="+mn-ea"/>
                <a:cs typeface="+mn-cs"/>
              </a:rPr>
              <a:t>and other basic functions.</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Two additional comments about the first two items in the preceding list: First,</a:t>
            </a:r>
          </a:p>
          <a:p>
            <a:r>
              <a:rPr lang="en-US" sz="1200" kern="1200" baseline="0" dirty="0" smtClean="0">
                <a:solidFill>
                  <a:schemeClr val="tx1"/>
                </a:solidFill>
                <a:latin typeface="+mn-lt"/>
                <a:ea typeface="+mn-ea"/>
                <a:cs typeface="+mn-cs"/>
              </a:rPr>
              <a:t>with the exception of operating systems for some of the older personal computers,</a:t>
            </a:r>
          </a:p>
          <a:p>
            <a:r>
              <a:rPr lang="en-US" sz="1200" kern="1200" baseline="0" dirty="0" smtClean="0">
                <a:solidFill>
                  <a:schemeClr val="tx1"/>
                </a:solidFill>
                <a:latin typeface="+mn-lt"/>
                <a:ea typeface="+mn-ea"/>
                <a:cs typeface="+mn-cs"/>
              </a:rPr>
              <a:t>such as MS-DOS, and specialized systems, all important operating systems provide</a:t>
            </a:r>
          </a:p>
          <a:p>
            <a:r>
              <a:rPr lang="en-US" sz="1200" kern="1200" baseline="0" dirty="0" smtClean="0">
                <a:solidFill>
                  <a:schemeClr val="tx1"/>
                </a:solidFill>
                <a:latin typeface="+mn-lt"/>
                <a:ea typeface="+mn-ea"/>
                <a:cs typeface="+mn-cs"/>
              </a:rPr>
              <a:t>virtual memory. Second, pure segmentation systems are becoming increasingly rare.</a:t>
            </a:r>
          </a:p>
          <a:p>
            <a:r>
              <a:rPr lang="en-US" sz="1200" kern="1200" baseline="0" dirty="0" smtClean="0">
                <a:solidFill>
                  <a:schemeClr val="tx1"/>
                </a:solidFill>
                <a:latin typeface="+mn-lt"/>
                <a:ea typeface="+mn-ea"/>
                <a:cs typeface="+mn-cs"/>
              </a:rPr>
              <a:t>When segmentation is combined with paging, most of the memory management</a:t>
            </a:r>
          </a:p>
          <a:p>
            <a:r>
              <a:rPr lang="en-US" sz="1200" kern="1200" baseline="0" dirty="0" smtClean="0">
                <a:solidFill>
                  <a:schemeClr val="tx1"/>
                </a:solidFill>
                <a:latin typeface="+mn-lt"/>
                <a:ea typeface="+mn-ea"/>
                <a:cs typeface="+mn-cs"/>
              </a:rPr>
              <a:t>issues confronting the operating system designer are in the area of paging. Thus,</a:t>
            </a:r>
          </a:p>
          <a:p>
            <a:r>
              <a:rPr lang="en-US" sz="1200" kern="1200" baseline="0" dirty="0" smtClean="0">
                <a:solidFill>
                  <a:schemeClr val="tx1"/>
                </a:solidFill>
                <a:latin typeface="+mn-lt"/>
                <a:ea typeface="+mn-ea"/>
                <a:cs typeface="+mn-cs"/>
              </a:rPr>
              <a:t>we can concentrate in this section on the issues associated with paging.</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choices related to the third item are the domain of operating system software</a:t>
            </a:r>
          </a:p>
          <a:p>
            <a:r>
              <a:rPr lang="en-US" sz="1200" kern="1200" baseline="0" dirty="0" smtClean="0">
                <a:solidFill>
                  <a:schemeClr val="tx1"/>
                </a:solidFill>
                <a:latin typeface="+mn-lt"/>
                <a:ea typeface="+mn-ea"/>
                <a:cs typeface="+mn-cs"/>
              </a:rPr>
              <a:t>and are the subject of this section.</a:t>
            </a:r>
            <a:endParaRPr lang="en-NZ" baseline="0" dirty="0" smtClean="0"/>
          </a:p>
          <a:p>
            <a:pPr lvl="0"/>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mn-lt"/>
                <a:ea typeface="+mn-ea"/>
                <a:cs typeface="+mn-cs"/>
              </a:rPr>
              <a:t>Table 8.4 lists the key design elements that</a:t>
            </a:r>
          </a:p>
          <a:p>
            <a:r>
              <a:rPr lang="en-US" sz="1200" kern="1200" baseline="0" dirty="0" smtClean="0">
                <a:solidFill>
                  <a:schemeClr val="tx1"/>
                </a:solidFill>
                <a:latin typeface="+mn-lt"/>
                <a:ea typeface="+mn-ea"/>
                <a:cs typeface="+mn-cs"/>
              </a:rPr>
              <a:t>we examine. In each case, the key issue is one of performance: We would like to</a:t>
            </a:r>
          </a:p>
          <a:p>
            <a:r>
              <a:rPr lang="en-US" sz="1200" kern="1200" baseline="0" dirty="0" smtClean="0">
                <a:solidFill>
                  <a:schemeClr val="tx1"/>
                </a:solidFill>
                <a:latin typeface="+mn-lt"/>
                <a:ea typeface="+mn-ea"/>
                <a:cs typeface="+mn-cs"/>
              </a:rPr>
              <a:t>minimize the rate at which page faults occur, because page faults cause considerable</a:t>
            </a:r>
          </a:p>
          <a:p>
            <a:r>
              <a:rPr lang="en-US" sz="1200" kern="1200" baseline="0" dirty="0" smtClean="0">
                <a:solidFill>
                  <a:schemeClr val="tx1"/>
                </a:solidFill>
                <a:latin typeface="+mn-lt"/>
                <a:ea typeface="+mn-ea"/>
                <a:cs typeface="+mn-cs"/>
              </a:rPr>
              <a:t>software overhead. At a minimum, the overhead includes deciding which resident</a:t>
            </a:r>
          </a:p>
          <a:p>
            <a:r>
              <a:rPr lang="en-US" sz="1200" kern="1200" baseline="0" dirty="0" smtClean="0">
                <a:solidFill>
                  <a:schemeClr val="tx1"/>
                </a:solidFill>
                <a:latin typeface="+mn-lt"/>
                <a:ea typeface="+mn-ea"/>
                <a:cs typeface="+mn-cs"/>
              </a:rPr>
              <a:t>page or pages to replace, and the I/O of exchanging pages. Also, the operating system</a:t>
            </a:r>
          </a:p>
          <a:p>
            <a:r>
              <a:rPr lang="en-US" sz="1200" kern="1200" baseline="0" dirty="0" smtClean="0">
                <a:solidFill>
                  <a:schemeClr val="tx1"/>
                </a:solidFill>
                <a:latin typeface="+mn-lt"/>
                <a:ea typeface="+mn-ea"/>
                <a:cs typeface="+mn-cs"/>
              </a:rPr>
              <a:t>must schedule another process to run during the page I/O, causing a process</a:t>
            </a:r>
          </a:p>
          <a:p>
            <a:r>
              <a:rPr lang="en-US" sz="1200" kern="1200" baseline="0" dirty="0" smtClean="0">
                <a:solidFill>
                  <a:schemeClr val="tx1"/>
                </a:solidFill>
                <a:latin typeface="+mn-lt"/>
                <a:ea typeface="+mn-ea"/>
                <a:cs typeface="+mn-cs"/>
              </a:rPr>
              <a:t>switch. Accordingly, we would like to arrange matters so that, during the time that</a:t>
            </a:r>
          </a:p>
          <a:p>
            <a:r>
              <a:rPr lang="en-US" sz="1200" kern="1200" baseline="0" dirty="0" smtClean="0">
                <a:solidFill>
                  <a:schemeClr val="tx1"/>
                </a:solidFill>
                <a:latin typeface="+mn-lt"/>
                <a:ea typeface="+mn-ea"/>
                <a:cs typeface="+mn-cs"/>
              </a:rPr>
              <a:t>a process is executing, the probability of referencing a word on a missing page is</a:t>
            </a:r>
          </a:p>
          <a:p>
            <a:r>
              <a:rPr lang="en-US" sz="1200" kern="1200" baseline="0" dirty="0" smtClean="0">
                <a:solidFill>
                  <a:schemeClr val="tx1"/>
                </a:solidFill>
                <a:latin typeface="+mn-lt"/>
                <a:ea typeface="+mn-ea"/>
                <a:cs typeface="+mn-cs"/>
              </a:rPr>
              <a:t>minimized. In all of the areas referred to in Table 8.4 , there is no definitive policy</a:t>
            </a:r>
          </a:p>
          <a:p>
            <a:r>
              <a:rPr lang="en-US" sz="1200" kern="1200" baseline="0" dirty="0" smtClean="0">
                <a:solidFill>
                  <a:schemeClr val="tx1"/>
                </a:solidFill>
                <a:latin typeface="+mn-lt"/>
                <a:ea typeface="+mn-ea"/>
                <a:cs typeface="+mn-cs"/>
              </a:rPr>
              <a:t>that works best. As we shall see, the task of memory management in a paging environment</a:t>
            </a:r>
          </a:p>
          <a:p>
            <a:r>
              <a:rPr lang="en-US" sz="1200" kern="1200" baseline="0" dirty="0" smtClean="0">
                <a:solidFill>
                  <a:schemeClr val="tx1"/>
                </a:solidFill>
                <a:latin typeface="+mn-lt"/>
                <a:ea typeface="+mn-ea"/>
                <a:cs typeface="+mn-cs"/>
              </a:rPr>
              <a:t>is fiendishly complex. Furthermore, the performance of any particular set</a:t>
            </a:r>
          </a:p>
          <a:p>
            <a:r>
              <a:rPr lang="en-US" sz="1200" kern="1200" baseline="0" dirty="0" smtClean="0">
                <a:solidFill>
                  <a:schemeClr val="tx1"/>
                </a:solidFill>
                <a:latin typeface="+mn-lt"/>
                <a:ea typeface="+mn-ea"/>
                <a:cs typeface="+mn-cs"/>
              </a:rPr>
              <a:t>of policies depends on main memory size, the relative speed of main and secondary</a:t>
            </a:r>
          </a:p>
          <a:p>
            <a:r>
              <a:rPr lang="en-US" sz="1200" kern="1200" baseline="0" dirty="0" smtClean="0">
                <a:solidFill>
                  <a:schemeClr val="tx1"/>
                </a:solidFill>
                <a:latin typeface="+mn-lt"/>
                <a:ea typeface="+mn-ea"/>
                <a:cs typeface="+mn-cs"/>
              </a:rPr>
              <a:t>memory, the size and number of processes competing for resources, and the execution</a:t>
            </a:r>
          </a:p>
          <a:p>
            <a:r>
              <a:rPr lang="en-US" sz="1200" kern="1200" baseline="0" dirty="0" smtClean="0">
                <a:solidFill>
                  <a:schemeClr val="tx1"/>
                </a:solidFill>
                <a:latin typeface="+mn-lt"/>
                <a:ea typeface="+mn-ea"/>
                <a:cs typeface="+mn-cs"/>
              </a:rPr>
              <a:t>behavior of individual programs. This latter characteristic depends on the nature</a:t>
            </a:r>
          </a:p>
          <a:p>
            <a:r>
              <a:rPr lang="en-US" sz="1200" kern="1200" baseline="0" dirty="0" smtClean="0">
                <a:solidFill>
                  <a:schemeClr val="tx1"/>
                </a:solidFill>
                <a:latin typeface="+mn-lt"/>
                <a:ea typeface="+mn-ea"/>
                <a:cs typeface="+mn-cs"/>
              </a:rPr>
              <a:t>of the application, the programming language and compiler employed, the style of</a:t>
            </a:r>
          </a:p>
          <a:p>
            <a:r>
              <a:rPr lang="en-US" sz="1200" kern="1200" baseline="0" dirty="0" smtClean="0">
                <a:solidFill>
                  <a:schemeClr val="tx1"/>
                </a:solidFill>
                <a:latin typeface="+mn-lt"/>
                <a:ea typeface="+mn-ea"/>
                <a:cs typeface="+mn-cs"/>
              </a:rPr>
              <a:t>the programmer who wrote it, and, for an interactive program, the dynamic behavior</a:t>
            </a:r>
          </a:p>
          <a:p>
            <a:r>
              <a:rPr lang="en-US" sz="1200" kern="1200" baseline="0" dirty="0" smtClean="0">
                <a:solidFill>
                  <a:schemeClr val="tx1"/>
                </a:solidFill>
                <a:latin typeface="+mn-lt"/>
                <a:ea typeface="+mn-ea"/>
                <a:cs typeface="+mn-cs"/>
              </a:rPr>
              <a:t>of the user. Thus, the reader must expect no final answers here or anywhere. For</a:t>
            </a:r>
          </a:p>
          <a:p>
            <a:r>
              <a:rPr lang="en-US" sz="1200" kern="1200" baseline="0" dirty="0" smtClean="0">
                <a:solidFill>
                  <a:schemeClr val="tx1"/>
                </a:solidFill>
                <a:latin typeface="+mn-lt"/>
                <a:ea typeface="+mn-ea"/>
                <a:cs typeface="+mn-cs"/>
              </a:rPr>
              <a:t>smaller systems, the operating system designer should attempt to choose a set of policies</a:t>
            </a:r>
          </a:p>
          <a:p>
            <a:r>
              <a:rPr lang="en-US" sz="1200" kern="1200" baseline="0" dirty="0" smtClean="0">
                <a:solidFill>
                  <a:schemeClr val="tx1"/>
                </a:solidFill>
                <a:latin typeface="+mn-lt"/>
                <a:ea typeface="+mn-ea"/>
                <a:cs typeface="+mn-cs"/>
              </a:rPr>
              <a:t>that seems “good” over a wide range of conditions, based on the current state of</a:t>
            </a:r>
          </a:p>
          <a:p>
            <a:r>
              <a:rPr lang="en-US" sz="1200" kern="1200" baseline="0" dirty="0" smtClean="0">
                <a:solidFill>
                  <a:schemeClr val="tx1"/>
                </a:solidFill>
                <a:latin typeface="+mn-lt"/>
                <a:ea typeface="+mn-ea"/>
                <a:cs typeface="+mn-cs"/>
              </a:rPr>
              <a:t>knowledge. For larger systems, particularly mainframes, the operating system should</a:t>
            </a:r>
          </a:p>
          <a:p>
            <a:r>
              <a:rPr lang="en-US" sz="1200" kern="1200" baseline="0" dirty="0" smtClean="0">
                <a:solidFill>
                  <a:schemeClr val="tx1"/>
                </a:solidFill>
                <a:latin typeface="+mn-lt"/>
                <a:ea typeface="+mn-ea"/>
                <a:cs typeface="+mn-cs"/>
              </a:rPr>
              <a:t>be equipped with monitoring and control tools that allow the site manager to tune</a:t>
            </a:r>
          </a:p>
          <a:p>
            <a:r>
              <a:rPr lang="en-US" sz="1200" kern="1200" baseline="0" dirty="0" smtClean="0">
                <a:solidFill>
                  <a:schemeClr val="tx1"/>
                </a:solidFill>
                <a:latin typeface="+mn-lt"/>
                <a:ea typeface="+mn-ea"/>
                <a:cs typeface="+mn-cs"/>
              </a:rPr>
              <a:t>the operating system to get “good” results based on site conditions.</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fetch policy determines when a page should be brought into main memory. The</a:t>
            </a:r>
          </a:p>
          <a:p>
            <a:r>
              <a:rPr lang="en-US" sz="1200" kern="1200" baseline="0" dirty="0" smtClean="0">
                <a:solidFill>
                  <a:schemeClr val="tx1"/>
                </a:solidFill>
                <a:latin typeface="+mn-lt"/>
                <a:ea typeface="+mn-ea"/>
                <a:cs typeface="+mn-cs"/>
              </a:rPr>
              <a:t>two common alternatives are demand paging and </a:t>
            </a:r>
            <a:r>
              <a:rPr lang="en-US" sz="1200" kern="1200" baseline="0" dirty="0" err="1" smtClean="0">
                <a:solidFill>
                  <a:schemeClr val="tx1"/>
                </a:solidFill>
                <a:latin typeface="+mn-lt"/>
                <a:ea typeface="+mn-ea"/>
                <a:cs typeface="+mn-cs"/>
              </a:rPr>
              <a:t>prepaging</a:t>
            </a:r>
            <a:r>
              <a:rPr lang="en-US" sz="1200" kern="1200" baseline="0" dirty="0" smtClean="0">
                <a:solidFill>
                  <a:schemeClr val="tx1"/>
                </a:solidFill>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With </a:t>
            </a:r>
            <a:r>
              <a:rPr lang="en-US" sz="1200" b="1" kern="1200" baseline="0" dirty="0" smtClean="0">
                <a:solidFill>
                  <a:schemeClr val="tx1"/>
                </a:solidFill>
                <a:latin typeface="+mn-lt"/>
                <a:ea typeface="+mn-ea"/>
                <a:cs typeface="+mn-cs"/>
              </a:rPr>
              <a:t>demand paging ,</a:t>
            </a:r>
          </a:p>
          <a:p>
            <a:r>
              <a:rPr lang="en-US" sz="1200" kern="1200" baseline="0" dirty="0" smtClean="0">
                <a:solidFill>
                  <a:schemeClr val="tx1"/>
                </a:solidFill>
                <a:latin typeface="+mn-lt"/>
                <a:ea typeface="+mn-ea"/>
                <a:cs typeface="+mn-cs"/>
              </a:rPr>
              <a:t>a page is brought into main memory only when a reference is made to a location on</a:t>
            </a:r>
          </a:p>
          <a:p>
            <a:r>
              <a:rPr lang="en-US" sz="1200" kern="1200" baseline="0" dirty="0" smtClean="0">
                <a:solidFill>
                  <a:schemeClr val="tx1"/>
                </a:solidFill>
                <a:latin typeface="+mn-lt"/>
                <a:ea typeface="+mn-ea"/>
                <a:cs typeface="+mn-cs"/>
              </a:rPr>
              <a:t>that page. If the other elements of memory management policy are good, the following</a:t>
            </a:r>
          </a:p>
          <a:p>
            <a:r>
              <a:rPr lang="en-US" sz="1200" kern="1200" baseline="0" dirty="0" smtClean="0">
                <a:solidFill>
                  <a:schemeClr val="tx1"/>
                </a:solidFill>
                <a:latin typeface="+mn-lt"/>
                <a:ea typeface="+mn-ea"/>
                <a:cs typeface="+mn-cs"/>
              </a:rPr>
              <a:t>should happen. When a process is first started, there will be a flurry of page</a:t>
            </a:r>
          </a:p>
          <a:p>
            <a:r>
              <a:rPr lang="en-US" sz="1200" kern="1200" baseline="0" dirty="0" smtClean="0">
                <a:solidFill>
                  <a:schemeClr val="tx1"/>
                </a:solidFill>
                <a:latin typeface="+mn-lt"/>
                <a:ea typeface="+mn-ea"/>
                <a:cs typeface="+mn-cs"/>
              </a:rPr>
              <a:t>faults. As more and more pages are brought in, the principle of locality suggests that</a:t>
            </a:r>
          </a:p>
          <a:p>
            <a:r>
              <a:rPr lang="en-US" sz="1200" kern="1200" baseline="0" dirty="0" smtClean="0">
                <a:solidFill>
                  <a:schemeClr val="tx1"/>
                </a:solidFill>
                <a:latin typeface="+mn-lt"/>
                <a:ea typeface="+mn-ea"/>
                <a:cs typeface="+mn-cs"/>
              </a:rPr>
              <a:t>most future references will be to pages that have recently been brought in. Thus,</a:t>
            </a:r>
          </a:p>
          <a:p>
            <a:r>
              <a:rPr lang="en-US" sz="1200" kern="1200" baseline="0" dirty="0" smtClean="0">
                <a:solidFill>
                  <a:schemeClr val="tx1"/>
                </a:solidFill>
                <a:latin typeface="+mn-lt"/>
                <a:ea typeface="+mn-ea"/>
                <a:cs typeface="+mn-cs"/>
              </a:rPr>
              <a:t>after a time, matters should settle down and the number of page faults should drop</a:t>
            </a:r>
          </a:p>
          <a:p>
            <a:r>
              <a:rPr lang="en-US" sz="1200" kern="1200" baseline="0" dirty="0" smtClean="0">
                <a:solidFill>
                  <a:schemeClr val="tx1"/>
                </a:solidFill>
                <a:latin typeface="+mn-lt"/>
                <a:ea typeface="+mn-ea"/>
                <a:cs typeface="+mn-cs"/>
              </a:rPr>
              <a:t>to a very low level.</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With </a:t>
            </a:r>
            <a:r>
              <a:rPr lang="en-US" sz="1200" b="1" kern="1200" baseline="0" dirty="0" err="1" smtClean="0">
                <a:solidFill>
                  <a:schemeClr val="tx1"/>
                </a:solidFill>
                <a:latin typeface="+mn-lt"/>
                <a:ea typeface="+mn-ea"/>
                <a:cs typeface="+mn-cs"/>
              </a:rPr>
              <a:t>prepaging</a:t>
            </a:r>
            <a:r>
              <a:rPr lang="en-US" sz="1200" b="1" kern="1200" baseline="0" dirty="0" smtClean="0">
                <a:solidFill>
                  <a:schemeClr val="tx1"/>
                </a:solidFill>
                <a:latin typeface="+mn-lt"/>
                <a:ea typeface="+mn-ea"/>
                <a:cs typeface="+mn-cs"/>
              </a:rPr>
              <a:t> , </a:t>
            </a:r>
            <a:r>
              <a:rPr lang="en-US" sz="1200" b="0" kern="1200" baseline="0" dirty="0" smtClean="0">
                <a:solidFill>
                  <a:schemeClr val="tx1"/>
                </a:solidFill>
                <a:latin typeface="+mn-lt"/>
                <a:ea typeface="+mn-ea"/>
                <a:cs typeface="+mn-cs"/>
              </a:rPr>
              <a:t>pages other than the one demanded by a page fault are</a:t>
            </a:r>
          </a:p>
          <a:p>
            <a:r>
              <a:rPr lang="en-US" sz="1200" kern="1200" baseline="0" dirty="0" smtClean="0">
                <a:solidFill>
                  <a:schemeClr val="tx1"/>
                </a:solidFill>
                <a:latin typeface="+mn-lt"/>
                <a:ea typeface="+mn-ea"/>
                <a:cs typeface="+mn-cs"/>
              </a:rPr>
              <a:t>brought in. </a:t>
            </a:r>
            <a:r>
              <a:rPr lang="en-US" sz="1200" kern="1200" baseline="0" dirty="0" err="1" smtClean="0">
                <a:solidFill>
                  <a:schemeClr val="tx1"/>
                </a:solidFill>
                <a:latin typeface="+mn-lt"/>
                <a:ea typeface="+mn-ea"/>
                <a:cs typeface="+mn-cs"/>
              </a:rPr>
              <a:t>Prepaging</a:t>
            </a:r>
            <a:r>
              <a:rPr lang="en-US" sz="1200" kern="1200" baseline="0" dirty="0" smtClean="0">
                <a:solidFill>
                  <a:schemeClr val="tx1"/>
                </a:solidFill>
                <a:latin typeface="+mn-lt"/>
                <a:ea typeface="+mn-ea"/>
                <a:cs typeface="+mn-cs"/>
              </a:rPr>
              <a:t> exploits the characteristics of most secondary memory</a:t>
            </a:r>
          </a:p>
          <a:p>
            <a:r>
              <a:rPr lang="en-US" sz="1200" kern="1200" baseline="0" dirty="0" smtClean="0">
                <a:solidFill>
                  <a:schemeClr val="tx1"/>
                </a:solidFill>
                <a:latin typeface="+mn-lt"/>
                <a:ea typeface="+mn-ea"/>
                <a:cs typeface="+mn-cs"/>
              </a:rPr>
              <a:t>devices, such as disks, which have seek times and rotational latency. If the pages of</a:t>
            </a:r>
          </a:p>
          <a:p>
            <a:r>
              <a:rPr lang="en-US" sz="1200" kern="1200" baseline="0" dirty="0" smtClean="0">
                <a:solidFill>
                  <a:schemeClr val="tx1"/>
                </a:solidFill>
                <a:latin typeface="+mn-lt"/>
                <a:ea typeface="+mn-ea"/>
                <a:cs typeface="+mn-cs"/>
              </a:rPr>
              <a:t>a process are stored contiguously in secondary memory, then it is more efficient to</a:t>
            </a:r>
          </a:p>
          <a:p>
            <a:r>
              <a:rPr lang="en-US" sz="1200" kern="1200" baseline="0" dirty="0" smtClean="0">
                <a:solidFill>
                  <a:schemeClr val="tx1"/>
                </a:solidFill>
                <a:latin typeface="+mn-lt"/>
                <a:ea typeface="+mn-ea"/>
                <a:cs typeface="+mn-cs"/>
              </a:rPr>
              <a:t>bring in a number of contiguous pages at one time rather than bringing them in one</a:t>
            </a:r>
          </a:p>
          <a:p>
            <a:r>
              <a:rPr lang="en-US" sz="1200" kern="1200" baseline="0" dirty="0" smtClean="0">
                <a:solidFill>
                  <a:schemeClr val="tx1"/>
                </a:solidFill>
                <a:latin typeface="+mn-lt"/>
                <a:ea typeface="+mn-ea"/>
                <a:cs typeface="+mn-cs"/>
              </a:rPr>
              <a:t>at a time over an extended period. Of course, this policy is ineffective if most of the</a:t>
            </a:r>
          </a:p>
          <a:p>
            <a:r>
              <a:rPr lang="en-US" sz="1200" kern="1200" baseline="0" dirty="0" smtClean="0">
                <a:solidFill>
                  <a:schemeClr val="tx1"/>
                </a:solidFill>
                <a:latin typeface="+mn-lt"/>
                <a:ea typeface="+mn-ea"/>
                <a:cs typeface="+mn-cs"/>
              </a:rPr>
              <a:t>extra pages that are brought in are not referenced.</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a:t>
            </a:r>
            <a:r>
              <a:rPr lang="en-US" sz="1200" kern="1200" baseline="0" dirty="0" err="1" smtClean="0">
                <a:solidFill>
                  <a:schemeClr val="tx1"/>
                </a:solidFill>
                <a:latin typeface="+mn-lt"/>
                <a:ea typeface="+mn-ea"/>
                <a:cs typeface="+mn-cs"/>
              </a:rPr>
              <a:t>prepaging</a:t>
            </a:r>
            <a:r>
              <a:rPr lang="en-US" sz="1200" kern="1200" baseline="0" dirty="0" smtClean="0">
                <a:solidFill>
                  <a:schemeClr val="tx1"/>
                </a:solidFill>
                <a:latin typeface="+mn-lt"/>
                <a:ea typeface="+mn-ea"/>
                <a:cs typeface="+mn-cs"/>
              </a:rPr>
              <a:t> policy could be employed either when a process first starts up,</a:t>
            </a:r>
          </a:p>
          <a:p>
            <a:r>
              <a:rPr lang="en-US" sz="1200" kern="1200" baseline="0" dirty="0" smtClean="0">
                <a:solidFill>
                  <a:schemeClr val="tx1"/>
                </a:solidFill>
                <a:latin typeface="+mn-lt"/>
                <a:ea typeface="+mn-ea"/>
                <a:cs typeface="+mn-cs"/>
              </a:rPr>
              <a:t>in which case the programmer would somehow have to designate desired pages, or</a:t>
            </a:r>
          </a:p>
          <a:p>
            <a:r>
              <a:rPr lang="en-US" sz="1200" kern="1200" baseline="0" dirty="0" smtClean="0">
                <a:solidFill>
                  <a:schemeClr val="tx1"/>
                </a:solidFill>
                <a:latin typeface="+mn-lt"/>
                <a:ea typeface="+mn-ea"/>
                <a:cs typeface="+mn-cs"/>
              </a:rPr>
              <a:t>every time a page fault occurs. This latter course would seem preferable because</a:t>
            </a:r>
          </a:p>
          <a:p>
            <a:r>
              <a:rPr lang="en-US" sz="1200" kern="1200" baseline="0" dirty="0" smtClean="0">
                <a:solidFill>
                  <a:schemeClr val="tx1"/>
                </a:solidFill>
                <a:latin typeface="+mn-lt"/>
                <a:ea typeface="+mn-ea"/>
                <a:cs typeface="+mn-cs"/>
              </a:rPr>
              <a:t>it is invisible to the programmer. However, the utility of </a:t>
            </a:r>
            <a:r>
              <a:rPr lang="en-US" sz="1200" kern="1200" baseline="0" dirty="0" err="1" smtClean="0">
                <a:solidFill>
                  <a:schemeClr val="tx1"/>
                </a:solidFill>
                <a:latin typeface="+mn-lt"/>
                <a:ea typeface="+mn-ea"/>
                <a:cs typeface="+mn-cs"/>
              </a:rPr>
              <a:t>prepaging</a:t>
            </a:r>
            <a:r>
              <a:rPr lang="en-US" sz="1200" kern="1200" baseline="0" dirty="0" smtClean="0">
                <a:solidFill>
                  <a:schemeClr val="tx1"/>
                </a:solidFill>
                <a:latin typeface="+mn-lt"/>
                <a:ea typeface="+mn-ea"/>
                <a:cs typeface="+mn-cs"/>
              </a:rPr>
              <a:t> has not been</a:t>
            </a:r>
          </a:p>
          <a:p>
            <a:r>
              <a:rPr lang="en-US" sz="1200" kern="1200" baseline="0" dirty="0" smtClean="0">
                <a:solidFill>
                  <a:schemeClr val="tx1"/>
                </a:solidFill>
                <a:latin typeface="+mn-lt"/>
                <a:ea typeface="+mn-ea"/>
                <a:cs typeface="+mn-cs"/>
              </a:rPr>
              <a:t>established [MAEK87].</a:t>
            </a:r>
          </a:p>
          <a:p>
            <a:r>
              <a:rPr lang="en-US" sz="1200" kern="1200" baseline="0" dirty="0" err="1" smtClean="0">
                <a:solidFill>
                  <a:schemeClr val="tx1"/>
                </a:solidFill>
                <a:latin typeface="+mn-lt"/>
                <a:ea typeface="+mn-ea"/>
                <a:cs typeface="+mn-cs"/>
              </a:rPr>
              <a:t>Prepaging</a:t>
            </a:r>
            <a:r>
              <a:rPr lang="en-US" sz="1200" kern="1200" baseline="0" dirty="0" smtClean="0">
                <a:solidFill>
                  <a:schemeClr val="tx1"/>
                </a:solidFill>
                <a:latin typeface="+mn-lt"/>
                <a:ea typeface="+mn-ea"/>
                <a:cs typeface="+mn-cs"/>
              </a:rPr>
              <a:t> should not be confused with swapping. When a process is swapped</a:t>
            </a:r>
          </a:p>
          <a:p>
            <a:r>
              <a:rPr lang="en-US" sz="1200" kern="1200" baseline="0" dirty="0" smtClean="0">
                <a:solidFill>
                  <a:schemeClr val="tx1"/>
                </a:solidFill>
                <a:latin typeface="+mn-lt"/>
                <a:ea typeface="+mn-ea"/>
                <a:cs typeface="+mn-cs"/>
              </a:rPr>
              <a:t>out of memory and put in a suspended state, all of its resident pages are moved out.</a:t>
            </a:r>
          </a:p>
          <a:p>
            <a:r>
              <a:rPr lang="en-US" sz="1200" kern="1200" baseline="0" dirty="0" smtClean="0">
                <a:solidFill>
                  <a:schemeClr val="tx1"/>
                </a:solidFill>
                <a:latin typeface="+mn-lt"/>
                <a:ea typeface="+mn-ea"/>
                <a:cs typeface="+mn-cs"/>
              </a:rPr>
              <a:t>When the process is resumed, all of the pages that were previously in main memory</a:t>
            </a:r>
          </a:p>
          <a:p>
            <a:r>
              <a:rPr lang="en-US" sz="1200" kern="1200" baseline="0" dirty="0" smtClean="0">
                <a:solidFill>
                  <a:schemeClr val="tx1"/>
                </a:solidFill>
                <a:latin typeface="+mn-lt"/>
                <a:ea typeface="+mn-ea"/>
                <a:cs typeface="+mn-cs"/>
              </a:rPr>
              <a:t>are returned to main memory.</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kern="1200" baseline="0" dirty="0" smtClean="0">
                <a:solidFill>
                  <a:schemeClr val="tx1"/>
                </a:solidFill>
                <a:latin typeface="+mn-lt"/>
                <a:ea typeface="+mn-ea"/>
                <a:cs typeface="+mn-cs"/>
              </a:rPr>
              <a:t>Placement Policy</a:t>
            </a:r>
          </a:p>
          <a:p>
            <a:r>
              <a:rPr lang="en-US" sz="1200" kern="1200" baseline="0" dirty="0" smtClean="0">
                <a:solidFill>
                  <a:schemeClr val="tx1"/>
                </a:solidFill>
                <a:latin typeface="+mn-lt"/>
                <a:ea typeface="+mn-ea"/>
                <a:cs typeface="+mn-cs"/>
              </a:rPr>
              <a:t>The placement policy determines where in real memory a process piece is to reside.</a:t>
            </a:r>
          </a:p>
          <a:p>
            <a:r>
              <a:rPr lang="en-US" sz="1200" kern="1200" baseline="0" dirty="0" smtClean="0">
                <a:solidFill>
                  <a:schemeClr val="tx1"/>
                </a:solidFill>
                <a:latin typeface="+mn-lt"/>
                <a:ea typeface="+mn-ea"/>
                <a:cs typeface="+mn-cs"/>
              </a:rPr>
              <a:t>In a pure segmentation system, the placement policy is an important design issue;</a:t>
            </a:r>
          </a:p>
          <a:p>
            <a:r>
              <a:rPr lang="en-US" sz="1200" kern="1200" baseline="0" dirty="0" smtClean="0">
                <a:solidFill>
                  <a:schemeClr val="tx1"/>
                </a:solidFill>
                <a:latin typeface="+mn-lt"/>
                <a:ea typeface="+mn-ea"/>
                <a:cs typeface="+mn-cs"/>
              </a:rPr>
              <a:t>policies such as best-fit, first-fit, and so on, which were discussed in Chapter 7 , are</a:t>
            </a:r>
          </a:p>
          <a:p>
            <a:r>
              <a:rPr lang="en-US" sz="1200" kern="1200" baseline="0" dirty="0" smtClean="0">
                <a:solidFill>
                  <a:schemeClr val="tx1"/>
                </a:solidFill>
                <a:latin typeface="+mn-lt"/>
                <a:ea typeface="+mn-ea"/>
                <a:cs typeface="+mn-cs"/>
              </a:rPr>
              <a:t>possible alternatives. However, for a system that uses either pure paging or paging</a:t>
            </a:r>
          </a:p>
          <a:p>
            <a:r>
              <a:rPr lang="en-US" sz="1200" kern="1200" baseline="0" dirty="0" smtClean="0">
                <a:solidFill>
                  <a:schemeClr val="tx1"/>
                </a:solidFill>
                <a:latin typeface="+mn-lt"/>
                <a:ea typeface="+mn-ea"/>
                <a:cs typeface="+mn-cs"/>
              </a:rPr>
              <a:t>combined with segmentation, placement is usually irrelevant because the address</a:t>
            </a:r>
          </a:p>
          <a:p>
            <a:r>
              <a:rPr lang="en-US" sz="1200" kern="1200" baseline="0" dirty="0" smtClean="0">
                <a:solidFill>
                  <a:schemeClr val="tx1"/>
                </a:solidFill>
                <a:latin typeface="+mn-lt"/>
                <a:ea typeface="+mn-ea"/>
                <a:cs typeface="+mn-cs"/>
              </a:rPr>
              <a:t>translation hardware and the main memory access hardware can perform their</a:t>
            </a:r>
          </a:p>
          <a:p>
            <a:r>
              <a:rPr lang="en-US" sz="1200" kern="1200" baseline="0" dirty="0" smtClean="0">
                <a:solidFill>
                  <a:schemeClr val="tx1"/>
                </a:solidFill>
                <a:latin typeface="+mn-lt"/>
                <a:ea typeface="+mn-ea"/>
                <a:cs typeface="+mn-cs"/>
              </a:rPr>
              <a:t>functions for any page-frame combination with equal efficiency.</a:t>
            </a:r>
          </a:p>
          <a:p>
            <a:r>
              <a:rPr lang="en-US" sz="1200" kern="1200" baseline="0" dirty="0" smtClean="0">
                <a:solidFill>
                  <a:schemeClr val="tx1"/>
                </a:solidFill>
                <a:latin typeface="+mn-lt"/>
                <a:ea typeface="+mn-ea"/>
                <a:cs typeface="+mn-cs"/>
              </a:rPr>
              <a:t>There is one area in which placement does become a concern, and this is a</a:t>
            </a:r>
          </a:p>
          <a:p>
            <a:r>
              <a:rPr lang="en-US" sz="1200" kern="1200" baseline="0" dirty="0" smtClean="0">
                <a:solidFill>
                  <a:schemeClr val="tx1"/>
                </a:solidFill>
                <a:latin typeface="+mn-lt"/>
                <a:ea typeface="+mn-ea"/>
                <a:cs typeface="+mn-cs"/>
              </a:rPr>
              <a:t>subject of research and development. On a so-called </a:t>
            </a:r>
            <a:r>
              <a:rPr lang="en-US" sz="1200" kern="1200" baseline="0" dirty="0" err="1" smtClean="0">
                <a:solidFill>
                  <a:schemeClr val="tx1"/>
                </a:solidFill>
                <a:latin typeface="+mn-lt"/>
                <a:ea typeface="+mn-ea"/>
                <a:cs typeface="+mn-cs"/>
              </a:rPr>
              <a:t>nonuniform</a:t>
            </a:r>
            <a:r>
              <a:rPr lang="en-US" sz="1200" kern="1200" baseline="0" dirty="0" smtClean="0">
                <a:solidFill>
                  <a:schemeClr val="tx1"/>
                </a:solidFill>
                <a:latin typeface="+mn-lt"/>
                <a:ea typeface="+mn-ea"/>
                <a:cs typeface="+mn-cs"/>
              </a:rPr>
              <a:t> memory access</a:t>
            </a:r>
          </a:p>
          <a:p>
            <a:r>
              <a:rPr lang="en-US" sz="1200" kern="1200" baseline="0" dirty="0" smtClean="0">
                <a:solidFill>
                  <a:schemeClr val="tx1"/>
                </a:solidFill>
                <a:latin typeface="+mn-lt"/>
                <a:ea typeface="+mn-ea"/>
                <a:cs typeface="+mn-cs"/>
              </a:rPr>
              <a:t>(NUMA) multiprocessor, the distributed, shared memory of the machine can be</a:t>
            </a:r>
          </a:p>
          <a:p>
            <a:r>
              <a:rPr lang="en-US" sz="1200" kern="1200" baseline="0" dirty="0" smtClean="0">
                <a:solidFill>
                  <a:schemeClr val="tx1"/>
                </a:solidFill>
                <a:latin typeface="+mn-lt"/>
                <a:ea typeface="+mn-ea"/>
                <a:cs typeface="+mn-cs"/>
              </a:rPr>
              <a:t>referenced by any processor on the machine, but the time for accessing a particular</a:t>
            </a:r>
          </a:p>
          <a:p>
            <a:r>
              <a:rPr lang="en-US" sz="1200" kern="1200" baseline="0" dirty="0" smtClean="0">
                <a:solidFill>
                  <a:schemeClr val="tx1"/>
                </a:solidFill>
                <a:latin typeface="+mn-lt"/>
                <a:ea typeface="+mn-ea"/>
                <a:cs typeface="+mn-cs"/>
              </a:rPr>
              <a:t>physical location varies with the distance between the processor and the memory</a:t>
            </a:r>
          </a:p>
          <a:p>
            <a:r>
              <a:rPr lang="en-US" sz="1200" kern="1200" baseline="0" dirty="0" smtClean="0">
                <a:solidFill>
                  <a:schemeClr val="tx1"/>
                </a:solidFill>
                <a:latin typeface="+mn-lt"/>
                <a:ea typeface="+mn-ea"/>
                <a:cs typeface="+mn-cs"/>
              </a:rPr>
              <a:t>module. Thus, performance depends heavily on the extent to which data reside</a:t>
            </a:r>
          </a:p>
          <a:p>
            <a:r>
              <a:rPr lang="en-US" sz="1200" kern="1200" baseline="0" dirty="0" smtClean="0">
                <a:solidFill>
                  <a:schemeClr val="tx1"/>
                </a:solidFill>
                <a:latin typeface="+mn-lt"/>
                <a:ea typeface="+mn-ea"/>
                <a:cs typeface="+mn-cs"/>
              </a:rPr>
              <a:t>close to the processors that use them [LARO92, BOLO89, COX89]. For NUMA</a:t>
            </a:r>
          </a:p>
          <a:p>
            <a:r>
              <a:rPr lang="en-US" sz="1200" kern="1200" baseline="0" dirty="0" smtClean="0">
                <a:solidFill>
                  <a:schemeClr val="tx1"/>
                </a:solidFill>
                <a:latin typeface="+mn-lt"/>
                <a:ea typeface="+mn-ea"/>
                <a:cs typeface="+mn-cs"/>
              </a:rPr>
              <a:t>systems, an automatic placement strategy is desirable to assign pages to the memory</a:t>
            </a:r>
          </a:p>
          <a:p>
            <a:r>
              <a:rPr lang="en-US" sz="1200" kern="1200" baseline="0" dirty="0" smtClean="0">
                <a:solidFill>
                  <a:schemeClr val="tx1"/>
                </a:solidFill>
                <a:latin typeface="+mn-lt"/>
                <a:ea typeface="+mn-ea"/>
                <a:cs typeface="+mn-cs"/>
              </a:rPr>
              <a:t>module that provides the best performance.</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b="1" kern="1200" baseline="0" dirty="0" smtClean="0">
                <a:solidFill>
                  <a:schemeClr val="tx1"/>
                </a:solidFill>
                <a:latin typeface="+mn-lt"/>
                <a:ea typeface="+mn-ea"/>
                <a:cs typeface="+mn-cs"/>
              </a:rPr>
              <a:t>Replacement Policy</a:t>
            </a:r>
          </a:p>
          <a:p>
            <a:r>
              <a:rPr lang="en-US" sz="1200" kern="1200" baseline="0" dirty="0" smtClean="0">
                <a:solidFill>
                  <a:schemeClr val="tx1"/>
                </a:solidFill>
                <a:latin typeface="+mn-lt"/>
                <a:ea typeface="+mn-ea"/>
                <a:cs typeface="+mn-cs"/>
              </a:rPr>
              <a:t>In most operating system texts, the treatment of memory management includes a</a:t>
            </a:r>
          </a:p>
          <a:p>
            <a:r>
              <a:rPr lang="en-US" sz="1200" kern="1200" baseline="0" dirty="0" smtClean="0">
                <a:solidFill>
                  <a:schemeClr val="tx1"/>
                </a:solidFill>
                <a:latin typeface="+mn-lt"/>
                <a:ea typeface="+mn-ea"/>
                <a:cs typeface="+mn-cs"/>
              </a:rPr>
              <a:t>section entitled “replacement policy,” which deals with the selection of a page in</a:t>
            </a:r>
          </a:p>
          <a:p>
            <a:r>
              <a:rPr lang="en-US" sz="1200" kern="1200" baseline="0" dirty="0" smtClean="0">
                <a:solidFill>
                  <a:schemeClr val="tx1"/>
                </a:solidFill>
                <a:latin typeface="+mn-lt"/>
                <a:ea typeface="+mn-ea"/>
                <a:cs typeface="+mn-cs"/>
              </a:rPr>
              <a:t>main memory to be replaced when a new page must be brought in. This topic is</a:t>
            </a:r>
          </a:p>
          <a:p>
            <a:r>
              <a:rPr lang="en-US" sz="1200" kern="1200" baseline="0" dirty="0" smtClean="0">
                <a:solidFill>
                  <a:schemeClr val="tx1"/>
                </a:solidFill>
                <a:latin typeface="+mn-lt"/>
                <a:ea typeface="+mn-ea"/>
                <a:cs typeface="+mn-cs"/>
              </a:rPr>
              <a:t>sometimes difficult to explain because several interrelated concepts are involved:</a:t>
            </a:r>
          </a:p>
          <a:p>
            <a:r>
              <a:rPr lang="en-US" sz="1200" kern="1200" baseline="0" dirty="0" smtClean="0">
                <a:solidFill>
                  <a:schemeClr val="tx1"/>
                </a:solidFill>
                <a:latin typeface="+mn-lt"/>
                <a:ea typeface="+mn-ea"/>
                <a:cs typeface="+mn-cs"/>
              </a:rPr>
              <a:t>• How many page frames are to be allocated to each active process</a:t>
            </a:r>
          </a:p>
          <a:p>
            <a:r>
              <a:rPr lang="en-US" sz="1200" kern="1200" baseline="0" dirty="0" smtClean="0">
                <a:solidFill>
                  <a:schemeClr val="tx1"/>
                </a:solidFill>
                <a:latin typeface="+mn-lt"/>
                <a:ea typeface="+mn-ea"/>
                <a:cs typeface="+mn-cs"/>
              </a:rPr>
              <a:t>• Whether the set of pages to be considered for replacement should be limited</a:t>
            </a:r>
          </a:p>
          <a:p>
            <a:r>
              <a:rPr lang="en-US" sz="1200" kern="1200" baseline="0" dirty="0" smtClean="0">
                <a:solidFill>
                  <a:schemeClr val="tx1"/>
                </a:solidFill>
                <a:latin typeface="+mn-lt"/>
                <a:ea typeface="+mn-ea"/>
                <a:cs typeface="+mn-cs"/>
              </a:rPr>
              <a:t>to those of the process that caused the page fault or encompass all the page</a:t>
            </a:r>
          </a:p>
          <a:p>
            <a:r>
              <a:rPr lang="en-US" sz="1200" kern="1200" baseline="0" dirty="0" smtClean="0">
                <a:solidFill>
                  <a:schemeClr val="tx1"/>
                </a:solidFill>
                <a:latin typeface="+mn-lt"/>
                <a:ea typeface="+mn-ea"/>
                <a:cs typeface="+mn-cs"/>
              </a:rPr>
              <a:t>frames in main memory</a:t>
            </a:r>
          </a:p>
          <a:p>
            <a:r>
              <a:rPr lang="en-US" sz="1200" kern="1200" baseline="0" dirty="0" smtClean="0">
                <a:solidFill>
                  <a:schemeClr val="tx1"/>
                </a:solidFill>
                <a:latin typeface="+mn-lt"/>
                <a:ea typeface="+mn-ea"/>
                <a:cs typeface="+mn-cs"/>
              </a:rPr>
              <a:t>• Among the set of pages considered, which particular page should be selected</a:t>
            </a:r>
          </a:p>
          <a:p>
            <a:r>
              <a:rPr lang="en-US" sz="1200" kern="1200" baseline="0" dirty="0" smtClean="0">
                <a:solidFill>
                  <a:schemeClr val="tx1"/>
                </a:solidFill>
                <a:latin typeface="+mn-lt"/>
                <a:ea typeface="+mn-ea"/>
                <a:cs typeface="+mn-cs"/>
              </a:rPr>
              <a:t>for replacement</a:t>
            </a:r>
          </a:p>
          <a:p>
            <a:r>
              <a:rPr lang="en-US" sz="1200" kern="1200" baseline="0" dirty="0" smtClean="0">
                <a:solidFill>
                  <a:schemeClr val="tx1"/>
                </a:solidFill>
                <a:latin typeface="+mn-lt"/>
                <a:ea typeface="+mn-ea"/>
                <a:cs typeface="+mn-cs"/>
              </a:rPr>
              <a:t>We shall refer to the first two concepts as </a:t>
            </a:r>
            <a:r>
              <a:rPr lang="en-US" sz="1200" i="1" kern="1200" baseline="0" dirty="0" smtClean="0">
                <a:solidFill>
                  <a:schemeClr val="tx1"/>
                </a:solidFill>
                <a:latin typeface="+mn-lt"/>
                <a:ea typeface="+mn-ea"/>
                <a:cs typeface="+mn-cs"/>
              </a:rPr>
              <a:t>resident set management , which is dealt</a:t>
            </a:r>
          </a:p>
          <a:p>
            <a:r>
              <a:rPr lang="en-US" sz="1200" kern="1200" baseline="0" dirty="0" smtClean="0">
                <a:solidFill>
                  <a:schemeClr val="tx1"/>
                </a:solidFill>
                <a:latin typeface="+mn-lt"/>
                <a:ea typeface="+mn-ea"/>
                <a:cs typeface="+mn-cs"/>
              </a:rPr>
              <a:t>with in the next subsection, and reserve the term </a:t>
            </a:r>
            <a:r>
              <a:rPr lang="en-US" sz="1200" i="1" kern="1200" baseline="0" dirty="0" smtClean="0">
                <a:solidFill>
                  <a:schemeClr val="tx1"/>
                </a:solidFill>
                <a:latin typeface="+mn-lt"/>
                <a:ea typeface="+mn-ea"/>
                <a:cs typeface="+mn-cs"/>
              </a:rPr>
              <a:t>replacement policy for the third</a:t>
            </a:r>
          </a:p>
          <a:p>
            <a:r>
              <a:rPr lang="en-US" sz="1200" kern="1200" baseline="0" dirty="0" smtClean="0">
                <a:solidFill>
                  <a:schemeClr val="tx1"/>
                </a:solidFill>
                <a:latin typeface="+mn-lt"/>
                <a:ea typeface="+mn-ea"/>
                <a:cs typeface="+mn-cs"/>
              </a:rPr>
              <a:t>concept, which is discussed in this subsection.</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area of replacement policy is probably the most studied of any area of</a:t>
            </a:r>
          </a:p>
          <a:p>
            <a:r>
              <a:rPr lang="en-US" sz="1200" kern="1200" baseline="0" dirty="0" smtClean="0">
                <a:solidFill>
                  <a:schemeClr val="tx1"/>
                </a:solidFill>
                <a:latin typeface="+mn-lt"/>
                <a:ea typeface="+mn-ea"/>
                <a:cs typeface="+mn-cs"/>
              </a:rPr>
              <a:t>memory management. When all of the frames in main memory are occupied and</a:t>
            </a:r>
          </a:p>
          <a:p>
            <a:r>
              <a:rPr lang="en-US" sz="1200" kern="1200" baseline="0" dirty="0" smtClean="0">
                <a:solidFill>
                  <a:schemeClr val="tx1"/>
                </a:solidFill>
                <a:latin typeface="+mn-lt"/>
                <a:ea typeface="+mn-ea"/>
                <a:cs typeface="+mn-cs"/>
              </a:rPr>
              <a:t>it is necessary to bring in a new page to satisfy a page fault, the replacement policy</a:t>
            </a:r>
          </a:p>
          <a:p>
            <a:r>
              <a:rPr lang="en-US" sz="1200" kern="1200" baseline="0" dirty="0" smtClean="0">
                <a:solidFill>
                  <a:schemeClr val="tx1"/>
                </a:solidFill>
                <a:latin typeface="+mn-lt"/>
                <a:ea typeface="+mn-ea"/>
                <a:cs typeface="+mn-cs"/>
              </a:rPr>
              <a:t>determines which page currently in memory is to be replaced. All of the policies</a:t>
            </a:r>
          </a:p>
          <a:p>
            <a:r>
              <a:rPr lang="en-US" sz="1200" kern="1200" baseline="0" dirty="0" smtClean="0">
                <a:solidFill>
                  <a:schemeClr val="tx1"/>
                </a:solidFill>
                <a:latin typeface="+mn-lt"/>
                <a:ea typeface="+mn-ea"/>
                <a:cs typeface="+mn-cs"/>
              </a:rPr>
              <a:t>have as their objective that the page that is removed should be the page least likely</a:t>
            </a:r>
          </a:p>
          <a:p>
            <a:r>
              <a:rPr lang="en-US" sz="1200" kern="1200" baseline="0" dirty="0" smtClean="0">
                <a:solidFill>
                  <a:schemeClr val="tx1"/>
                </a:solidFill>
                <a:latin typeface="+mn-lt"/>
                <a:ea typeface="+mn-ea"/>
                <a:cs typeface="+mn-cs"/>
              </a:rPr>
              <a:t>to be referenced in the near future. Because of the principle of locality, there is</a:t>
            </a:r>
          </a:p>
          <a:p>
            <a:r>
              <a:rPr lang="en-US" sz="1200" kern="1200" baseline="0" dirty="0" smtClean="0">
                <a:solidFill>
                  <a:schemeClr val="tx1"/>
                </a:solidFill>
                <a:latin typeface="+mn-lt"/>
                <a:ea typeface="+mn-ea"/>
                <a:cs typeface="+mn-cs"/>
              </a:rPr>
              <a:t>often a high correlation between recent referencing history and near-future referencing</a:t>
            </a:r>
          </a:p>
          <a:p>
            <a:r>
              <a:rPr lang="en-US" sz="1200" kern="1200" baseline="0" dirty="0" smtClean="0">
                <a:solidFill>
                  <a:schemeClr val="tx1"/>
                </a:solidFill>
                <a:latin typeface="+mn-lt"/>
                <a:ea typeface="+mn-ea"/>
                <a:cs typeface="+mn-cs"/>
              </a:rPr>
              <a:t>patterns. Thus, most policies try to predict future behavior on the basis of</a:t>
            </a:r>
          </a:p>
          <a:p>
            <a:r>
              <a:rPr lang="en-US" sz="1200" kern="1200" baseline="0" dirty="0" smtClean="0">
                <a:solidFill>
                  <a:schemeClr val="tx1"/>
                </a:solidFill>
                <a:latin typeface="+mn-lt"/>
                <a:ea typeface="+mn-ea"/>
                <a:cs typeface="+mn-cs"/>
              </a:rPr>
              <a:t>past behavior. One trade-off that must be considered is that the more elaborate and</a:t>
            </a:r>
          </a:p>
          <a:p>
            <a:r>
              <a:rPr lang="en-US" sz="1200" kern="1200" baseline="0" dirty="0" smtClean="0">
                <a:solidFill>
                  <a:schemeClr val="tx1"/>
                </a:solidFill>
                <a:latin typeface="+mn-lt"/>
                <a:ea typeface="+mn-ea"/>
                <a:cs typeface="+mn-cs"/>
              </a:rPr>
              <a:t>sophisticated the replacement policy, the greater will be the hardware and software</a:t>
            </a:r>
          </a:p>
          <a:p>
            <a:r>
              <a:rPr lang="en-US" sz="1200" kern="1200" baseline="0" dirty="0" smtClean="0">
                <a:solidFill>
                  <a:schemeClr val="tx1"/>
                </a:solidFill>
                <a:latin typeface="+mn-lt"/>
                <a:ea typeface="+mn-ea"/>
                <a:cs typeface="+mn-cs"/>
              </a:rPr>
              <a:t>overhead to implement it.</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smtClean="0">
                <a:solidFill>
                  <a:schemeClr val="tx1"/>
                </a:solidFill>
                <a:latin typeface="+mn-lt"/>
                <a:ea typeface="+mn-ea"/>
                <a:cs typeface="+mn-cs"/>
              </a:rPr>
              <a:t>FRAME LOCKING </a:t>
            </a:r>
            <a:r>
              <a:rPr lang="en-US" sz="1200" b="0" i="1" kern="1200" baseline="0" dirty="0" smtClean="0">
                <a:solidFill>
                  <a:schemeClr val="tx1"/>
                </a:solidFill>
                <a:latin typeface="+mn-lt"/>
                <a:ea typeface="+mn-ea"/>
                <a:cs typeface="+mn-cs"/>
              </a:rPr>
              <a:t>One restriction on replacement policy needs to be mentioned</a:t>
            </a:r>
          </a:p>
          <a:p>
            <a:r>
              <a:rPr lang="en-US" sz="1200" kern="1200" baseline="0" dirty="0" smtClean="0">
                <a:solidFill>
                  <a:schemeClr val="tx1"/>
                </a:solidFill>
                <a:latin typeface="+mn-lt"/>
                <a:ea typeface="+mn-ea"/>
                <a:cs typeface="+mn-cs"/>
              </a:rPr>
              <a:t>before looking at various algorithms: Some of the frames in main memory may be</a:t>
            </a:r>
          </a:p>
          <a:p>
            <a:r>
              <a:rPr lang="en-US" sz="1200" kern="1200" baseline="0" dirty="0" smtClean="0">
                <a:solidFill>
                  <a:schemeClr val="tx1"/>
                </a:solidFill>
                <a:latin typeface="+mn-lt"/>
                <a:ea typeface="+mn-ea"/>
                <a:cs typeface="+mn-cs"/>
              </a:rPr>
              <a:t>locked. When a frame is locked, the page currently stored in that frame may not be</a:t>
            </a:r>
          </a:p>
          <a:p>
            <a:r>
              <a:rPr lang="en-US" sz="1200" kern="1200" baseline="0" dirty="0" smtClean="0">
                <a:solidFill>
                  <a:schemeClr val="tx1"/>
                </a:solidFill>
                <a:latin typeface="+mn-lt"/>
                <a:ea typeface="+mn-ea"/>
                <a:cs typeface="+mn-cs"/>
              </a:rPr>
              <a:t>replaced. Much of the kernel of the OS, as well as key control structures, are held in</a:t>
            </a:r>
          </a:p>
          <a:p>
            <a:r>
              <a:rPr lang="en-US" sz="1200" kern="1200" baseline="0" dirty="0" smtClean="0">
                <a:solidFill>
                  <a:schemeClr val="tx1"/>
                </a:solidFill>
                <a:latin typeface="+mn-lt"/>
                <a:ea typeface="+mn-ea"/>
                <a:cs typeface="+mn-cs"/>
              </a:rPr>
              <a:t>locked frames. In addition, I/O buffers and other time-critical areas may be locked</a:t>
            </a:r>
          </a:p>
          <a:p>
            <a:r>
              <a:rPr lang="en-US" sz="1200" kern="1200" baseline="0" dirty="0" smtClean="0">
                <a:solidFill>
                  <a:schemeClr val="tx1"/>
                </a:solidFill>
                <a:latin typeface="+mn-lt"/>
                <a:ea typeface="+mn-ea"/>
                <a:cs typeface="+mn-cs"/>
              </a:rPr>
              <a:t>into main memory frames. Locking is achieved by associating a lock bit with each</a:t>
            </a:r>
          </a:p>
          <a:p>
            <a:r>
              <a:rPr lang="en-US" sz="1200" kern="1200" baseline="0" dirty="0" smtClean="0">
                <a:solidFill>
                  <a:schemeClr val="tx1"/>
                </a:solidFill>
                <a:latin typeface="+mn-lt"/>
                <a:ea typeface="+mn-ea"/>
                <a:cs typeface="+mn-cs"/>
              </a:rPr>
              <a:t>frame. This bit may be kept in a frame table as well as being included in the current</a:t>
            </a:r>
          </a:p>
          <a:p>
            <a:r>
              <a:rPr lang="en-US" sz="1200" kern="1200" baseline="0" dirty="0" smtClean="0">
                <a:solidFill>
                  <a:schemeClr val="tx1"/>
                </a:solidFill>
                <a:latin typeface="+mn-lt"/>
                <a:ea typeface="+mn-ea"/>
                <a:cs typeface="+mn-cs"/>
              </a:rPr>
              <a:t>page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smtClean="0">
                <a:solidFill>
                  <a:schemeClr val="tx1"/>
                </a:solidFill>
                <a:latin typeface="+mn-lt"/>
                <a:ea typeface="+mn-ea"/>
                <a:cs typeface="+mn-cs"/>
              </a:rPr>
              <a:t>BASIC ALGORITHMS </a:t>
            </a:r>
            <a:r>
              <a:rPr lang="en-US" sz="1200" b="0" i="1" kern="1200" baseline="0" dirty="0" smtClean="0">
                <a:solidFill>
                  <a:schemeClr val="tx1"/>
                </a:solidFill>
                <a:latin typeface="+mn-lt"/>
                <a:ea typeface="+mn-ea"/>
                <a:cs typeface="+mn-cs"/>
              </a:rPr>
              <a:t>Regardless of the resident set management strategy (discussed</a:t>
            </a:r>
          </a:p>
          <a:p>
            <a:r>
              <a:rPr lang="en-US" sz="1200" kern="1200" baseline="0" dirty="0" smtClean="0">
                <a:solidFill>
                  <a:schemeClr val="tx1"/>
                </a:solidFill>
                <a:latin typeface="+mn-lt"/>
                <a:ea typeface="+mn-ea"/>
                <a:cs typeface="+mn-cs"/>
              </a:rPr>
              <a:t>in the next subsection), there are certain basic algorithms that are used for the</a:t>
            </a:r>
          </a:p>
          <a:p>
            <a:r>
              <a:rPr lang="en-US" sz="1200" kern="1200" baseline="0" dirty="0" smtClean="0">
                <a:solidFill>
                  <a:schemeClr val="tx1"/>
                </a:solidFill>
                <a:latin typeface="+mn-lt"/>
                <a:ea typeface="+mn-ea"/>
                <a:cs typeface="+mn-cs"/>
              </a:rPr>
              <a:t>selection of a page to replace. Replacement algorithms that have been discussed in</a:t>
            </a:r>
          </a:p>
          <a:p>
            <a:r>
              <a:rPr lang="en-US" sz="1200" kern="1200" baseline="0" dirty="0" smtClean="0">
                <a:solidFill>
                  <a:schemeClr val="tx1"/>
                </a:solidFill>
                <a:latin typeface="+mn-lt"/>
                <a:ea typeface="+mn-ea"/>
                <a:cs typeface="+mn-cs"/>
              </a:rPr>
              <a:t>the literature include</a:t>
            </a:r>
          </a:p>
          <a:p>
            <a:r>
              <a:rPr lang="en-US" sz="1200" kern="1200" baseline="0" dirty="0" smtClean="0">
                <a:solidFill>
                  <a:schemeClr val="tx1"/>
                </a:solidFill>
                <a:latin typeface="+mn-lt"/>
                <a:ea typeface="+mn-ea"/>
                <a:cs typeface="+mn-cs"/>
              </a:rPr>
              <a:t>• Optimal</a:t>
            </a:r>
          </a:p>
          <a:p>
            <a:r>
              <a:rPr lang="en-US" sz="1200" kern="1200" baseline="0" dirty="0" smtClean="0">
                <a:solidFill>
                  <a:schemeClr val="tx1"/>
                </a:solidFill>
                <a:latin typeface="+mn-lt"/>
                <a:ea typeface="+mn-ea"/>
                <a:cs typeface="+mn-cs"/>
              </a:rPr>
              <a:t>• Least recently used (LRU)</a:t>
            </a:r>
          </a:p>
          <a:p>
            <a:r>
              <a:rPr lang="en-US" sz="1200" kern="1200" baseline="0" dirty="0" smtClean="0">
                <a:solidFill>
                  <a:schemeClr val="tx1"/>
                </a:solidFill>
                <a:latin typeface="+mn-lt"/>
                <a:ea typeface="+mn-ea"/>
                <a:cs typeface="+mn-cs"/>
              </a:rPr>
              <a:t>• First-in-first-out (FIFO)</a:t>
            </a:r>
          </a:p>
          <a:p>
            <a:r>
              <a:rPr lang="en-US" sz="1200" kern="1200" baseline="0" dirty="0" smtClean="0">
                <a:solidFill>
                  <a:schemeClr val="tx1"/>
                </a:solidFill>
                <a:latin typeface="+mn-lt"/>
                <a:ea typeface="+mn-ea"/>
                <a:cs typeface="+mn-cs"/>
              </a:rPr>
              <a:t>• Clock</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a:t>
            </a:r>
            <a:r>
              <a:rPr lang="en-US" sz="1200" b="1" kern="1200" baseline="0" dirty="0" smtClean="0">
                <a:solidFill>
                  <a:schemeClr val="tx1"/>
                </a:solidFill>
                <a:latin typeface="+mn-lt"/>
                <a:ea typeface="+mn-ea"/>
                <a:cs typeface="+mn-cs"/>
              </a:rPr>
              <a:t>optimal policy </a:t>
            </a:r>
            <a:r>
              <a:rPr lang="en-US" sz="1200" b="0" kern="1200" baseline="0" dirty="0" smtClean="0">
                <a:solidFill>
                  <a:schemeClr val="tx1"/>
                </a:solidFill>
                <a:latin typeface="+mn-lt"/>
                <a:ea typeface="+mn-ea"/>
                <a:cs typeface="+mn-cs"/>
              </a:rPr>
              <a:t>selects for replacement that page for which the time to the next</a:t>
            </a:r>
          </a:p>
          <a:p>
            <a:r>
              <a:rPr lang="en-US" sz="1200" kern="1200" baseline="0" dirty="0" smtClean="0">
                <a:solidFill>
                  <a:schemeClr val="tx1"/>
                </a:solidFill>
                <a:latin typeface="+mn-lt"/>
                <a:ea typeface="+mn-ea"/>
                <a:cs typeface="+mn-cs"/>
              </a:rPr>
              <a:t>reference is the longest. It can be shown that this policy results in the fewest number of</a:t>
            </a:r>
          </a:p>
          <a:p>
            <a:r>
              <a:rPr lang="en-US" sz="1200" kern="1200" baseline="0" dirty="0" smtClean="0">
                <a:solidFill>
                  <a:schemeClr val="tx1"/>
                </a:solidFill>
                <a:latin typeface="+mn-lt"/>
                <a:ea typeface="+mn-ea"/>
                <a:cs typeface="+mn-cs"/>
              </a:rPr>
              <a:t>page faults [BELA66]. Clearly, this policy is impossible to implement, because it would</a:t>
            </a:r>
          </a:p>
          <a:p>
            <a:r>
              <a:rPr lang="en-US" sz="1200" kern="1200" baseline="0" dirty="0" smtClean="0">
                <a:solidFill>
                  <a:schemeClr val="tx1"/>
                </a:solidFill>
                <a:latin typeface="+mn-lt"/>
                <a:ea typeface="+mn-ea"/>
                <a:cs typeface="+mn-cs"/>
              </a:rPr>
              <a:t>require the operating system to have perfect knowledge of future events. However, it</a:t>
            </a:r>
          </a:p>
          <a:p>
            <a:r>
              <a:rPr lang="en-US" sz="1200" kern="1200" baseline="0" dirty="0" smtClean="0">
                <a:solidFill>
                  <a:schemeClr val="tx1"/>
                </a:solidFill>
                <a:latin typeface="+mn-lt"/>
                <a:ea typeface="+mn-ea"/>
                <a:cs typeface="+mn-cs"/>
              </a:rPr>
              <a:t>does serve as a standard against which to judge real-world algorithms.</a:t>
            </a:r>
            <a:endParaRPr lang="en-US" dirty="0" smtClean="0"/>
          </a:p>
          <a:p>
            <a:endParaRPr lang="en-US" sz="1200" kern="1200" baseline="0" dirty="0" smtClean="0">
              <a:solidFill>
                <a:schemeClr val="tx1"/>
              </a:solidFill>
              <a:latin typeface="+mn-lt"/>
              <a:ea typeface="+mn-ea"/>
              <a:cs typeface="+mn-cs"/>
            </a:endParaRP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Figure 8.15 gives an example of the optimal policy. The example assumes a</a:t>
            </a:r>
          </a:p>
          <a:p>
            <a:r>
              <a:rPr lang="en-US" sz="1200" kern="1200" baseline="0" dirty="0" smtClean="0">
                <a:solidFill>
                  <a:schemeClr val="tx1"/>
                </a:solidFill>
                <a:latin typeface="+mn-lt"/>
                <a:ea typeface="+mn-ea"/>
                <a:cs typeface="+mn-cs"/>
              </a:rPr>
              <a:t>fixed frame allocation (fixed resident set size) for this process of three frames. The</a:t>
            </a:r>
          </a:p>
          <a:p>
            <a:r>
              <a:rPr lang="en-US" sz="1200" kern="1200" baseline="0" dirty="0" smtClean="0">
                <a:solidFill>
                  <a:schemeClr val="tx1"/>
                </a:solidFill>
                <a:latin typeface="+mn-lt"/>
                <a:ea typeface="+mn-ea"/>
                <a:cs typeface="+mn-cs"/>
              </a:rPr>
              <a:t>execution of the process requires reference to five distinct pages. The page address</a:t>
            </a:r>
          </a:p>
          <a:p>
            <a:r>
              <a:rPr lang="en-US" sz="1200" kern="1200" baseline="0" dirty="0" smtClean="0">
                <a:solidFill>
                  <a:schemeClr val="tx1"/>
                </a:solidFill>
                <a:latin typeface="+mn-lt"/>
                <a:ea typeface="+mn-ea"/>
                <a:cs typeface="+mn-cs"/>
              </a:rPr>
              <a:t>stream formed by executing the program is</a:t>
            </a:r>
          </a:p>
          <a:p>
            <a:r>
              <a:rPr lang="en-US" sz="1200" kern="1200" baseline="0" dirty="0" smtClean="0">
                <a:solidFill>
                  <a:schemeClr val="tx1"/>
                </a:solidFill>
                <a:latin typeface="+mn-lt"/>
                <a:ea typeface="+mn-ea"/>
                <a:cs typeface="+mn-cs"/>
              </a:rPr>
              <a:t>2 3 2 1 5 2 4 5 3 2 5 2</a:t>
            </a:r>
          </a:p>
          <a:p>
            <a:r>
              <a:rPr lang="en-US" sz="1200" kern="1200" baseline="0" dirty="0" smtClean="0">
                <a:solidFill>
                  <a:schemeClr val="tx1"/>
                </a:solidFill>
                <a:latin typeface="+mn-lt"/>
                <a:ea typeface="+mn-ea"/>
                <a:cs typeface="+mn-cs"/>
              </a:rPr>
              <a:t>which means that the first page referenced is 2, the second page referenced is 3, and</a:t>
            </a:r>
          </a:p>
          <a:p>
            <a:r>
              <a:rPr lang="en-US" sz="1200" kern="1200" baseline="0" dirty="0" smtClean="0">
                <a:solidFill>
                  <a:schemeClr val="tx1"/>
                </a:solidFill>
                <a:latin typeface="+mn-lt"/>
                <a:ea typeface="+mn-ea"/>
                <a:cs typeface="+mn-cs"/>
              </a:rPr>
              <a:t>so on. The optimal policy produces three page faults after the frame allocation has</a:t>
            </a:r>
          </a:p>
          <a:p>
            <a:r>
              <a:rPr lang="en-US" sz="1200" kern="1200" baseline="0" dirty="0" smtClean="0">
                <a:solidFill>
                  <a:schemeClr val="tx1"/>
                </a:solidFill>
                <a:latin typeface="+mn-lt"/>
                <a:ea typeface="+mn-ea"/>
                <a:cs typeface="+mn-cs"/>
              </a:rPr>
              <a:t>been filled.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a:t>
            </a:r>
            <a:r>
              <a:rPr lang="en-US" sz="1200" b="1" kern="1200" baseline="0" dirty="0" smtClean="0">
                <a:solidFill>
                  <a:schemeClr val="tx1"/>
                </a:solidFill>
                <a:latin typeface="+mn-lt"/>
                <a:ea typeface="+mn-ea"/>
                <a:cs typeface="+mn-cs"/>
              </a:rPr>
              <a:t>least recently used (LRU) policy replaces the page in memory that has</a:t>
            </a:r>
          </a:p>
          <a:p>
            <a:r>
              <a:rPr lang="en-US" sz="1200" kern="1200" baseline="0" dirty="0" smtClean="0">
                <a:solidFill>
                  <a:schemeClr val="tx1"/>
                </a:solidFill>
                <a:latin typeface="+mn-lt"/>
                <a:ea typeface="+mn-ea"/>
                <a:cs typeface="+mn-cs"/>
              </a:rPr>
              <a:t>not been referenced for the longest time. By the principle of locality, this should</a:t>
            </a:r>
          </a:p>
          <a:p>
            <a:r>
              <a:rPr lang="en-US" sz="1200" kern="1200" baseline="0" dirty="0" smtClean="0">
                <a:solidFill>
                  <a:schemeClr val="tx1"/>
                </a:solidFill>
                <a:latin typeface="+mn-lt"/>
                <a:ea typeface="+mn-ea"/>
                <a:cs typeface="+mn-cs"/>
              </a:rPr>
              <a:t>be the page least likely to be referenced in the near future. And, in fact, the LRU</a:t>
            </a:r>
          </a:p>
          <a:p>
            <a:r>
              <a:rPr lang="en-US" sz="1200" kern="1200" baseline="0" dirty="0" smtClean="0">
                <a:solidFill>
                  <a:schemeClr val="tx1"/>
                </a:solidFill>
                <a:latin typeface="+mn-lt"/>
                <a:ea typeface="+mn-ea"/>
                <a:cs typeface="+mn-cs"/>
              </a:rPr>
              <a:t>policy does nearly as well as the optimal policy. The problem with this approach is</a:t>
            </a:r>
          </a:p>
          <a:p>
            <a:r>
              <a:rPr lang="en-US" sz="1200" kern="1200" baseline="0" dirty="0" smtClean="0">
                <a:solidFill>
                  <a:schemeClr val="tx1"/>
                </a:solidFill>
                <a:latin typeface="+mn-lt"/>
                <a:ea typeface="+mn-ea"/>
                <a:cs typeface="+mn-cs"/>
              </a:rPr>
              <a:t>the difficulty in implementation. One approach would be to tag each page with the</a:t>
            </a:r>
          </a:p>
          <a:p>
            <a:r>
              <a:rPr lang="en-US" sz="1200" kern="1200" baseline="0" dirty="0" smtClean="0">
                <a:solidFill>
                  <a:schemeClr val="tx1"/>
                </a:solidFill>
                <a:latin typeface="+mn-lt"/>
                <a:ea typeface="+mn-ea"/>
                <a:cs typeface="+mn-cs"/>
              </a:rPr>
              <a:t>time of its last reference; this would have to be done at each memory reference,</a:t>
            </a:r>
          </a:p>
          <a:p>
            <a:r>
              <a:rPr lang="en-US" sz="1200" kern="1200" baseline="0" dirty="0" smtClean="0">
                <a:solidFill>
                  <a:schemeClr val="tx1"/>
                </a:solidFill>
                <a:latin typeface="+mn-lt"/>
                <a:ea typeface="+mn-ea"/>
                <a:cs typeface="+mn-cs"/>
              </a:rPr>
              <a:t>both instruction and data. Even if the hardware would support such a scheme, the</a:t>
            </a:r>
          </a:p>
          <a:p>
            <a:r>
              <a:rPr lang="en-US" sz="1200" kern="1200" baseline="0" dirty="0" smtClean="0">
                <a:solidFill>
                  <a:schemeClr val="tx1"/>
                </a:solidFill>
                <a:latin typeface="+mn-lt"/>
                <a:ea typeface="+mn-ea"/>
                <a:cs typeface="+mn-cs"/>
              </a:rPr>
              <a:t>overhead would be tremendous. Alternatively, one could maintain a stack of page</a:t>
            </a:r>
          </a:p>
          <a:p>
            <a:r>
              <a:rPr lang="en-US" sz="1200" kern="1200" baseline="0" dirty="0" smtClean="0">
                <a:solidFill>
                  <a:schemeClr val="tx1"/>
                </a:solidFill>
                <a:latin typeface="+mn-lt"/>
                <a:ea typeface="+mn-ea"/>
                <a:cs typeface="+mn-cs"/>
              </a:rPr>
              <a:t>references, again an expensive prospect.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Figure 8.15 shows an example of the behavior of LRU, using the same page</a:t>
            </a:r>
          </a:p>
          <a:p>
            <a:r>
              <a:rPr lang="en-US" sz="1200" kern="1200" baseline="0" dirty="0" smtClean="0">
                <a:solidFill>
                  <a:schemeClr val="tx1"/>
                </a:solidFill>
                <a:latin typeface="+mn-lt"/>
                <a:ea typeface="+mn-ea"/>
                <a:cs typeface="+mn-cs"/>
              </a:rPr>
              <a:t>address stream as for the optimal policy example. In this example, there are four</a:t>
            </a:r>
          </a:p>
          <a:p>
            <a:r>
              <a:rPr lang="en-US" sz="1200" kern="1200" baseline="0" dirty="0" smtClean="0">
                <a:solidFill>
                  <a:schemeClr val="tx1"/>
                </a:solidFill>
                <a:latin typeface="+mn-lt"/>
                <a:ea typeface="+mn-ea"/>
                <a:cs typeface="+mn-cs"/>
              </a:rPr>
              <a:t>page faults.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a:t>
            </a:r>
            <a:r>
              <a:rPr lang="en-US" sz="1200" b="1" kern="1200" baseline="0" dirty="0" smtClean="0">
                <a:solidFill>
                  <a:schemeClr val="tx1"/>
                </a:solidFill>
                <a:latin typeface="+mn-lt"/>
                <a:ea typeface="+mn-ea"/>
                <a:cs typeface="+mn-cs"/>
              </a:rPr>
              <a:t>first-in-first-out (FIFO) </a:t>
            </a:r>
            <a:r>
              <a:rPr lang="en-US" sz="1200" b="0" kern="1200" baseline="0" dirty="0" smtClean="0">
                <a:solidFill>
                  <a:schemeClr val="tx1"/>
                </a:solidFill>
                <a:latin typeface="+mn-lt"/>
                <a:ea typeface="+mn-ea"/>
                <a:cs typeface="+mn-cs"/>
              </a:rPr>
              <a:t>policy treats the page frames allocated to a process</a:t>
            </a:r>
          </a:p>
          <a:p>
            <a:r>
              <a:rPr lang="en-US" sz="1200" kern="1200" baseline="0" dirty="0" smtClean="0">
                <a:solidFill>
                  <a:schemeClr val="tx1"/>
                </a:solidFill>
                <a:latin typeface="+mn-lt"/>
                <a:ea typeface="+mn-ea"/>
                <a:cs typeface="+mn-cs"/>
              </a:rPr>
              <a:t>as a circular buffer, and pages are removed in round-robin style. All that is</a:t>
            </a:r>
          </a:p>
          <a:p>
            <a:r>
              <a:rPr lang="en-US" sz="1200" kern="1200" baseline="0" dirty="0" smtClean="0">
                <a:solidFill>
                  <a:schemeClr val="tx1"/>
                </a:solidFill>
                <a:latin typeface="+mn-lt"/>
                <a:ea typeface="+mn-ea"/>
                <a:cs typeface="+mn-cs"/>
              </a:rPr>
              <a:t>required is a pointer that circles through the page frames of the process. This is</a:t>
            </a:r>
          </a:p>
          <a:p>
            <a:r>
              <a:rPr lang="en-US" sz="1200" kern="1200" baseline="0" dirty="0" smtClean="0">
                <a:solidFill>
                  <a:schemeClr val="tx1"/>
                </a:solidFill>
                <a:latin typeface="+mn-lt"/>
                <a:ea typeface="+mn-ea"/>
                <a:cs typeface="+mn-cs"/>
              </a:rPr>
              <a:t>therefore one of the simplest page replacement policies to implement. The logic</a:t>
            </a:r>
          </a:p>
          <a:p>
            <a:r>
              <a:rPr lang="en-US" sz="1200" kern="1200" baseline="0" dirty="0" smtClean="0">
                <a:solidFill>
                  <a:schemeClr val="tx1"/>
                </a:solidFill>
                <a:latin typeface="+mn-lt"/>
                <a:ea typeface="+mn-ea"/>
                <a:cs typeface="+mn-cs"/>
              </a:rPr>
              <a:t>behind this choice, other than its simplicity, is that one is replacing the page that</a:t>
            </a:r>
          </a:p>
          <a:p>
            <a:r>
              <a:rPr lang="en-US" sz="1200" kern="1200" baseline="0" dirty="0" smtClean="0">
                <a:solidFill>
                  <a:schemeClr val="tx1"/>
                </a:solidFill>
                <a:latin typeface="+mn-lt"/>
                <a:ea typeface="+mn-ea"/>
                <a:cs typeface="+mn-cs"/>
              </a:rPr>
              <a:t>has been in memory the longest: A page fetched into memory a long time ago may</a:t>
            </a:r>
          </a:p>
          <a:p>
            <a:r>
              <a:rPr lang="en-US" sz="1200" kern="1200" baseline="0" dirty="0" smtClean="0">
                <a:solidFill>
                  <a:schemeClr val="tx1"/>
                </a:solidFill>
                <a:latin typeface="+mn-lt"/>
                <a:ea typeface="+mn-ea"/>
                <a:cs typeface="+mn-cs"/>
              </a:rPr>
              <a:t>have now fallen out of use. This reasoning will often be wrong, because there will</a:t>
            </a:r>
          </a:p>
          <a:p>
            <a:r>
              <a:rPr lang="en-US" sz="1200" kern="1200" baseline="0" dirty="0" smtClean="0">
                <a:solidFill>
                  <a:schemeClr val="tx1"/>
                </a:solidFill>
                <a:latin typeface="+mn-lt"/>
                <a:ea typeface="+mn-ea"/>
                <a:cs typeface="+mn-cs"/>
              </a:rPr>
              <a:t>often be regions of program or data that are heavily used throughout the life of a</a:t>
            </a:r>
          </a:p>
          <a:p>
            <a:r>
              <a:rPr lang="en-US" sz="1200" kern="1200" baseline="0" dirty="0" smtClean="0">
                <a:solidFill>
                  <a:schemeClr val="tx1"/>
                </a:solidFill>
                <a:latin typeface="+mn-lt"/>
                <a:ea typeface="+mn-ea"/>
                <a:cs typeface="+mn-cs"/>
              </a:rPr>
              <a:t>program. Those pages will be repeatedly paged in and out by the FIFO algorithm.</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Continuing our example in Figure 8.15 , the FIFO policy results in six page</a:t>
            </a:r>
          </a:p>
          <a:p>
            <a:r>
              <a:rPr lang="en-US" sz="1200" kern="1200" baseline="0" dirty="0" smtClean="0">
                <a:solidFill>
                  <a:schemeClr val="tx1"/>
                </a:solidFill>
                <a:latin typeface="+mn-lt"/>
                <a:ea typeface="+mn-ea"/>
                <a:cs typeface="+mn-cs"/>
              </a:rPr>
              <a:t>faults. Note that LRU recognizes that pages 2 and 5 are referenced more frequently</a:t>
            </a:r>
          </a:p>
          <a:p>
            <a:r>
              <a:rPr lang="en-US" sz="1200" kern="1200" baseline="0" dirty="0" smtClean="0">
                <a:solidFill>
                  <a:schemeClr val="tx1"/>
                </a:solidFill>
                <a:latin typeface="+mn-lt"/>
                <a:ea typeface="+mn-ea"/>
                <a:cs typeface="+mn-cs"/>
              </a:rPr>
              <a:t>than other pages, whereas FIFO does not.</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Although the LRU policy does nearly as well as an optimal policy, it is difficult</a:t>
            </a:r>
          </a:p>
          <a:p>
            <a:r>
              <a:rPr lang="en-US" sz="1200" kern="1200" baseline="0" dirty="0" smtClean="0">
                <a:solidFill>
                  <a:schemeClr val="tx1"/>
                </a:solidFill>
                <a:latin typeface="+mn-lt"/>
                <a:ea typeface="+mn-ea"/>
                <a:cs typeface="+mn-cs"/>
              </a:rPr>
              <a:t>to implement and imposes significant overhead. On the other hand, the FIFO</a:t>
            </a:r>
          </a:p>
          <a:p>
            <a:r>
              <a:rPr lang="en-US" sz="1200" kern="1200" baseline="0" dirty="0" smtClean="0">
                <a:solidFill>
                  <a:schemeClr val="tx1"/>
                </a:solidFill>
                <a:latin typeface="+mn-lt"/>
                <a:ea typeface="+mn-ea"/>
                <a:cs typeface="+mn-cs"/>
              </a:rPr>
              <a:t>policy is very simple to implement but performs relatively poorly. Over the years,</a:t>
            </a:r>
          </a:p>
          <a:p>
            <a:r>
              <a:rPr lang="en-US" sz="1200" kern="1200" baseline="0" dirty="0" smtClean="0">
                <a:solidFill>
                  <a:schemeClr val="tx1"/>
                </a:solidFill>
                <a:latin typeface="+mn-lt"/>
                <a:ea typeface="+mn-ea"/>
                <a:cs typeface="+mn-cs"/>
              </a:rPr>
              <a:t>operating system designers have tried a number of other algorithms to approximate</a:t>
            </a:r>
          </a:p>
          <a:p>
            <a:r>
              <a:rPr lang="en-US" sz="1200" kern="1200" baseline="0" dirty="0" smtClean="0">
                <a:solidFill>
                  <a:schemeClr val="tx1"/>
                </a:solidFill>
                <a:latin typeface="+mn-lt"/>
                <a:ea typeface="+mn-ea"/>
                <a:cs typeface="+mn-cs"/>
              </a:rPr>
              <a:t>the performance of LRU while imposing little overhead. Many of these algorithms</a:t>
            </a:r>
          </a:p>
          <a:p>
            <a:r>
              <a:rPr lang="en-US" sz="1200" kern="1200" baseline="0" dirty="0" smtClean="0">
                <a:solidFill>
                  <a:schemeClr val="tx1"/>
                </a:solidFill>
                <a:latin typeface="+mn-lt"/>
                <a:ea typeface="+mn-ea"/>
                <a:cs typeface="+mn-cs"/>
              </a:rPr>
              <a:t>are variants of a scheme referred to as the </a:t>
            </a:r>
            <a:r>
              <a:rPr lang="en-US" sz="1200" b="1" kern="1200" baseline="0" dirty="0" smtClean="0">
                <a:solidFill>
                  <a:schemeClr val="tx1"/>
                </a:solidFill>
                <a:latin typeface="+mn-lt"/>
                <a:ea typeface="+mn-ea"/>
                <a:cs typeface="+mn-cs"/>
              </a:rPr>
              <a:t>clock policy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smtClean="0">
                <a:solidFill>
                  <a:schemeClr val="tx1"/>
                </a:solidFill>
                <a:latin typeface="+mn-lt"/>
                <a:ea typeface="+mn-ea"/>
                <a:cs typeface="+mn-cs"/>
              </a:rPr>
              <a:t>The simplest form of clock policy requires the association of an additional</a:t>
            </a:r>
          </a:p>
          <a:p>
            <a:r>
              <a:rPr lang="en-US" sz="1200" kern="1200" baseline="0" dirty="0" smtClean="0">
                <a:solidFill>
                  <a:schemeClr val="tx1"/>
                </a:solidFill>
                <a:latin typeface="+mn-lt"/>
                <a:ea typeface="+mn-ea"/>
                <a:cs typeface="+mn-cs"/>
              </a:rPr>
              <a:t>bit with each frame, referred to as the use bit. When a page is first loaded into a</a:t>
            </a:r>
          </a:p>
          <a:p>
            <a:r>
              <a:rPr lang="en-US" sz="1200" kern="1200" baseline="0" dirty="0" smtClean="0">
                <a:solidFill>
                  <a:schemeClr val="tx1"/>
                </a:solidFill>
                <a:latin typeface="+mn-lt"/>
                <a:ea typeface="+mn-ea"/>
                <a:cs typeface="+mn-cs"/>
              </a:rPr>
              <a:t>frame in memory, the use bit for that frame is set to 1. Whenever the page is subsequently</a:t>
            </a:r>
          </a:p>
          <a:p>
            <a:r>
              <a:rPr lang="en-US" sz="1200" kern="1200" baseline="0" dirty="0" smtClean="0">
                <a:solidFill>
                  <a:schemeClr val="tx1"/>
                </a:solidFill>
                <a:latin typeface="+mn-lt"/>
                <a:ea typeface="+mn-ea"/>
                <a:cs typeface="+mn-cs"/>
              </a:rPr>
              <a:t>referenced (after the reference that generated the page fault), its use bit is</a:t>
            </a:r>
          </a:p>
          <a:p>
            <a:r>
              <a:rPr lang="en-US" sz="1200" kern="1200" baseline="0" dirty="0" smtClean="0">
                <a:solidFill>
                  <a:schemeClr val="tx1"/>
                </a:solidFill>
                <a:latin typeface="+mn-lt"/>
                <a:ea typeface="+mn-ea"/>
                <a:cs typeface="+mn-cs"/>
              </a:rPr>
              <a:t>set to 1. For the page replacement algorithm, the set of frames that are candidates</a:t>
            </a:r>
          </a:p>
          <a:p>
            <a:r>
              <a:rPr lang="en-US" sz="1200" kern="1200" baseline="0" dirty="0" smtClean="0">
                <a:solidFill>
                  <a:schemeClr val="tx1"/>
                </a:solidFill>
                <a:latin typeface="+mn-lt"/>
                <a:ea typeface="+mn-ea"/>
                <a:cs typeface="+mn-cs"/>
              </a:rPr>
              <a:t>for replacement (this process: local scope; all of main memory: global scope 5 ) is</a:t>
            </a:r>
          </a:p>
          <a:p>
            <a:r>
              <a:rPr lang="en-US" sz="1200" kern="1200" baseline="0" dirty="0" smtClean="0">
                <a:solidFill>
                  <a:schemeClr val="tx1"/>
                </a:solidFill>
                <a:latin typeface="+mn-lt"/>
                <a:ea typeface="+mn-ea"/>
                <a:cs typeface="+mn-cs"/>
              </a:rPr>
              <a:t>considered to be a circular buffer, with which a pointer is associated. When a page</a:t>
            </a:r>
          </a:p>
          <a:p>
            <a:r>
              <a:rPr lang="en-US" sz="1200" kern="1200" baseline="0" dirty="0" smtClean="0">
                <a:solidFill>
                  <a:schemeClr val="tx1"/>
                </a:solidFill>
                <a:latin typeface="+mn-lt"/>
                <a:ea typeface="+mn-ea"/>
                <a:cs typeface="+mn-cs"/>
              </a:rPr>
              <a:t>is replaced, the pointer is set to indicate the next frame in the buffer after the one</a:t>
            </a:r>
          </a:p>
          <a:p>
            <a:r>
              <a:rPr lang="en-US" sz="1200" kern="1200" baseline="0" dirty="0" smtClean="0">
                <a:solidFill>
                  <a:schemeClr val="tx1"/>
                </a:solidFill>
                <a:latin typeface="+mn-lt"/>
                <a:ea typeface="+mn-ea"/>
                <a:cs typeface="+mn-cs"/>
              </a:rPr>
              <a:t>just updated. When it comes time to replace a page, the operating system scans</a:t>
            </a:r>
          </a:p>
          <a:p>
            <a:r>
              <a:rPr lang="en-US" sz="1200" kern="1200" baseline="0" dirty="0" smtClean="0">
                <a:solidFill>
                  <a:schemeClr val="tx1"/>
                </a:solidFill>
                <a:latin typeface="+mn-lt"/>
                <a:ea typeface="+mn-ea"/>
                <a:cs typeface="+mn-cs"/>
              </a:rPr>
              <a:t>the buffer to find a frame with a use bit set to 0. Each time it encounters a frame</a:t>
            </a:r>
          </a:p>
          <a:p>
            <a:r>
              <a:rPr lang="en-US" sz="1200" kern="1200" baseline="0" dirty="0" smtClean="0">
                <a:solidFill>
                  <a:schemeClr val="tx1"/>
                </a:solidFill>
                <a:latin typeface="+mn-lt"/>
                <a:ea typeface="+mn-ea"/>
                <a:cs typeface="+mn-cs"/>
              </a:rPr>
              <a:t>with a use bit of 1, it resets that bit to 0 and continues on. If any of the frames in</a:t>
            </a:r>
          </a:p>
          <a:p>
            <a:r>
              <a:rPr lang="en-US" sz="1200" kern="1200" baseline="0" dirty="0" smtClean="0">
                <a:solidFill>
                  <a:schemeClr val="tx1"/>
                </a:solidFill>
                <a:latin typeface="+mn-lt"/>
                <a:ea typeface="+mn-ea"/>
                <a:cs typeface="+mn-cs"/>
              </a:rPr>
              <a:t>the buffer have a use bit of 0 at the beginning of this process, the first such frame</a:t>
            </a:r>
          </a:p>
          <a:p>
            <a:r>
              <a:rPr lang="en-US" sz="1200" kern="1200" baseline="0" dirty="0" smtClean="0">
                <a:solidFill>
                  <a:schemeClr val="tx1"/>
                </a:solidFill>
                <a:latin typeface="+mn-lt"/>
                <a:ea typeface="+mn-ea"/>
                <a:cs typeface="+mn-cs"/>
              </a:rPr>
              <a:t>encountered is chosen for replacement. If all of the frames have a use bit of 1, then</a:t>
            </a:r>
          </a:p>
          <a:p>
            <a:r>
              <a:rPr lang="en-US" sz="1200" kern="1200" baseline="0" dirty="0" smtClean="0">
                <a:solidFill>
                  <a:schemeClr val="tx1"/>
                </a:solidFill>
                <a:latin typeface="+mn-lt"/>
                <a:ea typeface="+mn-ea"/>
                <a:cs typeface="+mn-cs"/>
              </a:rPr>
              <a:t>the pointer will make one complete cycle through the buffer, setting all the use bits</a:t>
            </a:r>
          </a:p>
          <a:p>
            <a:r>
              <a:rPr lang="en-US" sz="1200" kern="1200" baseline="0" dirty="0" smtClean="0">
                <a:solidFill>
                  <a:schemeClr val="tx1"/>
                </a:solidFill>
                <a:latin typeface="+mn-lt"/>
                <a:ea typeface="+mn-ea"/>
                <a:cs typeface="+mn-cs"/>
              </a:rPr>
              <a:t>to 0, and stop at its original position, replacing the page in that frame. We can see</a:t>
            </a:r>
          </a:p>
          <a:p>
            <a:r>
              <a:rPr lang="en-US" sz="1200" kern="1200" baseline="0" dirty="0" smtClean="0">
                <a:solidFill>
                  <a:schemeClr val="tx1"/>
                </a:solidFill>
                <a:latin typeface="+mn-lt"/>
                <a:ea typeface="+mn-ea"/>
                <a:cs typeface="+mn-cs"/>
              </a:rPr>
              <a:t>that this policy is similar to FIFO, except that, in the clock policy, any frame with</a:t>
            </a:r>
          </a:p>
          <a:p>
            <a:r>
              <a:rPr lang="en-US" sz="1200" kern="1200" baseline="0" dirty="0" smtClean="0">
                <a:solidFill>
                  <a:schemeClr val="tx1"/>
                </a:solidFill>
                <a:latin typeface="+mn-lt"/>
                <a:ea typeface="+mn-ea"/>
                <a:cs typeface="+mn-cs"/>
              </a:rPr>
              <a:t>a use bit of 1 is passed over by the algorithm. The policy is referred to as a clock</a:t>
            </a:r>
          </a:p>
          <a:p>
            <a:r>
              <a:rPr lang="en-US" sz="1200" kern="1200" baseline="0" dirty="0" smtClean="0">
                <a:solidFill>
                  <a:schemeClr val="tx1"/>
                </a:solidFill>
                <a:latin typeface="+mn-lt"/>
                <a:ea typeface="+mn-ea"/>
                <a:cs typeface="+mn-cs"/>
              </a:rPr>
              <a:t>policy because we can visualize the page frames as laid out in a circle. A number of</a:t>
            </a:r>
          </a:p>
          <a:p>
            <a:r>
              <a:rPr lang="en-US" sz="1200" kern="1200" baseline="0" dirty="0" smtClean="0">
                <a:solidFill>
                  <a:schemeClr val="tx1"/>
                </a:solidFill>
                <a:latin typeface="+mn-lt"/>
                <a:ea typeface="+mn-ea"/>
                <a:cs typeface="+mn-cs"/>
              </a:rPr>
              <a:t>operating systems have employed some variation of this simple clock policy (e.g.,</a:t>
            </a:r>
          </a:p>
          <a:p>
            <a:r>
              <a:rPr lang="en-US" sz="1200" kern="1200" baseline="0" dirty="0" err="1" smtClean="0">
                <a:solidFill>
                  <a:schemeClr val="tx1"/>
                </a:solidFill>
                <a:latin typeface="+mn-lt"/>
                <a:ea typeface="+mn-ea"/>
                <a:cs typeface="+mn-cs"/>
              </a:rPr>
              <a:t>Multics</a:t>
            </a:r>
            <a:r>
              <a:rPr lang="en-US" sz="1200" kern="1200" baseline="0" dirty="0" smtClean="0">
                <a:solidFill>
                  <a:schemeClr val="tx1"/>
                </a:solidFill>
                <a:latin typeface="+mn-lt"/>
                <a:ea typeface="+mn-ea"/>
                <a:cs typeface="+mn-cs"/>
              </a:rPr>
              <a:t> [CORB68]).</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behavior of the clock policy is illustrated in Figure 8.15 . The presence</a:t>
            </a:r>
          </a:p>
          <a:p>
            <a:r>
              <a:rPr lang="en-US" sz="1200" kern="1200" baseline="0" dirty="0" smtClean="0">
                <a:solidFill>
                  <a:schemeClr val="tx1"/>
                </a:solidFill>
                <a:latin typeface="+mn-lt"/>
                <a:ea typeface="+mn-ea"/>
                <a:cs typeface="+mn-cs"/>
              </a:rPr>
              <a:t>of an asterisk indicates that the corresponding use bit is equal to 1, and the arrow</a:t>
            </a:r>
          </a:p>
          <a:p>
            <a:r>
              <a:rPr lang="en-US" sz="1200" kern="1200" baseline="0" dirty="0" smtClean="0">
                <a:solidFill>
                  <a:schemeClr val="tx1"/>
                </a:solidFill>
                <a:latin typeface="+mn-lt"/>
                <a:ea typeface="+mn-ea"/>
                <a:cs typeface="+mn-cs"/>
              </a:rPr>
              <a:t>indicates the current position of the pointer. Note that the clock policy is adept at</a:t>
            </a:r>
          </a:p>
          <a:p>
            <a:r>
              <a:rPr lang="en-US" sz="1200" kern="1200" baseline="0" dirty="0" smtClean="0">
                <a:solidFill>
                  <a:schemeClr val="tx1"/>
                </a:solidFill>
                <a:latin typeface="+mn-lt"/>
                <a:ea typeface="+mn-ea"/>
                <a:cs typeface="+mn-cs"/>
              </a:rPr>
              <a:t>protecting frames 2 and 5 from replacement.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Figure 8.16 provides an example of the simple clock policy mechanism. A circular</a:t>
            </a:r>
          </a:p>
          <a:p>
            <a:r>
              <a:rPr lang="en-US" sz="1200" kern="1200" baseline="0" dirty="0" smtClean="0">
                <a:solidFill>
                  <a:schemeClr val="tx1"/>
                </a:solidFill>
                <a:latin typeface="+mn-lt"/>
                <a:ea typeface="+mn-ea"/>
                <a:cs typeface="+mn-cs"/>
              </a:rPr>
              <a:t>buffer of </a:t>
            </a:r>
            <a:r>
              <a:rPr lang="en-US" sz="1200" i="1" kern="1200" baseline="0" dirty="0" err="1" smtClean="0">
                <a:solidFill>
                  <a:schemeClr val="tx1"/>
                </a:solidFill>
                <a:latin typeface="+mn-lt"/>
                <a:ea typeface="+mn-ea"/>
                <a:cs typeface="+mn-cs"/>
              </a:rPr>
              <a:t>n</a:t>
            </a:r>
            <a:r>
              <a:rPr lang="en-US" sz="1200" i="1" kern="1200" baseline="0" dirty="0" smtClean="0">
                <a:solidFill>
                  <a:schemeClr val="tx1"/>
                </a:solidFill>
                <a:latin typeface="+mn-lt"/>
                <a:ea typeface="+mn-ea"/>
                <a:cs typeface="+mn-cs"/>
              </a:rPr>
              <a:t> main memory frames is available for page replacement. Just prior</a:t>
            </a:r>
          </a:p>
          <a:p>
            <a:r>
              <a:rPr lang="en-US" sz="1200" kern="1200" baseline="0" dirty="0" smtClean="0">
                <a:solidFill>
                  <a:schemeClr val="tx1"/>
                </a:solidFill>
                <a:latin typeface="+mn-lt"/>
                <a:ea typeface="+mn-ea"/>
                <a:cs typeface="+mn-cs"/>
              </a:rPr>
              <a:t>to the replacement of a page from the buffer with incoming page 727 , the next frame</a:t>
            </a:r>
          </a:p>
          <a:p>
            <a:r>
              <a:rPr lang="en-US" sz="1200" kern="1200" baseline="0" dirty="0" smtClean="0">
                <a:solidFill>
                  <a:schemeClr val="tx1"/>
                </a:solidFill>
                <a:latin typeface="+mn-lt"/>
                <a:ea typeface="+mn-ea"/>
                <a:cs typeface="+mn-cs"/>
              </a:rPr>
              <a:t>pointer points at frame 2, which contains page 45 . The clock policy is now executed.</a:t>
            </a:r>
          </a:p>
          <a:p>
            <a:r>
              <a:rPr lang="en-US" sz="1200" kern="1200" baseline="0" dirty="0" smtClean="0">
                <a:solidFill>
                  <a:schemeClr val="tx1"/>
                </a:solidFill>
                <a:latin typeface="+mn-lt"/>
                <a:ea typeface="+mn-ea"/>
                <a:cs typeface="+mn-cs"/>
              </a:rPr>
              <a:t>Because the use bit for page 45 in frame 2 is equal to 1, this page is not replaced.</a:t>
            </a:r>
          </a:p>
          <a:p>
            <a:r>
              <a:rPr lang="en-US" sz="1200" kern="1200" baseline="0" dirty="0" smtClean="0">
                <a:solidFill>
                  <a:schemeClr val="tx1"/>
                </a:solidFill>
                <a:latin typeface="+mn-lt"/>
                <a:ea typeface="+mn-ea"/>
                <a:cs typeface="+mn-cs"/>
              </a:rPr>
              <a:t>Instead, the use bit is set to 0 and the pointer advances. Similarly, page 191 in frame</a:t>
            </a:r>
          </a:p>
          <a:p>
            <a:r>
              <a:rPr lang="en-US" sz="1200" kern="1200" baseline="0" dirty="0" smtClean="0">
                <a:solidFill>
                  <a:schemeClr val="tx1"/>
                </a:solidFill>
                <a:latin typeface="+mn-lt"/>
                <a:ea typeface="+mn-ea"/>
                <a:cs typeface="+mn-cs"/>
              </a:rPr>
              <a:t>3 is not replaced; its use bit is set to 0 and the pointer advances. In the next frame,</a:t>
            </a:r>
          </a:p>
          <a:p>
            <a:r>
              <a:rPr lang="en-US" sz="1200" kern="1200" baseline="0" dirty="0" smtClean="0">
                <a:solidFill>
                  <a:schemeClr val="tx1"/>
                </a:solidFill>
                <a:latin typeface="+mn-lt"/>
                <a:ea typeface="+mn-ea"/>
                <a:cs typeface="+mn-cs"/>
              </a:rPr>
              <a:t>frame 4, the use bit is set to 0. Therefore, page 556 is replaced with page 727 . The</a:t>
            </a:r>
          </a:p>
          <a:p>
            <a:r>
              <a:rPr lang="en-US" sz="1200" kern="1200" baseline="0" dirty="0" smtClean="0">
                <a:solidFill>
                  <a:schemeClr val="tx1"/>
                </a:solidFill>
                <a:latin typeface="+mn-lt"/>
                <a:ea typeface="+mn-ea"/>
                <a:cs typeface="+mn-cs"/>
              </a:rPr>
              <a:t>use bit is set to 1 for this frame and the pointer advances to frame 5, completing the</a:t>
            </a:r>
          </a:p>
          <a:p>
            <a:r>
              <a:rPr lang="en-US" sz="1200" kern="1200" baseline="0" dirty="0" smtClean="0">
                <a:solidFill>
                  <a:schemeClr val="tx1"/>
                </a:solidFill>
                <a:latin typeface="+mn-lt"/>
                <a:ea typeface="+mn-ea"/>
                <a:cs typeface="+mn-cs"/>
              </a:rPr>
              <a:t>page replacement procedure.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Figure 8.17 shows the results of an experiment reported in [BAER80], which</a:t>
            </a:r>
          </a:p>
          <a:p>
            <a:r>
              <a:rPr lang="en-US" sz="1200" kern="1200" baseline="0" dirty="0" smtClean="0">
                <a:solidFill>
                  <a:schemeClr val="tx1"/>
                </a:solidFill>
                <a:latin typeface="+mn-lt"/>
                <a:ea typeface="+mn-ea"/>
                <a:cs typeface="+mn-cs"/>
              </a:rPr>
              <a:t>compares the four algorithms that we have been discussing; it is assumed that the</a:t>
            </a:r>
          </a:p>
          <a:p>
            <a:r>
              <a:rPr lang="en-US" sz="1200" kern="1200" baseline="0" dirty="0" smtClean="0">
                <a:solidFill>
                  <a:schemeClr val="tx1"/>
                </a:solidFill>
                <a:latin typeface="+mn-lt"/>
                <a:ea typeface="+mn-ea"/>
                <a:cs typeface="+mn-cs"/>
              </a:rPr>
              <a:t>number of page frames assigned to a process is fixed. The results are based on the</a:t>
            </a:r>
          </a:p>
          <a:p>
            <a:r>
              <a:rPr lang="en-US" sz="1200" kern="1200" baseline="0" dirty="0" smtClean="0">
                <a:solidFill>
                  <a:schemeClr val="tx1"/>
                </a:solidFill>
                <a:latin typeface="+mn-lt"/>
                <a:ea typeface="+mn-ea"/>
                <a:cs typeface="+mn-cs"/>
              </a:rPr>
              <a:t>execution of 0.25 °— 106 references in a FORTRAN program, using a page size of 256</a:t>
            </a:r>
          </a:p>
          <a:p>
            <a:r>
              <a:rPr lang="en-US" sz="1200" kern="1200" baseline="0" dirty="0" smtClean="0">
                <a:solidFill>
                  <a:schemeClr val="tx1"/>
                </a:solidFill>
                <a:latin typeface="+mn-lt"/>
                <a:ea typeface="+mn-ea"/>
                <a:cs typeface="+mn-cs"/>
              </a:rPr>
              <a:t>words. Baer ran the experiment with frame allocations of 6, 8, 10, 12, and 14 frames.</a:t>
            </a:r>
          </a:p>
          <a:p>
            <a:r>
              <a:rPr lang="en-US" sz="1200" kern="1200" baseline="0" dirty="0" smtClean="0">
                <a:solidFill>
                  <a:schemeClr val="tx1"/>
                </a:solidFill>
                <a:latin typeface="+mn-lt"/>
                <a:ea typeface="+mn-ea"/>
                <a:cs typeface="+mn-cs"/>
              </a:rPr>
              <a:t>The differences among the four policies are most striking at small allocations, with</a:t>
            </a:r>
          </a:p>
          <a:p>
            <a:r>
              <a:rPr lang="en-US" sz="1200" kern="1200" baseline="0" dirty="0" smtClean="0">
                <a:solidFill>
                  <a:schemeClr val="tx1"/>
                </a:solidFill>
                <a:latin typeface="+mn-lt"/>
                <a:ea typeface="+mn-ea"/>
                <a:cs typeface="+mn-cs"/>
              </a:rPr>
              <a:t>FIFO being over a factor of 2 worse than optimal. All four curves have the same shape</a:t>
            </a:r>
          </a:p>
          <a:p>
            <a:r>
              <a:rPr lang="en-US" sz="1200" kern="1200" baseline="0" dirty="0" smtClean="0">
                <a:solidFill>
                  <a:schemeClr val="tx1"/>
                </a:solidFill>
                <a:latin typeface="+mn-lt"/>
                <a:ea typeface="+mn-ea"/>
                <a:cs typeface="+mn-cs"/>
              </a:rPr>
              <a:t>as the idealized behavior shown in Figure 8.11b . In order to run efficiently, we would</a:t>
            </a:r>
          </a:p>
          <a:p>
            <a:r>
              <a:rPr lang="en-US" sz="1200" kern="1200" baseline="0" dirty="0" smtClean="0">
                <a:solidFill>
                  <a:schemeClr val="tx1"/>
                </a:solidFill>
                <a:latin typeface="+mn-lt"/>
                <a:ea typeface="+mn-ea"/>
                <a:cs typeface="+mn-cs"/>
              </a:rPr>
              <a:t>like to be to the right of the knee of the curve (with a small page fault rate) while</a:t>
            </a:r>
          </a:p>
          <a:p>
            <a:r>
              <a:rPr lang="en-US" sz="1200" kern="1200" baseline="0" dirty="0" smtClean="0">
                <a:solidFill>
                  <a:schemeClr val="tx1"/>
                </a:solidFill>
                <a:latin typeface="+mn-lt"/>
                <a:ea typeface="+mn-ea"/>
                <a:cs typeface="+mn-cs"/>
              </a:rPr>
              <a:t>keeping a small frame allocation (to the left of the knee of the curve). These two constraints</a:t>
            </a:r>
          </a:p>
          <a:p>
            <a:r>
              <a:rPr lang="en-US" sz="1200" kern="1200" baseline="0" dirty="0" smtClean="0">
                <a:solidFill>
                  <a:schemeClr val="tx1"/>
                </a:solidFill>
                <a:latin typeface="+mn-lt"/>
                <a:ea typeface="+mn-ea"/>
                <a:cs typeface="+mn-cs"/>
              </a:rPr>
              <a:t>indicate that a desirable mode of operation would be at the knee of the curve.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clock algorithm has also been compared to these other algorithms when</a:t>
            </a:r>
          </a:p>
          <a:p>
            <a:r>
              <a:rPr lang="en-US" sz="1200" kern="1200" baseline="0" dirty="0" smtClean="0">
                <a:solidFill>
                  <a:schemeClr val="tx1"/>
                </a:solidFill>
                <a:latin typeface="+mn-lt"/>
                <a:ea typeface="+mn-ea"/>
                <a:cs typeface="+mn-cs"/>
              </a:rPr>
              <a:t>a variable allocation and either global or local replacement scope (see the following</a:t>
            </a:r>
          </a:p>
          <a:p>
            <a:r>
              <a:rPr lang="en-US" sz="1200" kern="1200" baseline="0" dirty="0" smtClean="0">
                <a:solidFill>
                  <a:schemeClr val="tx1"/>
                </a:solidFill>
                <a:latin typeface="+mn-lt"/>
                <a:ea typeface="+mn-ea"/>
                <a:cs typeface="+mn-cs"/>
              </a:rPr>
              <a:t>discussion of replacement policy) is used [CARR81, CARR84]. The clock algorithm</a:t>
            </a:r>
          </a:p>
          <a:p>
            <a:r>
              <a:rPr lang="en-US" sz="1200" kern="1200" baseline="0" dirty="0" smtClean="0">
                <a:solidFill>
                  <a:schemeClr val="tx1"/>
                </a:solidFill>
                <a:latin typeface="+mn-lt"/>
                <a:ea typeface="+mn-ea"/>
                <a:cs typeface="+mn-cs"/>
              </a:rPr>
              <a:t>was found to approximate closely the performance of LRU.</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b="1" i="1" kern="1200" baseline="0" dirty="0" smtClean="0">
                <a:solidFill>
                  <a:schemeClr val="tx1"/>
                </a:solidFill>
                <a:latin typeface="+mn-lt"/>
                <a:ea typeface="+mn-ea"/>
                <a:cs typeface="+mn-cs"/>
              </a:rPr>
              <a:t>PAGE BUFFERING </a:t>
            </a:r>
            <a:r>
              <a:rPr lang="en-US" sz="1200" b="0" i="1" kern="1200" baseline="0" dirty="0" smtClean="0">
                <a:solidFill>
                  <a:schemeClr val="tx1"/>
                </a:solidFill>
                <a:latin typeface="+mn-lt"/>
                <a:ea typeface="+mn-ea"/>
                <a:cs typeface="+mn-cs"/>
              </a:rPr>
              <a:t>Although LRU and the clock policies are superior to FIFO,</a:t>
            </a:r>
          </a:p>
          <a:p>
            <a:r>
              <a:rPr lang="en-US" sz="1200" kern="1200" baseline="0" dirty="0" smtClean="0">
                <a:solidFill>
                  <a:schemeClr val="tx1"/>
                </a:solidFill>
                <a:latin typeface="+mn-lt"/>
                <a:ea typeface="+mn-ea"/>
                <a:cs typeface="+mn-cs"/>
              </a:rPr>
              <a:t>they both involve complexity and overhead not suffered with FIFO. In addition,</a:t>
            </a:r>
          </a:p>
          <a:p>
            <a:r>
              <a:rPr lang="en-US" sz="1200" kern="1200" baseline="0" dirty="0" smtClean="0">
                <a:solidFill>
                  <a:schemeClr val="tx1"/>
                </a:solidFill>
                <a:latin typeface="+mn-lt"/>
                <a:ea typeface="+mn-ea"/>
                <a:cs typeface="+mn-cs"/>
              </a:rPr>
              <a:t>there is the related issue that the cost of replacing a page that has been modified is</a:t>
            </a:r>
          </a:p>
          <a:p>
            <a:r>
              <a:rPr lang="en-US" sz="1200" kern="1200" baseline="0" dirty="0" smtClean="0">
                <a:solidFill>
                  <a:schemeClr val="tx1"/>
                </a:solidFill>
                <a:latin typeface="+mn-lt"/>
                <a:ea typeface="+mn-ea"/>
                <a:cs typeface="+mn-cs"/>
              </a:rPr>
              <a:t>greater than for one that has not, because the former must be written back out to</a:t>
            </a:r>
          </a:p>
          <a:p>
            <a:r>
              <a:rPr lang="en-US" sz="1200" kern="1200" baseline="0" dirty="0" smtClean="0">
                <a:solidFill>
                  <a:schemeClr val="tx1"/>
                </a:solidFill>
                <a:latin typeface="+mn-lt"/>
                <a:ea typeface="+mn-ea"/>
                <a:cs typeface="+mn-cs"/>
              </a:rPr>
              <a:t>secondary memory.</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An interesting strategy that can improve paging performance and allow</a:t>
            </a:r>
          </a:p>
          <a:p>
            <a:r>
              <a:rPr lang="en-US" sz="1200" kern="1200" baseline="0" dirty="0" smtClean="0">
                <a:solidFill>
                  <a:schemeClr val="tx1"/>
                </a:solidFill>
                <a:latin typeface="+mn-lt"/>
                <a:ea typeface="+mn-ea"/>
                <a:cs typeface="+mn-cs"/>
              </a:rPr>
              <a:t>the use of a simpler page replacement policy is page buffering. The VAX VMS</a:t>
            </a:r>
          </a:p>
          <a:p>
            <a:r>
              <a:rPr lang="en-US" sz="1200" kern="1200" baseline="0" dirty="0" smtClean="0">
                <a:solidFill>
                  <a:schemeClr val="tx1"/>
                </a:solidFill>
                <a:latin typeface="+mn-lt"/>
                <a:ea typeface="+mn-ea"/>
                <a:cs typeface="+mn-cs"/>
              </a:rPr>
              <a:t>approach is representative. The page replacement algorithm is simple FIFO. To</a:t>
            </a:r>
          </a:p>
          <a:p>
            <a:r>
              <a:rPr lang="en-US" sz="1200" kern="1200" baseline="0" dirty="0" smtClean="0">
                <a:solidFill>
                  <a:schemeClr val="tx1"/>
                </a:solidFill>
                <a:latin typeface="+mn-lt"/>
                <a:ea typeface="+mn-ea"/>
                <a:cs typeface="+mn-cs"/>
              </a:rPr>
              <a:t>improve performance, a replaced page is not lost but rather is assigned to one of</a:t>
            </a:r>
          </a:p>
          <a:p>
            <a:r>
              <a:rPr lang="en-US" sz="1200" kern="1200" baseline="0" dirty="0" smtClean="0">
                <a:solidFill>
                  <a:schemeClr val="tx1"/>
                </a:solidFill>
                <a:latin typeface="+mn-lt"/>
                <a:ea typeface="+mn-ea"/>
                <a:cs typeface="+mn-cs"/>
              </a:rPr>
              <a:t>two lists: the free page list if the page has not been modified, or the modified page</a:t>
            </a:r>
          </a:p>
          <a:p>
            <a:r>
              <a:rPr lang="en-US" sz="1200" kern="1200" baseline="0" dirty="0" smtClean="0">
                <a:solidFill>
                  <a:schemeClr val="tx1"/>
                </a:solidFill>
                <a:latin typeface="+mn-lt"/>
                <a:ea typeface="+mn-ea"/>
                <a:cs typeface="+mn-cs"/>
              </a:rPr>
              <a:t>list if it has. Note that the page is not physically moved about in main memory;</a:t>
            </a:r>
          </a:p>
          <a:p>
            <a:r>
              <a:rPr lang="en-US" sz="1200" kern="1200" baseline="0" dirty="0" smtClean="0">
                <a:solidFill>
                  <a:schemeClr val="tx1"/>
                </a:solidFill>
                <a:latin typeface="+mn-lt"/>
                <a:ea typeface="+mn-ea"/>
                <a:cs typeface="+mn-cs"/>
              </a:rPr>
              <a:t>instead, the entry in the page table for this page is removed and placed in either the</a:t>
            </a:r>
          </a:p>
          <a:p>
            <a:r>
              <a:rPr lang="en-US" sz="1200" kern="1200" baseline="0" dirty="0" smtClean="0">
                <a:solidFill>
                  <a:schemeClr val="tx1"/>
                </a:solidFill>
                <a:latin typeface="+mn-lt"/>
                <a:ea typeface="+mn-ea"/>
                <a:cs typeface="+mn-cs"/>
              </a:rPr>
              <a:t>free or modified page list.</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free page list is a list of page frames available for reading in pages. VMS</a:t>
            </a:r>
          </a:p>
          <a:p>
            <a:r>
              <a:rPr lang="en-US" sz="1200" kern="1200" baseline="0" dirty="0" smtClean="0">
                <a:solidFill>
                  <a:schemeClr val="tx1"/>
                </a:solidFill>
                <a:latin typeface="+mn-lt"/>
                <a:ea typeface="+mn-ea"/>
                <a:cs typeface="+mn-cs"/>
              </a:rPr>
              <a:t>tries to keep some small number of frames free at all times. When a page is to be</a:t>
            </a:r>
          </a:p>
          <a:p>
            <a:r>
              <a:rPr lang="en-US" sz="1200" kern="1200" baseline="0" dirty="0" smtClean="0">
                <a:solidFill>
                  <a:schemeClr val="tx1"/>
                </a:solidFill>
                <a:latin typeface="+mn-lt"/>
                <a:ea typeface="+mn-ea"/>
                <a:cs typeface="+mn-cs"/>
              </a:rPr>
              <a:t>read in, the page frame at the head of the list is used, destroying the page that was</a:t>
            </a:r>
          </a:p>
          <a:p>
            <a:r>
              <a:rPr lang="en-US" sz="1200" kern="1200" baseline="0" dirty="0" smtClean="0">
                <a:solidFill>
                  <a:schemeClr val="tx1"/>
                </a:solidFill>
                <a:latin typeface="+mn-lt"/>
                <a:ea typeface="+mn-ea"/>
                <a:cs typeface="+mn-cs"/>
              </a:rPr>
              <a:t>there. When an unmodified page is to be replaced, it remains in memory and its</a:t>
            </a:r>
          </a:p>
          <a:p>
            <a:r>
              <a:rPr lang="en-US" sz="1200" kern="1200" baseline="0" dirty="0" smtClean="0">
                <a:solidFill>
                  <a:schemeClr val="tx1"/>
                </a:solidFill>
                <a:latin typeface="+mn-lt"/>
                <a:ea typeface="+mn-ea"/>
                <a:cs typeface="+mn-cs"/>
              </a:rPr>
              <a:t>page frame is added to the tail of the free page list. Similarly, when a modified page</a:t>
            </a:r>
          </a:p>
          <a:p>
            <a:r>
              <a:rPr lang="en-US" sz="1200" kern="1200" baseline="0" dirty="0" smtClean="0">
                <a:solidFill>
                  <a:schemeClr val="tx1"/>
                </a:solidFill>
                <a:latin typeface="+mn-lt"/>
                <a:ea typeface="+mn-ea"/>
                <a:cs typeface="+mn-cs"/>
              </a:rPr>
              <a:t>is to be written out and replaced, its page frame is added to the tail of the modified</a:t>
            </a:r>
          </a:p>
          <a:p>
            <a:r>
              <a:rPr lang="en-US" sz="1200" kern="1200" baseline="0" dirty="0" smtClean="0">
                <a:solidFill>
                  <a:schemeClr val="tx1"/>
                </a:solidFill>
                <a:latin typeface="+mn-lt"/>
                <a:ea typeface="+mn-ea"/>
                <a:cs typeface="+mn-cs"/>
              </a:rPr>
              <a:t>page list.</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important aspect of these maneuvers is that the page to be replaced</a:t>
            </a:r>
          </a:p>
          <a:p>
            <a:r>
              <a:rPr lang="en-US" sz="1200" kern="1200" baseline="0" dirty="0" smtClean="0">
                <a:solidFill>
                  <a:schemeClr val="tx1"/>
                </a:solidFill>
                <a:latin typeface="+mn-lt"/>
                <a:ea typeface="+mn-ea"/>
                <a:cs typeface="+mn-cs"/>
              </a:rPr>
              <a:t>remains in memory. Thus if the process references that page, it is returned to the</a:t>
            </a:r>
          </a:p>
          <a:p>
            <a:r>
              <a:rPr lang="en-US" sz="1200" kern="1200" baseline="0" dirty="0" smtClean="0">
                <a:solidFill>
                  <a:schemeClr val="tx1"/>
                </a:solidFill>
                <a:latin typeface="+mn-lt"/>
                <a:ea typeface="+mn-ea"/>
                <a:cs typeface="+mn-cs"/>
              </a:rPr>
              <a:t>resident set of that process at little cost. In effect, the free and modified page lists act</a:t>
            </a:r>
          </a:p>
          <a:p>
            <a:r>
              <a:rPr lang="en-US" sz="1200" kern="1200" baseline="0" dirty="0" smtClean="0">
                <a:solidFill>
                  <a:schemeClr val="tx1"/>
                </a:solidFill>
                <a:latin typeface="+mn-lt"/>
                <a:ea typeface="+mn-ea"/>
                <a:cs typeface="+mn-cs"/>
              </a:rPr>
              <a:t>as a cache of pages. The modified page list serves another useful function: Modified</a:t>
            </a:r>
          </a:p>
          <a:p>
            <a:r>
              <a:rPr lang="en-US" sz="1200" kern="1200" baseline="0" dirty="0" smtClean="0">
                <a:solidFill>
                  <a:schemeClr val="tx1"/>
                </a:solidFill>
                <a:latin typeface="+mn-lt"/>
                <a:ea typeface="+mn-ea"/>
                <a:cs typeface="+mn-cs"/>
              </a:rPr>
              <a:t>pages are written out in clusters rather than one at a time. This significantly reduces</a:t>
            </a:r>
          </a:p>
          <a:p>
            <a:r>
              <a:rPr lang="en-US" sz="1200" kern="1200" baseline="0" dirty="0" smtClean="0">
                <a:solidFill>
                  <a:schemeClr val="tx1"/>
                </a:solidFill>
                <a:latin typeface="+mn-lt"/>
                <a:ea typeface="+mn-ea"/>
                <a:cs typeface="+mn-cs"/>
              </a:rPr>
              <a:t>the number of I/O operations and therefore the amount of disk access time.</a:t>
            </a:r>
          </a:p>
          <a:p>
            <a:r>
              <a:rPr lang="en-US" sz="1200" kern="1200" baseline="0" dirty="0" smtClean="0">
                <a:solidFill>
                  <a:schemeClr val="tx1"/>
                </a:solidFill>
                <a:latin typeface="+mn-lt"/>
                <a:ea typeface="+mn-ea"/>
                <a:cs typeface="+mn-cs"/>
              </a:rPr>
              <a:t>A simpler version of page buffering is implemented in the Mach operating</a:t>
            </a:r>
          </a:p>
          <a:p>
            <a:r>
              <a:rPr lang="en-US" sz="1200" kern="1200" baseline="0" dirty="0" smtClean="0">
                <a:solidFill>
                  <a:schemeClr val="tx1"/>
                </a:solidFill>
                <a:latin typeface="+mn-lt"/>
                <a:ea typeface="+mn-ea"/>
                <a:cs typeface="+mn-cs"/>
              </a:rPr>
              <a:t>system [RASH88]. In this case, no distinction is made between modified and</a:t>
            </a:r>
          </a:p>
          <a:p>
            <a:r>
              <a:rPr lang="en-US" sz="1200" kern="1200" baseline="0" dirty="0" smtClean="0">
                <a:solidFill>
                  <a:schemeClr val="tx1"/>
                </a:solidFill>
                <a:latin typeface="+mn-lt"/>
                <a:ea typeface="+mn-ea"/>
                <a:cs typeface="+mn-cs"/>
              </a:rPr>
              <a:t>unmodified pages.</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smtClean="0">
                <a:solidFill>
                  <a:schemeClr val="tx1"/>
                </a:solidFill>
                <a:latin typeface="+mn-lt"/>
                <a:ea typeface="+mn-ea"/>
                <a:cs typeface="+mn-cs"/>
              </a:rPr>
              <a:t>With paged virtual memory, it is not necessary and indeed</a:t>
            </a:r>
          </a:p>
          <a:p>
            <a:r>
              <a:rPr lang="en-US" sz="1200" kern="1200" baseline="0" dirty="0" smtClean="0">
                <a:solidFill>
                  <a:schemeClr val="tx1"/>
                </a:solidFill>
                <a:latin typeface="+mn-lt"/>
                <a:ea typeface="+mn-ea"/>
                <a:cs typeface="+mn-cs"/>
              </a:rPr>
              <a:t>may not be possible to bring all of the pages of a process into main memory to</a:t>
            </a:r>
          </a:p>
          <a:p>
            <a:r>
              <a:rPr lang="en-US" sz="1200" kern="1200" baseline="0" dirty="0" smtClean="0">
                <a:solidFill>
                  <a:schemeClr val="tx1"/>
                </a:solidFill>
                <a:latin typeface="+mn-lt"/>
                <a:ea typeface="+mn-ea"/>
                <a:cs typeface="+mn-cs"/>
              </a:rPr>
              <a:t>prepare it for execution. Thus, the operating system must decide how many pages to</a:t>
            </a:r>
          </a:p>
          <a:p>
            <a:r>
              <a:rPr lang="en-US" sz="1200" kern="1200" baseline="0" dirty="0" smtClean="0">
                <a:solidFill>
                  <a:schemeClr val="tx1"/>
                </a:solidFill>
                <a:latin typeface="+mn-lt"/>
                <a:ea typeface="+mn-ea"/>
                <a:cs typeface="+mn-cs"/>
              </a:rPr>
              <a:t>bring in, that is, how much main memory to allocate to a particular process. Several</a:t>
            </a:r>
          </a:p>
          <a:p>
            <a:r>
              <a:rPr lang="en-US" sz="1200" kern="1200" baseline="0" dirty="0" smtClean="0">
                <a:solidFill>
                  <a:schemeClr val="tx1"/>
                </a:solidFill>
                <a:latin typeface="+mn-lt"/>
                <a:ea typeface="+mn-ea"/>
                <a:cs typeface="+mn-cs"/>
              </a:rPr>
              <a:t>factors come into play:</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The smaller the amount of memory allocated to a process, the more processes</a:t>
            </a:r>
          </a:p>
          <a:p>
            <a:r>
              <a:rPr lang="en-US" sz="1200" kern="1200" baseline="0" dirty="0" smtClean="0">
                <a:solidFill>
                  <a:schemeClr val="tx1"/>
                </a:solidFill>
                <a:latin typeface="+mn-lt"/>
                <a:ea typeface="+mn-ea"/>
                <a:cs typeface="+mn-cs"/>
              </a:rPr>
              <a:t>that can reside in main memory at any one time. This increases the probability</a:t>
            </a:r>
          </a:p>
          <a:p>
            <a:r>
              <a:rPr lang="en-US" sz="1200" kern="1200" baseline="0" dirty="0" smtClean="0">
                <a:solidFill>
                  <a:schemeClr val="tx1"/>
                </a:solidFill>
                <a:latin typeface="+mn-lt"/>
                <a:ea typeface="+mn-ea"/>
                <a:cs typeface="+mn-cs"/>
              </a:rPr>
              <a:t>that the operating system will find at least one ready process at any given time</a:t>
            </a:r>
          </a:p>
          <a:p>
            <a:r>
              <a:rPr lang="en-US" sz="1200" kern="1200" baseline="0" dirty="0" smtClean="0">
                <a:solidFill>
                  <a:schemeClr val="tx1"/>
                </a:solidFill>
                <a:latin typeface="+mn-lt"/>
                <a:ea typeface="+mn-ea"/>
                <a:cs typeface="+mn-cs"/>
              </a:rPr>
              <a:t>and hence reduces the time lost due to swapping.</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If a relatively small number of pages of a process are in main memory, then,</a:t>
            </a:r>
          </a:p>
          <a:p>
            <a:r>
              <a:rPr lang="en-US" sz="1200" kern="1200" baseline="0" dirty="0" smtClean="0">
                <a:solidFill>
                  <a:schemeClr val="tx1"/>
                </a:solidFill>
                <a:latin typeface="+mn-lt"/>
                <a:ea typeface="+mn-ea"/>
                <a:cs typeface="+mn-cs"/>
              </a:rPr>
              <a:t>despite the principle of locality, the rate of page faults will be rather high (see</a:t>
            </a:r>
          </a:p>
          <a:p>
            <a:r>
              <a:rPr lang="en-US" sz="1200" kern="1200" baseline="0" dirty="0" smtClean="0">
                <a:solidFill>
                  <a:schemeClr val="tx1"/>
                </a:solidFill>
                <a:latin typeface="+mn-lt"/>
                <a:ea typeface="+mn-ea"/>
                <a:cs typeface="+mn-cs"/>
              </a:rPr>
              <a:t>Figure 8.11b ).</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Beyond a certain size, additional allocation of main memory to a particular</a:t>
            </a:r>
          </a:p>
          <a:p>
            <a:r>
              <a:rPr lang="en-US" sz="1200" kern="1200" baseline="0" dirty="0" smtClean="0">
                <a:solidFill>
                  <a:schemeClr val="tx1"/>
                </a:solidFill>
                <a:latin typeface="+mn-lt"/>
                <a:ea typeface="+mn-ea"/>
                <a:cs typeface="+mn-cs"/>
              </a:rPr>
              <a:t>process will have no noticeable effect on the page fault rate for that process</a:t>
            </a:r>
          </a:p>
          <a:p>
            <a:r>
              <a:rPr lang="en-US" sz="1200" kern="1200" baseline="0" dirty="0" smtClean="0">
                <a:solidFill>
                  <a:schemeClr val="tx1"/>
                </a:solidFill>
                <a:latin typeface="+mn-lt"/>
                <a:ea typeface="+mn-ea"/>
                <a:cs typeface="+mn-cs"/>
              </a:rPr>
              <a:t>because of the principle of locality.</a:t>
            </a:r>
          </a:p>
          <a:p>
            <a:endParaRPr lang="en-US" sz="1200" kern="1200" baseline="0" dirty="0" smtClean="0">
              <a:solidFill>
                <a:schemeClr val="tx1"/>
              </a:solidFill>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smtClean="0">
                <a:solidFill>
                  <a:schemeClr val="tx1"/>
                </a:solidFill>
                <a:latin typeface="+mn-lt"/>
                <a:ea typeface="+mn-ea"/>
                <a:cs typeface="+mn-cs"/>
              </a:rPr>
              <a:t>With these factors in mind, two sorts of policies are to be found in contemporary</a:t>
            </a:r>
          </a:p>
          <a:p>
            <a:r>
              <a:rPr lang="en-US" sz="1200" kern="1200" baseline="0" dirty="0" smtClean="0">
                <a:solidFill>
                  <a:schemeClr val="tx1"/>
                </a:solidFill>
                <a:latin typeface="+mn-lt"/>
                <a:ea typeface="+mn-ea"/>
                <a:cs typeface="+mn-cs"/>
              </a:rPr>
              <a:t>operating systems. A </a:t>
            </a:r>
            <a:r>
              <a:rPr lang="en-US" sz="1200" b="1" kern="1200" baseline="0" dirty="0" smtClean="0">
                <a:solidFill>
                  <a:schemeClr val="tx1"/>
                </a:solidFill>
                <a:latin typeface="+mn-lt"/>
                <a:ea typeface="+mn-ea"/>
                <a:cs typeface="+mn-cs"/>
              </a:rPr>
              <a:t>fixed-allocation policy </a:t>
            </a:r>
            <a:r>
              <a:rPr lang="en-US" sz="1200" b="0" kern="1200" baseline="0" dirty="0" smtClean="0">
                <a:solidFill>
                  <a:schemeClr val="tx1"/>
                </a:solidFill>
                <a:latin typeface="+mn-lt"/>
                <a:ea typeface="+mn-ea"/>
                <a:cs typeface="+mn-cs"/>
              </a:rPr>
              <a:t>gives a process a fixed number of</a:t>
            </a:r>
          </a:p>
          <a:p>
            <a:r>
              <a:rPr lang="en-US" sz="1200" kern="1200" baseline="0" dirty="0" smtClean="0">
                <a:solidFill>
                  <a:schemeClr val="tx1"/>
                </a:solidFill>
                <a:latin typeface="+mn-lt"/>
                <a:ea typeface="+mn-ea"/>
                <a:cs typeface="+mn-cs"/>
              </a:rPr>
              <a:t>frames in main memory within which to execute. That number is decided at initial</a:t>
            </a:r>
          </a:p>
          <a:p>
            <a:r>
              <a:rPr lang="en-US" sz="1200" kern="1200" baseline="0" dirty="0" smtClean="0">
                <a:solidFill>
                  <a:schemeClr val="tx1"/>
                </a:solidFill>
                <a:latin typeface="+mn-lt"/>
                <a:ea typeface="+mn-ea"/>
                <a:cs typeface="+mn-cs"/>
              </a:rPr>
              <a:t>load time (process creation time) and may be determined based on the type of process</a:t>
            </a:r>
          </a:p>
          <a:p>
            <a:r>
              <a:rPr lang="en-US" sz="1200" kern="1200" baseline="0" dirty="0" smtClean="0">
                <a:solidFill>
                  <a:schemeClr val="tx1"/>
                </a:solidFill>
                <a:latin typeface="+mn-lt"/>
                <a:ea typeface="+mn-ea"/>
                <a:cs typeface="+mn-cs"/>
              </a:rPr>
              <a:t>(interactive, batch, type of application) or may be based on guidance from the</a:t>
            </a:r>
          </a:p>
          <a:p>
            <a:r>
              <a:rPr lang="en-US" sz="1200" kern="1200" baseline="0" dirty="0" smtClean="0">
                <a:solidFill>
                  <a:schemeClr val="tx1"/>
                </a:solidFill>
                <a:latin typeface="+mn-lt"/>
                <a:ea typeface="+mn-ea"/>
                <a:cs typeface="+mn-cs"/>
              </a:rPr>
              <a:t>programmer or system manager. With a fixed-allocation policy, whenever a page</a:t>
            </a:r>
          </a:p>
          <a:p>
            <a:r>
              <a:rPr lang="en-US" sz="1200" kern="1200" baseline="0" dirty="0" smtClean="0">
                <a:solidFill>
                  <a:schemeClr val="tx1"/>
                </a:solidFill>
                <a:latin typeface="+mn-lt"/>
                <a:ea typeface="+mn-ea"/>
                <a:cs typeface="+mn-cs"/>
              </a:rPr>
              <a:t>fault occurs in the execution of a process, one of the pages of that process must be</a:t>
            </a:r>
          </a:p>
          <a:p>
            <a:r>
              <a:rPr lang="en-US" sz="1200" kern="1200" baseline="0" dirty="0" smtClean="0">
                <a:solidFill>
                  <a:schemeClr val="tx1"/>
                </a:solidFill>
                <a:latin typeface="+mn-lt"/>
                <a:ea typeface="+mn-ea"/>
                <a:cs typeface="+mn-cs"/>
              </a:rPr>
              <a:t>replaced by the needed page.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A </a:t>
            </a:r>
            <a:r>
              <a:rPr lang="en-US" sz="1200" b="1" kern="1200" baseline="0" dirty="0" smtClean="0">
                <a:solidFill>
                  <a:schemeClr val="tx1"/>
                </a:solidFill>
                <a:latin typeface="+mn-lt"/>
                <a:ea typeface="+mn-ea"/>
                <a:cs typeface="+mn-cs"/>
              </a:rPr>
              <a:t>variable-allocation policy </a:t>
            </a:r>
            <a:r>
              <a:rPr lang="en-US" sz="1200" b="0" kern="1200" baseline="0" dirty="0" smtClean="0">
                <a:solidFill>
                  <a:schemeClr val="tx1"/>
                </a:solidFill>
                <a:latin typeface="+mn-lt"/>
                <a:ea typeface="+mn-ea"/>
                <a:cs typeface="+mn-cs"/>
              </a:rPr>
              <a:t>allows the number of page frames allocated to a</a:t>
            </a:r>
          </a:p>
          <a:p>
            <a:r>
              <a:rPr lang="en-US" sz="1200" kern="1200" baseline="0" dirty="0" smtClean="0">
                <a:solidFill>
                  <a:schemeClr val="tx1"/>
                </a:solidFill>
                <a:latin typeface="+mn-lt"/>
                <a:ea typeface="+mn-ea"/>
                <a:cs typeface="+mn-cs"/>
              </a:rPr>
              <a:t>process to be varied over the lifetime of the process. Ideally, a process that is suffering</a:t>
            </a:r>
          </a:p>
          <a:p>
            <a:r>
              <a:rPr lang="en-US" sz="1200" kern="1200" baseline="0" dirty="0" smtClean="0">
                <a:solidFill>
                  <a:schemeClr val="tx1"/>
                </a:solidFill>
                <a:latin typeface="+mn-lt"/>
                <a:ea typeface="+mn-ea"/>
                <a:cs typeface="+mn-cs"/>
              </a:rPr>
              <a:t>persistently high levels of page faults, indicating that the principle of locality</a:t>
            </a:r>
          </a:p>
          <a:p>
            <a:r>
              <a:rPr lang="en-US" sz="1200" kern="1200" baseline="0" dirty="0" smtClean="0">
                <a:solidFill>
                  <a:schemeClr val="tx1"/>
                </a:solidFill>
                <a:latin typeface="+mn-lt"/>
                <a:ea typeface="+mn-ea"/>
                <a:cs typeface="+mn-cs"/>
              </a:rPr>
              <a:t>only holds in a weak form for that process, will be given additional page frames</a:t>
            </a:r>
          </a:p>
          <a:p>
            <a:r>
              <a:rPr lang="en-US" sz="1200" kern="1200" baseline="0" dirty="0" smtClean="0">
                <a:solidFill>
                  <a:schemeClr val="tx1"/>
                </a:solidFill>
                <a:latin typeface="+mn-lt"/>
                <a:ea typeface="+mn-ea"/>
                <a:cs typeface="+mn-cs"/>
              </a:rPr>
              <a:t>to reduce the page fault rate; whereas a process with an exceptionally low page</a:t>
            </a:r>
          </a:p>
          <a:p>
            <a:r>
              <a:rPr lang="en-US" sz="1200" kern="1200" baseline="0" dirty="0" smtClean="0">
                <a:solidFill>
                  <a:schemeClr val="tx1"/>
                </a:solidFill>
                <a:latin typeface="+mn-lt"/>
                <a:ea typeface="+mn-ea"/>
                <a:cs typeface="+mn-cs"/>
              </a:rPr>
              <a:t>fault rate, indicating that the process is quite well behaved from a locality point of</a:t>
            </a:r>
          </a:p>
          <a:p>
            <a:r>
              <a:rPr lang="en-US" sz="1200" kern="1200" baseline="0" dirty="0" smtClean="0">
                <a:solidFill>
                  <a:schemeClr val="tx1"/>
                </a:solidFill>
                <a:latin typeface="+mn-lt"/>
                <a:ea typeface="+mn-ea"/>
                <a:cs typeface="+mn-cs"/>
              </a:rPr>
              <a:t>view, will be given a reduced allocation, with the hope that this will not noticeably</a:t>
            </a:r>
          </a:p>
          <a:p>
            <a:r>
              <a:rPr lang="en-US" sz="1200" kern="1200" baseline="0" dirty="0" smtClean="0">
                <a:solidFill>
                  <a:schemeClr val="tx1"/>
                </a:solidFill>
                <a:latin typeface="+mn-lt"/>
                <a:ea typeface="+mn-ea"/>
                <a:cs typeface="+mn-cs"/>
              </a:rPr>
              <a:t>increase the page fault rate. The use of a variable-allocation policy relates to the</a:t>
            </a:r>
          </a:p>
          <a:p>
            <a:r>
              <a:rPr lang="en-US" sz="1200" kern="1200" baseline="0" dirty="0" smtClean="0">
                <a:solidFill>
                  <a:schemeClr val="tx1"/>
                </a:solidFill>
                <a:latin typeface="+mn-lt"/>
                <a:ea typeface="+mn-ea"/>
                <a:cs typeface="+mn-cs"/>
              </a:rPr>
              <a:t>concept of replacement scope, as explained in the next subsection.</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variable-allocation policy would appear to be the more powerful one.</a:t>
            </a:r>
          </a:p>
          <a:p>
            <a:r>
              <a:rPr lang="en-US" sz="1200" kern="1200" baseline="0" dirty="0" smtClean="0">
                <a:solidFill>
                  <a:schemeClr val="tx1"/>
                </a:solidFill>
                <a:latin typeface="+mn-lt"/>
                <a:ea typeface="+mn-ea"/>
                <a:cs typeface="+mn-cs"/>
              </a:rPr>
              <a:t>However, the difficulty with this approach is that it requires the operating system to</a:t>
            </a:r>
          </a:p>
          <a:p>
            <a:r>
              <a:rPr lang="en-US" sz="1200" kern="1200" baseline="0" dirty="0" smtClean="0">
                <a:solidFill>
                  <a:schemeClr val="tx1"/>
                </a:solidFill>
                <a:latin typeface="+mn-lt"/>
                <a:ea typeface="+mn-ea"/>
                <a:cs typeface="+mn-cs"/>
              </a:rPr>
              <a:t>assess the behavior of active processes. This inevitably requires software overhead</a:t>
            </a:r>
          </a:p>
          <a:p>
            <a:r>
              <a:rPr lang="en-US" sz="1200" kern="1200" baseline="0" dirty="0" smtClean="0">
                <a:solidFill>
                  <a:schemeClr val="tx1"/>
                </a:solidFill>
                <a:latin typeface="+mn-lt"/>
                <a:ea typeface="+mn-ea"/>
                <a:cs typeface="+mn-cs"/>
              </a:rPr>
              <a:t>in the operating system and is dependent on hardware mechanisms provided by the</a:t>
            </a:r>
          </a:p>
          <a:p>
            <a:r>
              <a:rPr lang="en-US" sz="1200" kern="1200" baseline="0" dirty="0" smtClean="0">
                <a:solidFill>
                  <a:schemeClr val="tx1"/>
                </a:solidFill>
                <a:latin typeface="+mn-lt"/>
                <a:ea typeface="+mn-ea"/>
                <a:cs typeface="+mn-cs"/>
              </a:rPr>
              <a:t>processor platform.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The scope of a replacement strategy can be categorized as</a:t>
            </a:r>
          </a:p>
          <a:p>
            <a:r>
              <a:rPr lang="en-US" sz="1200" kern="1200" baseline="0" dirty="0" smtClean="0">
                <a:solidFill>
                  <a:schemeClr val="tx1"/>
                </a:solidFill>
                <a:latin typeface="+mn-lt"/>
                <a:ea typeface="+mn-ea"/>
                <a:cs typeface="+mn-cs"/>
              </a:rPr>
              <a:t>global or local. Both types of policies are activated by a page fault when there are no</a:t>
            </a:r>
          </a:p>
          <a:p>
            <a:r>
              <a:rPr lang="en-US" sz="1200" kern="1200" baseline="0" dirty="0" smtClean="0">
                <a:solidFill>
                  <a:schemeClr val="tx1"/>
                </a:solidFill>
                <a:latin typeface="+mn-lt"/>
                <a:ea typeface="+mn-ea"/>
                <a:cs typeface="+mn-cs"/>
              </a:rPr>
              <a:t>free page frames. A </a:t>
            </a:r>
            <a:r>
              <a:rPr lang="en-US" sz="1200" b="1" kern="1200" baseline="0" dirty="0" smtClean="0">
                <a:solidFill>
                  <a:schemeClr val="tx1"/>
                </a:solidFill>
                <a:latin typeface="+mn-lt"/>
                <a:ea typeface="+mn-ea"/>
                <a:cs typeface="+mn-cs"/>
              </a:rPr>
              <a:t>local replacement policy chooses only among the resident pages</a:t>
            </a:r>
          </a:p>
          <a:p>
            <a:r>
              <a:rPr lang="en-US" sz="1200" kern="1200" baseline="0" dirty="0" smtClean="0">
                <a:solidFill>
                  <a:schemeClr val="tx1"/>
                </a:solidFill>
                <a:latin typeface="+mn-lt"/>
                <a:ea typeface="+mn-ea"/>
                <a:cs typeface="+mn-cs"/>
              </a:rPr>
              <a:t>of the process that generated the page fault in selecting a page to replace. A </a:t>
            </a:r>
            <a:r>
              <a:rPr lang="en-US" sz="1200" b="1" kern="1200" baseline="0" dirty="0" smtClean="0">
                <a:solidFill>
                  <a:schemeClr val="tx1"/>
                </a:solidFill>
                <a:latin typeface="+mn-lt"/>
                <a:ea typeface="+mn-ea"/>
                <a:cs typeface="+mn-cs"/>
              </a:rPr>
              <a:t>global</a:t>
            </a:r>
          </a:p>
          <a:p>
            <a:r>
              <a:rPr lang="en-US" sz="1200" b="1" kern="1200" baseline="0" dirty="0" smtClean="0">
                <a:solidFill>
                  <a:schemeClr val="tx1"/>
                </a:solidFill>
                <a:latin typeface="+mn-lt"/>
                <a:ea typeface="+mn-ea"/>
                <a:cs typeface="+mn-cs"/>
              </a:rPr>
              <a:t>replacement policy considers all unlocked pages in main memory as candidates for</a:t>
            </a:r>
          </a:p>
          <a:p>
            <a:r>
              <a:rPr lang="en-US" sz="1200" kern="1200" baseline="0" dirty="0" smtClean="0">
                <a:solidFill>
                  <a:schemeClr val="tx1"/>
                </a:solidFill>
                <a:latin typeface="+mn-lt"/>
                <a:ea typeface="+mn-ea"/>
                <a:cs typeface="+mn-cs"/>
              </a:rPr>
              <a:t>replacement, regardless of which process owns a particular page. While it happens</a:t>
            </a:r>
          </a:p>
          <a:p>
            <a:r>
              <a:rPr lang="en-US" sz="1200" kern="1200" baseline="0" dirty="0" smtClean="0">
                <a:solidFill>
                  <a:schemeClr val="tx1"/>
                </a:solidFill>
                <a:latin typeface="+mn-lt"/>
                <a:ea typeface="+mn-ea"/>
                <a:cs typeface="+mn-cs"/>
              </a:rPr>
              <a:t>that local policies are easier to analyze, there is no convincing evidence that they</a:t>
            </a:r>
          </a:p>
          <a:p>
            <a:r>
              <a:rPr lang="en-US" sz="1200" kern="1200" baseline="0" dirty="0" smtClean="0">
                <a:solidFill>
                  <a:schemeClr val="tx1"/>
                </a:solidFill>
                <a:latin typeface="+mn-lt"/>
                <a:ea typeface="+mn-ea"/>
                <a:cs typeface="+mn-cs"/>
              </a:rPr>
              <a:t>perform better than global policies, which are attractive because of their simplicity</a:t>
            </a:r>
          </a:p>
          <a:p>
            <a:r>
              <a:rPr lang="en-US" sz="1200" kern="1200" baseline="0" dirty="0" smtClean="0">
                <a:solidFill>
                  <a:schemeClr val="tx1"/>
                </a:solidFill>
                <a:latin typeface="+mn-lt"/>
                <a:ea typeface="+mn-ea"/>
                <a:cs typeface="+mn-cs"/>
              </a:rPr>
              <a:t>of implementation and minimal overhead [CARR84, MAEK87].</a:t>
            </a:r>
            <a:endParaRPr lang="en-NZ" dirty="0" smtClean="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A cleaning policy is the opposite of a fetch policy; it is concerned with determining</a:t>
            </a:r>
          </a:p>
          <a:p>
            <a:r>
              <a:rPr lang="en-US" sz="1200" kern="1200" baseline="0" dirty="0" smtClean="0">
                <a:solidFill>
                  <a:schemeClr val="tx1"/>
                </a:solidFill>
                <a:latin typeface="+mn-lt"/>
                <a:ea typeface="+mn-ea"/>
                <a:cs typeface="+mn-cs"/>
              </a:rPr>
              <a:t>when a modified page should be written out to secondary memory. Two common</a:t>
            </a:r>
          </a:p>
          <a:p>
            <a:r>
              <a:rPr lang="en-US" sz="1200" kern="1200" baseline="0" dirty="0" smtClean="0">
                <a:solidFill>
                  <a:schemeClr val="tx1"/>
                </a:solidFill>
                <a:latin typeface="+mn-lt"/>
                <a:ea typeface="+mn-ea"/>
                <a:cs typeface="+mn-cs"/>
              </a:rPr>
              <a:t>alternatives are demand cleaning and </a:t>
            </a:r>
            <a:r>
              <a:rPr lang="en-US" sz="1200" kern="1200" baseline="0" dirty="0" err="1" smtClean="0">
                <a:solidFill>
                  <a:schemeClr val="tx1"/>
                </a:solidFill>
                <a:latin typeface="+mn-lt"/>
                <a:ea typeface="+mn-ea"/>
                <a:cs typeface="+mn-cs"/>
              </a:rPr>
              <a:t>precleaning</a:t>
            </a:r>
            <a:r>
              <a:rPr lang="en-US" sz="1200" kern="1200" baseline="0" dirty="0" smtClean="0">
                <a:solidFill>
                  <a:schemeClr val="tx1"/>
                </a:solidFill>
                <a:latin typeface="+mn-lt"/>
                <a:ea typeface="+mn-ea"/>
                <a:cs typeface="+mn-cs"/>
              </a:rPr>
              <a:t>. With </a:t>
            </a:r>
            <a:r>
              <a:rPr lang="en-US" sz="1200" b="1" kern="1200" baseline="0" dirty="0" smtClean="0">
                <a:solidFill>
                  <a:schemeClr val="tx1"/>
                </a:solidFill>
                <a:latin typeface="+mn-lt"/>
                <a:ea typeface="+mn-ea"/>
                <a:cs typeface="+mn-cs"/>
              </a:rPr>
              <a:t>demand cleaning , a page is</a:t>
            </a:r>
          </a:p>
          <a:p>
            <a:r>
              <a:rPr lang="en-US" sz="1200" kern="1200" baseline="0" dirty="0" smtClean="0">
                <a:solidFill>
                  <a:schemeClr val="tx1"/>
                </a:solidFill>
                <a:latin typeface="+mn-lt"/>
                <a:ea typeface="+mn-ea"/>
                <a:cs typeface="+mn-cs"/>
              </a:rPr>
              <a:t>written out to secondary memory only when it has been selected for replacement.</a:t>
            </a:r>
          </a:p>
          <a:p>
            <a:r>
              <a:rPr lang="en-US" sz="1200" kern="1200" baseline="0" dirty="0" smtClean="0">
                <a:solidFill>
                  <a:schemeClr val="tx1"/>
                </a:solidFill>
                <a:latin typeface="+mn-lt"/>
                <a:ea typeface="+mn-ea"/>
                <a:cs typeface="+mn-cs"/>
              </a:rPr>
              <a:t>A </a:t>
            </a:r>
            <a:r>
              <a:rPr lang="en-US" sz="1200" b="1" kern="1200" baseline="0" dirty="0" err="1" smtClean="0">
                <a:solidFill>
                  <a:schemeClr val="tx1"/>
                </a:solidFill>
                <a:latin typeface="+mn-lt"/>
                <a:ea typeface="+mn-ea"/>
                <a:cs typeface="+mn-cs"/>
              </a:rPr>
              <a:t>precleaning</a:t>
            </a:r>
            <a:r>
              <a:rPr lang="en-US" sz="1200" b="1" kern="1200" baseline="0" dirty="0" smtClean="0">
                <a:solidFill>
                  <a:schemeClr val="tx1"/>
                </a:solidFill>
                <a:latin typeface="+mn-lt"/>
                <a:ea typeface="+mn-ea"/>
                <a:cs typeface="+mn-cs"/>
              </a:rPr>
              <a:t> policy writes modified pages before their page frames are needed so</a:t>
            </a:r>
          </a:p>
          <a:p>
            <a:r>
              <a:rPr lang="en-US" sz="1200" kern="1200" baseline="0" dirty="0" smtClean="0">
                <a:solidFill>
                  <a:schemeClr val="tx1"/>
                </a:solidFill>
                <a:latin typeface="+mn-lt"/>
                <a:ea typeface="+mn-ea"/>
                <a:cs typeface="+mn-cs"/>
              </a:rPr>
              <a:t>that pages can be written out in batches.</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There is a danger in following either policy to the full. With </a:t>
            </a:r>
            <a:r>
              <a:rPr lang="en-US" sz="1200" kern="1200" baseline="0" dirty="0" err="1" smtClean="0">
                <a:solidFill>
                  <a:schemeClr val="tx1"/>
                </a:solidFill>
                <a:latin typeface="+mn-lt"/>
                <a:ea typeface="+mn-ea"/>
                <a:cs typeface="+mn-cs"/>
              </a:rPr>
              <a:t>precleaning</a:t>
            </a:r>
            <a:r>
              <a:rPr lang="en-US" sz="1200" kern="1200" baseline="0" dirty="0" smtClean="0">
                <a:solidFill>
                  <a:schemeClr val="tx1"/>
                </a:solidFill>
                <a:latin typeface="+mn-lt"/>
                <a:ea typeface="+mn-ea"/>
                <a:cs typeface="+mn-cs"/>
              </a:rPr>
              <a:t>, a</a:t>
            </a:r>
          </a:p>
          <a:p>
            <a:r>
              <a:rPr lang="en-US" sz="1200" kern="1200" baseline="0" dirty="0" smtClean="0">
                <a:solidFill>
                  <a:schemeClr val="tx1"/>
                </a:solidFill>
                <a:latin typeface="+mn-lt"/>
                <a:ea typeface="+mn-ea"/>
                <a:cs typeface="+mn-cs"/>
              </a:rPr>
              <a:t>page is written out but remains in main memory until the page replacement algorithm</a:t>
            </a:r>
          </a:p>
          <a:p>
            <a:r>
              <a:rPr lang="en-US" sz="1200" kern="1200" baseline="0" dirty="0" smtClean="0">
                <a:solidFill>
                  <a:schemeClr val="tx1"/>
                </a:solidFill>
                <a:latin typeface="+mn-lt"/>
                <a:ea typeface="+mn-ea"/>
                <a:cs typeface="+mn-cs"/>
              </a:rPr>
              <a:t>dictates that it be removed. </a:t>
            </a:r>
            <a:r>
              <a:rPr lang="en-US" sz="1200" kern="1200" baseline="0" dirty="0" err="1" smtClean="0">
                <a:solidFill>
                  <a:schemeClr val="tx1"/>
                </a:solidFill>
                <a:latin typeface="+mn-lt"/>
                <a:ea typeface="+mn-ea"/>
                <a:cs typeface="+mn-cs"/>
              </a:rPr>
              <a:t>Precleaning</a:t>
            </a:r>
            <a:r>
              <a:rPr lang="en-US" sz="1200" kern="1200" baseline="0" dirty="0" smtClean="0">
                <a:solidFill>
                  <a:schemeClr val="tx1"/>
                </a:solidFill>
                <a:latin typeface="+mn-lt"/>
                <a:ea typeface="+mn-ea"/>
                <a:cs typeface="+mn-cs"/>
              </a:rPr>
              <a:t> allows the writing of pages in batches,</a:t>
            </a:r>
          </a:p>
          <a:p>
            <a:r>
              <a:rPr lang="en-US" sz="1200" kern="1200" baseline="0" dirty="0" smtClean="0">
                <a:solidFill>
                  <a:schemeClr val="tx1"/>
                </a:solidFill>
                <a:latin typeface="+mn-lt"/>
                <a:ea typeface="+mn-ea"/>
                <a:cs typeface="+mn-cs"/>
              </a:rPr>
              <a:t>but it makes little sense to write out hundreds or thousands of pages only to find</a:t>
            </a:r>
          </a:p>
          <a:p>
            <a:r>
              <a:rPr lang="en-US" sz="1200" kern="1200" baseline="0" dirty="0" smtClean="0">
                <a:solidFill>
                  <a:schemeClr val="tx1"/>
                </a:solidFill>
                <a:latin typeface="+mn-lt"/>
                <a:ea typeface="+mn-ea"/>
                <a:cs typeface="+mn-cs"/>
              </a:rPr>
              <a:t>that the majority of them have been modified again before they are replaced. The</a:t>
            </a:r>
          </a:p>
          <a:p>
            <a:r>
              <a:rPr lang="en-US" sz="1200" kern="1200" baseline="0" dirty="0" smtClean="0">
                <a:solidFill>
                  <a:schemeClr val="tx1"/>
                </a:solidFill>
                <a:latin typeface="+mn-lt"/>
                <a:ea typeface="+mn-ea"/>
                <a:cs typeface="+mn-cs"/>
              </a:rPr>
              <a:t>transfer capacity of secondary memory is limited and should not be wasted with</a:t>
            </a:r>
          </a:p>
          <a:p>
            <a:r>
              <a:rPr lang="en-US" sz="1200" kern="1200" baseline="0" dirty="0" smtClean="0">
                <a:solidFill>
                  <a:schemeClr val="tx1"/>
                </a:solidFill>
                <a:latin typeface="+mn-lt"/>
                <a:ea typeface="+mn-ea"/>
                <a:cs typeface="+mn-cs"/>
              </a:rPr>
              <a:t>unnecessary cleaning operations.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Load control is concerned with determining the number of processes that will be resident</a:t>
            </a:r>
          </a:p>
          <a:p>
            <a:r>
              <a:rPr lang="en-US" sz="1200" kern="1200" baseline="0" dirty="0" smtClean="0">
                <a:solidFill>
                  <a:schemeClr val="tx1"/>
                </a:solidFill>
                <a:latin typeface="+mn-lt"/>
                <a:ea typeface="+mn-ea"/>
                <a:cs typeface="+mn-cs"/>
              </a:rPr>
              <a:t>in main memory, which has been referred to as the multiprogramming level. The</a:t>
            </a:r>
          </a:p>
          <a:p>
            <a:r>
              <a:rPr lang="en-US" sz="1200" kern="1200" baseline="0" dirty="0" smtClean="0">
                <a:solidFill>
                  <a:schemeClr val="tx1"/>
                </a:solidFill>
                <a:latin typeface="+mn-lt"/>
                <a:ea typeface="+mn-ea"/>
                <a:cs typeface="+mn-cs"/>
              </a:rPr>
              <a:t>load control policy is critical in effective memory management. If too few processes</a:t>
            </a:r>
          </a:p>
          <a:p>
            <a:r>
              <a:rPr lang="en-US" sz="1200" kern="1200" baseline="0" dirty="0" smtClean="0">
                <a:solidFill>
                  <a:schemeClr val="tx1"/>
                </a:solidFill>
                <a:latin typeface="+mn-lt"/>
                <a:ea typeface="+mn-ea"/>
                <a:cs typeface="+mn-cs"/>
              </a:rPr>
              <a:t>are resident at any one time, then there will be many occasions when all processes</a:t>
            </a:r>
          </a:p>
          <a:p>
            <a:r>
              <a:rPr lang="en-US" sz="1200" kern="1200" baseline="0" dirty="0" smtClean="0">
                <a:solidFill>
                  <a:schemeClr val="tx1"/>
                </a:solidFill>
                <a:latin typeface="+mn-lt"/>
                <a:ea typeface="+mn-ea"/>
                <a:cs typeface="+mn-cs"/>
              </a:rPr>
              <a:t>are blocked, and much time will be spent in swapping. On the other hand, if too</a:t>
            </a:r>
          </a:p>
          <a:p>
            <a:r>
              <a:rPr lang="en-US" sz="1200" kern="1200" baseline="0" dirty="0" smtClean="0">
                <a:solidFill>
                  <a:schemeClr val="tx1"/>
                </a:solidFill>
                <a:latin typeface="+mn-lt"/>
                <a:ea typeface="+mn-ea"/>
                <a:cs typeface="+mn-cs"/>
              </a:rPr>
              <a:t>many processes are resident, then, on average, the size of the resident set of each</a:t>
            </a:r>
          </a:p>
          <a:p>
            <a:r>
              <a:rPr lang="en-US" sz="1200" kern="1200" baseline="0" dirty="0" smtClean="0">
                <a:solidFill>
                  <a:schemeClr val="tx1"/>
                </a:solidFill>
                <a:latin typeface="+mn-lt"/>
                <a:ea typeface="+mn-ea"/>
                <a:cs typeface="+mn-cs"/>
              </a:rPr>
              <a:t>process will be inadequate and frequent faulting will occur. The result is thrashing.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mn-lt"/>
                <a:ea typeface="+mn-ea"/>
                <a:cs typeface="+mn-cs"/>
              </a:rPr>
              <a:t>Thrashing is illustrated in Figure 8.21 . As the</a:t>
            </a:r>
          </a:p>
          <a:p>
            <a:r>
              <a:rPr lang="en-US" sz="1200" kern="1200" baseline="0" dirty="0" smtClean="0">
                <a:solidFill>
                  <a:schemeClr val="tx1"/>
                </a:solidFill>
                <a:latin typeface="+mn-lt"/>
                <a:ea typeface="+mn-ea"/>
                <a:cs typeface="+mn-cs"/>
              </a:rPr>
              <a:t>multiprogramming level increases from a small value, one would expect to see</a:t>
            </a:r>
          </a:p>
          <a:p>
            <a:r>
              <a:rPr lang="en-US" sz="1200" kern="1200" baseline="0" dirty="0" smtClean="0">
                <a:solidFill>
                  <a:schemeClr val="tx1"/>
                </a:solidFill>
                <a:latin typeface="+mn-lt"/>
                <a:ea typeface="+mn-ea"/>
                <a:cs typeface="+mn-cs"/>
              </a:rPr>
              <a:t>processor utilization rise, because there is less chance that all resident processes</a:t>
            </a:r>
          </a:p>
          <a:p>
            <a:r>
              <a:rPr lang="en-US" sz="1200" kern="1200" baseline="0" dirty="0" smtClean="0">
                <a:solidFill>
                  <a:schemeClr val="tx1"/>
                </a:solidFill>
                <a:latin typeface="+mn-lt"/>
                <a:ea typeface="+mn-ea"/>
                <a:cs typeface="+mn-cs"/>
              </a:rPr>
              <a:t>are blocked. However, a point is reached at which the average resident set is</a:t>
            </a:r>
          </a:p>
          <a:p>
            <a:r>
              <a:rPr lang="en-US" sz="1200" kern="1200" baseline="0" dirty="0" smtClean="0">
                <a:solidFill>
                  <a:schemeClr val="tx1"/>
                </a:solidFill>
                <a:latin typeface="+mn-lt"/>
                <a:ea typeface="+mn-ea"/>
                <a:cs typeface="+mn-cs"/>
              </a:rPr>
              <a:t>inadequate. At this point, the number of page faults rises dramatically, and</a:t>
            </a:r>
          </a:p>
          <a:p>
            <a:r>
              <a:rPr lang="en-US" sz="1200" kern="1200" baseline="0" dirty="0" smtClean="0">
                <a:solidFill>
                  <a:schemeClr val="tx1"/>
                </a:solidFill>
                <a:latin typeface="+mn-lt"/>
                <a:ea typeface="+mn-ea"/>
                <a:cs typeface="+mn-cs"/>
              </a:rPr>
              <a:t>processor utilization collapses.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smtClean="0">
                <a:solidFill>
                  <a:schemeClr val="tx1"/>
                </a:solidFill>
                <a:latin typeface="+mn-lt"/>
                <a:ea typeface="+mn-ea"/>
                <a:cs typeface="+mn-cs"/>
              </a:rPr>
              <a:t>If the degree of multiprogramming is to be reduced, one</a:t>
            </a:r>
          </a:p>
          <a:p>
            <a:r>
              <a:rPr lang="en-US" sz="1200" kern="1200" baseline="0" dirty="0" smtClean="0">
                <a:solidFill>
                  <a:schemeClr val="tx1"/>
                </a:solidFill>
                <a:latin typeface="+mn-lt"/>
                <a:ea typeface="+mn-ea"/>
                <a:cs typeface="+mn-cs"/>
              </a:rPr>
              <a:t>or more of the currently resident processes must be suspended (swapped out).</a:t>
            </a:r>
          </a:p>
          <a:p>
            <a:r>
              <a:rPr lang="en-US" sz="1200" kern="1200" baseline="0" dirty="0" smtClean="0">
                <a:solidFill>
                  <a:schemeClr val="tx1"/>
                </a:solidFill>
                <a:latin typeface="+mn-lt"/>
                <a:ea typeface="+mn-ea"/>
                <a:cs typeface="+mn-cs"/>
              </a:rPr>
              <a:t>[CARR84] lists six possibilities:</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Lowest-priority process: This implements a scheduling policy decision and is</a:t>
            </a:r>
          </a:p>
          <a:p>
            <a:r>
              <a:rPr lang="en-US" sz="1200" kern="1200" baseline="0" dirty="0" smtClean="0">
                <a:solidFill>
                  <a:schemeClr val="tx1"/>
                </a:solidFill>
                <a:latin typeface="+mn-lt"/>
                <a:ea typeface="+mn-ea"/>
                <a:cs typeface="+mn-cs"/>
              </a:rPr>
              <a:t>unrelated to performance issues.</a:t>
            </a: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Faulting process: The reasoning is that there is a greater probability that the</a:t>
            </a:r>
          </a:p>
          <a:p>
            <a:r>
              <a:rPr lang="en-US" sz="1200" kern="1200" baseline="0" dirty="0" smtClean="0">
                <a:solidFill>
                  <a:schemeClr val="tx1"/>
                </a:solidFill>
                <a:latin typeface="+mn-lt"/>
                <a:ea typeface="+mn-ea"/>
                <a:cs typeface="+mn-cs"/>
              </a:rPr>
              <a:t>faulting task does not have its working set resident, and performance would</a:t>
            </a:r>
          </a:p>
          <a:p>
            <a:r>
              <a:rPr lang="en-US" sz="1200" kern="1200" baseline="0" dirty="0" smtClean="0">
                <a:solidFill>
                  <a:schemeClr val="tx1"/>
                </a:solidFill>
                <a:latin typeface="+mn-lt"/>
                <a:ea typeface="+mn-ea"/>
                <a:cs typeface="+mn-cs"/>
              </a:rPr>
              <a:t>suffer least by suspending it. In addition, this choice has an immediate payoff</a:t>
            </a:r>
          </a:p>
          <a:p>
            <a:r>
              <a:rPr lang="en-US" sz="1200" kern="1200" baseline="0" dirty="0" smtClean="0">
                <a:solidFill>
                  <a:schemeClr val="tx1"/>
                </a:solidFill>
                <a:latin typeface="+mn-lt"/>
                <a:ea typeface="+mn-ea"/>
                <a:cs typeface="+mn-cs"/>
              </a:rPr>
              <a:t>because it blocks a process that is about to be blocked anyway and it eliminates</a:t>
            </a:r>
          </a:p>
          <a:p>
            <a:r>
              <a:rPr lang="en-US" sz="1200" kern="1200" baseline="0" dirty="0" smtClean="0">
                <a:solidFill>
                  <a:schemeClr val="tx1"/>
                </a:solidFill>
                <a:latin typeface="+mn-lt"/>
                <a:ea typeface="+mn-ea"/>
                <a:cs typeface="+mn-cs"/>
              </a:rPr>
              <a:t>the overhead of a page replacement and I/O operation.</a:t>
            </a: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Last process activated: This is the process least likely to have its working set</a:t>
            </a:r>
          </a:p>
          <a:p>
            <a:r>
              <a:rPr lang="en-US" sz="1200" kern="1200" baseline="0" dirty="0" smtClean="0">
                <a:solidFill>
                  <a:schemeClr val="tx1"/>
                </a:solidFill>
                <a:latin typeface="+mn-lt"/>
                <a:ea typeface="+mn-ea"/>
                <a:cs typeface="+mn-cs"/>
              </a:rPr>
              <a:t>resident.</a:t>
            </a: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Process with the smallest resident set: This will require the least future effort</a:t>
            </a:r>
          </a:p>
          <a:p>
            <a:r>
              <a:rPr lang="en-US" sz="1200" kern="1200" baseline="0" dirty="0" smtClean="0">
                <a:solidFill>
                  <a:schemeClr val="tx1"/>
                </a:solidFill>
                <a:latin typeface="+mn-lt"/>
                <a:ea typeface="+mn-ea"/>
                <a:cs typeface="+mn-cs"/>
              </a:rPr>
              <a:t>to reload. However, it penalizes programs with strong locality.</a:t>
            </a: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Largest process: This obtains the most free frames in an overcommitted</a:t>
            </a:r>
          </a:p>
          <a:p>
            <a:r>
              <a:rPr lang="en-US" sz="1200" kern="1200" baseline="0" dirty="0" smtClean="0">
                <a:solidFill>
                  <a:schemeClr val="tx1"/>
                </a:solidFill>
                <a:latin typeface="+mn-lt"/>
                <a:ea typeface="+mn-ea"/>
                <a:cs typeface="+mn-cs"/>
              </a:rPr>
              <a:t>memory, making additional deactivations unlikely soon.</a:t>
            </a: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Process with the largest remaining execution window: In most process scheduling</a:t>
            </a:r>
          </a:p>
          <a:p>
            <a:r>
              <a:rPr lang="en-US" sz="1200" kern="1200" baseline="0" dirty="0" smtClean="0">
                <a:solidFill>
                  <a:schemeClr val="tx1"/>
                </a:solidFill>
                <a:latin typeface="+mn-lt"/>
                <a:ea typeface="+mn-ea"/>
                <a:cs typeface="+mn-cs"/>
              </a:rPr>
              <a:t>schemes, a process may only run for a certain quantum of time before</a:t>
            </a:r>
          </a:p>
          <a:p>
            <a:r>
              <a:rPr lang="en-US" sz="1200" kern="1200" baseline="0" dirty="0" smtClean="0">
                <a:solidFill>
                  <a:schemeClr val="tx1"/>
                </a:solidFill>
                <a:latin typeface="+mn-lt"/>
                <a:ea typeface="+mn-ea"/>
                <a:cs typeface="+mn-cs"/>
              </a:rPr>
              <a:t>being interrupted and placed at the end of the Ready queue. This approximates</a:t>
            </a:r>
          </a:p>
          <a:p>
            <a:r>
              <a:rPr lang="en-US" sz="1200" kern="1200" baseline="0" dirty="0" smtClean="0">
                <a:solidFill>
                  <a:schemeClr val="tx1"/>
                </a:solidFill>
                <a:latin typeface="+mn-lt"/>
                <a:ea typeface="+mn-ea"/>
                <a:cs typeface="+mn-cs"/>
              </a:rPr>
              <a:t>a shortest-processing-time-first scheduling discipline.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smtClean="0">
                <a:solidFill>
                  <a:schemeClr val="tx1"/>
                </a:solidFill>
                <a:latin typeface="+mn-lt"/>
                <a:ea typeface="+mn-ea"/>
                <a:cs typeface="+mn-cs"/>
              </a:rPr>
              <a:t>To use the processor and the I/O facilities efficiently, it is desirable to maintain as</a:t>
            </a:r>
          </a:p>
          <a:p>
            <a:r>
              <a:rPr lang="en-US" sz="1200" kern="1200" baseline="0" dirty="0" smtClean="0">
                <a:solidFill>
                  <a:schemeClr val="tx1"/>
                </a:solidFill>
                <a:latin typeface="+mn-lt"/>
                <a:ea typeface="+mn-ea"/>
                <a:cs typeface="+mn-cs"/>
              </a:rPr>
              <a:t>many processes in main memory as possible. In addition, it is desirable to free programmers</a:t>
            </a:r>
          </a:p>
          <a:p>
            <a:r>
              <a:rPr lang="en-US" sz="1200" kern="1200" baseline="0" dirty="0" smtClean="0">
                <a:solidFill>
                  <a:schemeClr val="tx1"/>
                </a:solidFill>
                <a:latin typeface="+mn-lt"/>
                <a:ea typeface="+mn-ea"/>
                <a:cs typeface="+mn-cs"/>
              </a:rPr>
              <a:t>from size restrictions in program development.</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The way to address both of these concerns is virtual memory. With virtual</a:t>
            </a:r>
          </a:p>
          <a:p>
            <a:r>
              <a:rPr lang="en-US" sz="1200" kern="1200" baseline="0" dirty="0" smtClean="0">
                <a:solidFill>
                  <a:schemeClr val="tx1"/>
                </a:solidFill>
                <a:latin typeface="+mn-lt"/>
                <a:ea typeface="+mn-ea"/>
                <a:cs typeface="+mn-cs"/>
              </a:rPr>
              <a:t>memory, all address references are logical references that are translated at run time</a:t>
            </a:r>
          </a:p>
          <a:p>
            <a:r>
              <a:rPr lang="en-US" sz="1200" kern="1200" baseline="0" dirty="0" smtClean="0">
                <a:solidFill>
                  <a:schemeClr val="tx1"/>
                </a:solidFill>
                <a:latin typeface="+mn-lt"/>
                <a:ea typeface="+mn-ea"/>
                <a:cs typeface="+mn-cs"/>
              </a:rPr>
              <a:t>to real addresses. This allows a process to be located anywhere in main memory</a:t>
            </a:r>
          </a:p>
          <a:p>
            <a:r>
              <a:rPr lang="en-US" sz="1200" kern="1200" baseline="0" dirty="0" smtClean="0">
                <a:solidFill>
                  <a:schemeClr val="tx1"/>
                </a:solidFill>
                <a:latin typeface="+mn-lt"/>
                <a:ea typeface="+mn-ea"/>
                <a:cs typeface="+mn-cs"/>
              </a:rPr>
              <a:t>and for that location to change over time. Virtual memory also allows a process to</a:t>
            </a:r>
          </a:p>
          <a:p>
            <a:r>
              <a:rPr lang="en-US" sz="1200" kern="1200" baseline="0" dirty="0" smtClean="0">
                <a:solidFill>
                  <a:schemeClr val="tx1"/>
                </a:solidFill>
                <a:latin typeface="+mn-lt"/>
                <a:ea typeface="+mn-ea"/>
                <a:cs typeface="+mn-cs"/>
              </a:rPr>
              <a:t>be broken up into pieces. These pieces need not be contiguously located in main</a:t>
            </a:r>
          </a:p>
          <a:p>
            <a:r>
              <a:rPr lang="en-US" sz="1200" kern="1200" baseline="0" dirty="0" smtClean="0">
                <a:solidFill>
                  <a:schemeClr val="tx1"/>
                </a:solidFill>
                <a:latin typeface="+mn-lt"/>
                <a:ea typeface="+mn-ea"/>
                <a:cs typeface="+mn-cs"/>
              </a:rPr>
              <a:t>memory during execution and, indeed, it is not even necessary for all of the pieces</a:t>
            </a:r>
          </a:p>
          <a:p>
            <a:r>
              <a:rPr lang="en-US" sz="1200" kern="1200" baseline="0" dirty="0" smtClean="0">
                <a:solidFill>
                  <a:schemeClr val="tx1"/>
                </a:solidFill>
                <a:latin typeface="+mn-lt"/>
                <a:ea typeface="+mn-ea"/>
                <a:cs typeface="+mn-cs"/>
              </a:rPr>
              <a:t>of the process to be in main memory during execution.</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Two basic approaches to providing virtual memory are paging and segmentation.</a:t>
            </a:r>
          </a:p>
          <a:p>
            <a:r>
              <a:rPr lang="en-US" sz="1200" kern="1200" baseline="0" dirty="0" smtClean="0">
                <a:solidFill>
                  <a:schemeClr val="tx1"/>
                </a:solidFill>
                <a:latin typeface="+mn-lt"/>
                <a:ea typeface="+mn-ea"/>
                <a:cs typeface="+mn-cs"/>
              </a:rPr>
              <a:t>With paging, each process is divided into relatively small, fixed-size pages.</a:t>
            </a:r>
          </a:p>
          <a:p>
            <a:r>
              <a:rPr lang="en-US" sz="1200" kern="1200" baseline="0" dirty="0" smtClean="0">
                <a:solidFill>
                  <a:schemeClr val="tx1"/>
                </a:solidFill>
                <a:latin typeface="+mn-lt"/>
                <a:ea typeface="+mn-ea"/>
                <a:cs typeface="+mn-cs"/>
              </a:rPr>
              <a:t>Segmentation provides for the use of pieces of varying size. It is also possible to</a:t>
            </a:r>
          </a:p>
          <a:p>
            <a:r>
              <a:rPr lang="en-US" sz="1200" kern="1200" baseline="0" dirty="0" smtClean="0">
                <a:solidFill>
                  <a:schemeClr val="tx1"/>
                </a:solidFill>
                <a:latin typeface="+mn-lt"/>
                <a:ea typeface="+mn-ea"/>
                <a:cs typeface="+mn-cs"/>
              </a:rPr>
              <a:t>combine segmentation and paging in a single memory management scheme.</a:t>
            </a:r>
          </a:p>
          <a:p>
            <a:r>
              <a:rPr lang="en-US" sz="1200" kern="1200" baseline="0" dirty="0" smtClean="0">
                <a:solidFill>
                  <a:schemeClr val="tx1"/>
                </a:solidFill>
                <a:latin typeface="+mn-lt"/>
                <a:ea typeface="+mn-ea"/>
                <a:cs typeface="+mn-cs"/>
              </a:rPr>
              <a:t>A virtual memory management scheme requires both hardware and software</a:t>
            </a:r>
          </a:p>
          <a:p>
            <a:r>
              <a:rPr lang="en-US" sz="1200" kern="1200" baseline="0" dirty="0" smtClean="0">
                <a:solidFill>
                  <a:schemeClr val="tx1"/>
                </a:solidFill>
                <a:latin typeface="+mn-lt"/>
                <a:ea typeface="+mn-ea"/>
                <a:cs typeface="+mn-cs"/>
              </a:rPr>
              <a:t>support. The hardware support is provided by the processor. The support includes</a:t>
            </a:r>
          </a:p>
          <a:p>
            <a:r>
              <a:rPr lang="en-US" sz="1200" kern="1200" baseline="0" dirty="0" smtClean="0">
                <a:solidFill>
                  <a:schemeClr val="tx1"/>
                </a:solidFill>
                <a:latin typeface="+mn-lt"/>
                <a:ea typeface="+mn-ea"/>
                <a:cs typeface="+mn-cs"/>
              </a:rPr>
              <a:t>dynamic translation of virtual addresses to physical addresses and the generation</a:t>
            </a:r>
          </a:p>
          <a:p>
            <a:r>
              <a:rPr lang="en-US" sz="1200" kern="1200" baseline="0" dirty="0" smtClean="0">
                <a:solidFill>
                  <a:schemeClr val="tx1"/>
                </a:solidFill>
                <a:latin typeface="+mn-lt"/>
                <a:ea typeface="+mn-ea"/>
                <a:cs typeface="+mn-cs"/>
              </a:rPr>
              <a:t>of an interrupt when a referenced page or segment is not in main memory. Such an</a:t>
            </a:r>
          </a:p>
          <a:p>
            <a:r>
              <a:rPr lang="en-US" sz="1200" kern="1200" baseline="0" dirty="0" smtClean="0">
                <a:solidFill>
                  <a:schemeClr val="tx1"/>
                </a:solidFill>
                <a:latin typeface="+mn-lt"/>
                <a:ea typeface="+mn-ea"/>
                <a:cs typeface="+mn-cs"/>
              </a:rPr>
              <a:t>interrupt triggers the memory management software in the operating system.</a:t>
            </a:r>
          </a:p>
          <a:p>
            <a:r>
              <a:rPr lang="en-US" sz="1200" kern="1200" baseline="0" dirty="0" smtClean="0">
                <a:solidFill>
                  <a:schemeClr val="tx1"/>
                </a:solidFill>
                <a:latin typeface="+mn-lt"/>
                <a:ea typeface="+mn-ea"/>
                <a:cs typeface="+mn-cs"/>
              </a:rPr>
              <a:t>A number of design issues relate to operating system support for memory</a:t>
            </a:r>
          </a:p>
          <a:p>
            <a:r>
              <a:rPr lang="en-US" sz="1200" kern="1200" baseline="0" dirty="0" smtClean="0">
                <a:solidFill>
                  <a:schemeClr val="tx1"/>
                </a:solidFill>
                <a:latin typeface="+mn-lt"/>
                <a:ea typeface="+mn-ea"/>
                <a:cs typeface="+mn-cs"/>
              </a:rPr>
              <a:t>management:</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Fetch policy : Process pages can be brought in on demand, or a </a:t>
            </a:r>
            <a:r>
              <a:rPr lang="en-US" sz="1200" b="1" kern="1200" baseline="0" dirty="0" err="1" smtClean="0">
                <a:solidFill>
                  <a:schemeClr val="tx1"/>
                </a:solidFill>
                <a:latin typeface="+mn-lt"/>
                <a:ea typeface="+mn-ea"/>
                <a:cs typeface="+mn-cs"/>
              </a:rPr>
              <a:t>prepaging</a:t>
            </a:r>
            <a:r>
              <a:rPr lang="en-US" sz="1200" b="1" kern="1200" baseline="0" dirty="0" smtClean="0">
                <a:solidFill>
                  <a:schemeClr val="tx1"/>
                </a:solidFill>
                <a:latin typeface="+mn-lt"/>
                <a:ea typeface="+mn-ea"/>
                <a:cs typeface="+mn-cs"/>
              </a:rPr>
              <a:t> policy</a:t>
            </a:r>
          </a:p>
          <a:p>
            <a:r>
              <a:rPr lang="en-US" sz="1200" kern="1200" baseline="0" dirty="0" smtClean="0">
                <a:solidFill>
                  <a:schemeClr val="tx1"/>
                </a:solidFill>
                <a:latin typeface="+mn-lt"/>
                <a:ea typeface="+mn-ea"/>
                <a:cs typeface="+mn-cs"/>
              </a:rPr>
              <a:t>can be used, which clusters the input activity by bringing in a number of</a:t>
            </a:r>
          </a:p>
          <a:p>
            <a:r>
              <a:rPr lang="en-US" sz="1200" kern="1200" baseline="0" dirty="0" smtClean="0">
                <a:solidFill>
                  <a:schemeClr val="tx1"/>
                </a:solidFill>
                <a:latin typeface="+mn-lt"/>
                <a:ea typeface="+mn-ea"/>
                <a:cs typeface="+mn-cs"/>
              </a:rPr>
              <a:t>pages at once.</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Placement policy : With a pure segmentation system, an incoming segment</a:t>
            </a:r>
          </a:p>
          <a:p>
            <a:r>
              <a:rPr lang="en-US" sz="1200" kern="1200" baseline="0" dirty="0" smtClean="0">
                <a:solidFill>
                  <a:schemeClr val="tx1"/>
                </a:solidFill>
                <a:latin typeface="+mn-lt"/>
                <a:ea typeface="+mn-ea"/>
                <a:cs typeface="+mn-cs"/>
              </a:rPr>
              <a:t>must be fit into an available space in memory.</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Replacement policy : When memory is full, a decision must be made as to</a:t>
            </a:r>
          </a:p>
          <a:p>
            <a:r>
              <a:rPr lang="en-US" sz="1200" kern="1200" baseline="0" dirty="0" smtClean="0">
                <a:solidFill>
                  <a:schemeClr val="tx1"/>
                </a:solidFill>
                <a:latin typeface="+mn-lt"/>
                <a:ea typeface="+mn-ea"/>
                <a:cs typeface="+mn-cs"/>
              </a:rPr>
              <a:t>which page or pages are to be replaced.</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Resident set management : The operating system must decide how much main</a:t>
            </a:r>
          </a:p>
          <a:p>
            <a:r>
              <a:rPr lang="en-US" sz="1200" kern="1200" baseline="0" dirty="0" smtClean="0">
                <a:solidFill>
                  <a:schemeClr val="tx1"/>
                </a:solidFill>
                <a:latin typeface="+mn-lt"/>
                <a:ea typeface="+mn-ea"/>
                <a:cs typeface="+mn-cs"/>
              </a:rPr>
              <a:t>memory to allocate to a particular process when that process is swapped in.</a:t>
            </a:r>
          </a:p>
          <a:p>
            <a:r>
              <a:rPr lang="en-US" sz="1200" kern="1200" baseline="0" dirty="0" smtClean="0">
                <a:solidFill>
                  <a:schemeClr val="tx1"/>
                </a:solidFill>
                <a:latin typeface="+mn-lt"/>
                <a:ea typeface="+mn-ea"/>
                <a:cs typeface="+mn-cs"/>
              </a:rPr>
              <a:t>This can be a static allocation made at process creation time, or it can change</a:t>
            </a:r>
          </a:p>
          <a:p>
            <a:r>
              <a:rPr lang="en-US" sz="1200" kern="1200" baseline="0" dirty="0" smtClean="0">
                <a:solidFill>
                  <a:schemeClr val="tx1"/>
                </a:solidFill>
                <a:latin typeface="+mn-lt"/>
                <a:ea typeface="+mn-ea"/>
                <a:cs typeface="+mn-cs"/>
              </a:rPr>
              <a:t>dynamically.</a:t>
            </a:r>
          </a:p>
          <a:p>
            <a:endParaRPr lang="en-US" sz="1200" kern="1200" baseline="0" dirty="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Cleaning policy: Modified process pages can be written out at the time of</a:t>
            </a:r>
          </a:p>
          <a:p>
            <a:r>
              <a:rPr lang="en-US" sz="1200" kern="1200" baseline="0" dirty="0" smtClean="0">
                <a:solidFill>
                  <a:schemeClr val="tx1"/>
                </a:solidFill>
                <a:latin typeface="+mn-lt"/>
                <a:ea typeface="+mn-ea"/>
                <a:cs typeface="+mn-cs"/>
              </a:rPr>
              <a:t>replacement, or a </a:t>
            </a:r>
            <a:r>
              <a:rPr lang="en-US" sz="1200" kern="1200" baseline="0" dirty="0" err="1" smtClean="0">
                <a:solidFill>
                  <a:schemeClr val="tx1"/>
                </a:solidFill>
                <a:latin typeface="+mn-lt"/>
                <a:ea typeface="+mn-ea"/>
                <a:cs typeface="+mn-cs"/>
              </a:rPr>
              <a:t>precleaning</a:t>
            </a:r>
            <a:r>
              <a:rPr lang="en-US" sz="1200" kern="1200" baseline="0" dirty="0" smtClean="0">
                <a:solidFill>
                  <a:schemeClr val="tx1"/>
                </a:solidFill>
                <a:latin typeface="+mn-lt"/>
                <a:ea typeface="+mn-ea"/>
                <a:cs typeface="+mn-cs"/>
              </a:rPr>
              <a:t> policy can be used, which clusters the output</a:t>
            </a:r>
          </a:p>
          <a:p>
            <a:r>
              <a:rPr lang="en-US" sz="1200" kern="1200" baseline="0" dirty="0" smtClean="0">
                <a:solidFill>
                  <a:schemeClr val="tx1"/>
                </a:solidFill>
                <a:latin typeface="+mn-lt"/>
                <a:ea typeface="+mn-ea"/>
                <a:cs typeface="+mn-cs"/>
              </a:rPr>
              <a:t>activity by writing out a number of pages at once.</a:t>
            </a:r>
            <a:endParaRPr lang="en-US" sz="1200" kern="1200" baseline="0" smtClean="0">
              <a:solidFill>
                <a:schemeClr val="tx1"/>
              </a:solidFill>
              <a:latin typeface="+mn-lt"/>
              <a:ea typeface="+mn-ea"/>
              <a:cs typeface="+mn-cs"/>
            </a:endParaRPr>
          </a:p>
          <a:p>
            <a:endParaRPr lang="en-US" sz="1200" kern="1200" baseline="0" smtClean="0">
              <a:solidFill>
                <a:schemeClr val="tx1"/>
              </a:solidFill>
              <a:latin typeface="+mn-lt"/>
              <a:ea typeface="+mn-ea"/>
              <a:cs typeface="+mn-cs"/>
            </a:endParaRPr>
          </a:p>
          <a:p>
            <a:r>
              <a:rPr lang="en-US" sz="1200" kern="1200" baseline="0" dirty="0" smtClean="0">
                <a:solidFill>
                  <a:schemeClr val="tx1"/>
                </a:solidFill>
                <a:latin typeface="+mn-lt"/>
                <a:ea typeface="+mn-ea"/>
                <a:cs typeface="+mn-cs"/>
              </a:rPr>
              <a:t>• </a:t>
            </a:r>
            <a:r>
              <a:rPr lang="en-US" sz="1200" b="1" kern="1200" baseline="0" dirty="0" smtClean="0">
                <a:solidFill>
                  <a:schemeClr val="tx1"/>
                </a:solidFill>
                <a:latin typeface="+mn-lt"/>
                <a:ea typeface="+mn-ea"/>
                <a:cs typeface="+mn-cs"/>
              </a:rPr>
              <a:t>Load control: Load control is concerned with determining the number of</a:t>
            </a:r>
          </a:p>
          <a:p>
            <a:r>
              <a:rPr lang="en-US" sz="1200" kern="1200" baseline="0" dirty="0" smtClean="0">
                <a:solidFill>
                  <a:schemeClr val="tx1"/>
                </a:solidFill>
                <a:latin typeface="+mn-lt"/>
                <a:ea typeface="+mn-ea"/>
                <a:cs typeface="+mn-cs"/>
              </a:rPr>
              <a:t>processes that will be resident in main memory at any given time.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22-May-22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22-May-22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22-May-22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22-May-22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22-May-22</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22-May-22</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22-May-22</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22-May-22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22-May-22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22-May-22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22-May-22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smtClean="0"/>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fld id="{54AB02A5-4FE5-49D9-9E24-09F23B90C450}" type="datetimeFigureOut">
              <a:rPr lang="en-US" smtClean="0"/>
              <a:pPr/>
              <a:t>22-May-22</a:t>
            </a:fld>
            <a:endParaRPr lang="en-US"/>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91AF2B4D-6B12-4EDF-87BB-2B55CECB6611}" type="slidenum">
              <a:rPr lang="en-US" smtClean="0"/>
              <a:pPr/>
              <a:t>‹#›</a:t>
            </a:fld>
            <a:endParaRPr lang="en-US"/>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endParaRPr kumimoji="0"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0CF255A8-9423-42F7-892F-EFB819AE1A5A}" type="datetime1">
              <a:rPr lang="en-US" smtClean="0"/>
              <a:pPr/>
              <a:t>22-May-22</a:t>
            </a:fld>
            <a:endParaRPr lang="en-US"/>
          </a:p>
        </p:txBody>
      </p:sp>
      <p:sp>
        <p:nvSpPr>
          <p:cNvPr id="5" name="Footer Placeholder 4"/>
          <p:cNvSpPr>
            <a:spLocks noGrp="1"/>
          </p:cNvSpPr>
          <p:nvPr>
            <p:ph type="ftr" sz="quarter" idx="11"/>
          </p:nvPr>
        </p:nvSpPr>
        <p:spPr/>
        <p:txBody>
          <a:bodyPr/>
          <a:lstStyle/>
          <a:p>
            <a:r>
              <a:rPr lang="en-US" smtClean="0"/>
              <a:t>
              </a:t>
            </a:r>
            <a:endParaRPr lang="en-US"/>
          </a:p>
        </p:txBody>
      </p:sp>
      <p:sp>
        <p:nvSpPr>
          <p:cNvPr id="6" name="Slide Number Placeholder 5"/>
          <p:cNvSpPr>
            <a:spLocks noGrp="1"/>
          </p:cNvSpPr>
          <p:nvPr>
            <p:ph type="sldNum" sz="quarter" idx="12"/>
          </p:nvPr>
        </p:nvSpPr>
        <p:spPr/>
        <p:txBody>
          <a:bodyPr/>
          <a:lstStyle/>
          <a:p>
            <a:fld id="{B1AA4845-A08A-4DF4-8D99-E2E7B6D41C67}" type="slidenum">
              <a:rPr lang="en-US" smtClean="0"/>
              <a:pPr/>
              <a:t>‹#›</a:t>
            </a:fld>
            <a:endParaRPr lang="en-US"/>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smtClean="0"/>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3F416CD-67A3-4CF0-A210-F6AF31AC147F}" type="datetimeFigureOut">
              <a:rPr lang="en-US" smtClean="0"/>
              <a:pPr/>
              <a:t>22-May-22</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fld id="{96652B35-718D-4E28-AFEB-B694A3B357E8}" type="slidenum">
              <a:rPr kumimoji="0" lang="en-US" smtClean="0"/>
              <a:pPr/>
              <a:t>‹#›</a:t>
            </a:fld>
            <a:endParaRPr kumimoji="0" lang="en-US"/>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22-May-22</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22-May-22</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pPr>
              <a:defRPr/>
            </a:pPr>
            <a:fld id="{201CF5B1-68BC-4F44-89BE-2F24F67B5729}" type="datetimeFigureOut">
              <a:rPr lang="en-US" smtClean="0"/>
              <a:pPr>
                <a:defRPr/>
              </a:pPr>
              <a:t>22-May-22</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pPr>
              <a:defRPr/>
            </a:pPr>
            <a:fld id="{201CF5B1-68BC-4F44-89BE-2F24F67B5729}" type="datetimeFigureOut">
              <a:rPr lang="en-US" smtClean="0"/>
              <a:pPr>
                <a:defRPr/>
              </a:pPr>
              <a:t>22-May-22</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pPr>
              <a:defRPr/>
            </a:pPr>
            <a:fld id="{201CF5B1-68BC-4F44-89BE-2F24F67B5729}" type="datetimeFigureOut">
              <a:rPr lang="en-US" smtClean="0"/>
              <a:pPr>
                <a:defRPr/>
              </a:pPr>
              <a:t>22-May-22</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69DAB5F-4C32-47E8-A254-E438E2D0D3F6}"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22-May-22</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22-May-22</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smtClean="0"/>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22-May-22</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fld id="{69E29E33-B620-47F9-BB04-8846C2A5AFCC}" type="slidenum">
              <a:rPr kumimoji="0" lang="en-US" smtClean="0"/>
              <a:pPr/>
              <a:t>‹#›</a:t>
            </a:fld>
            <a:endParaRPr kumimoji="0" 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smtClean="0"/>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22-May-22</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smtClean="0"/>
              <a:t>Click icon to add picture</a:t>
            </a:r>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22-May-22</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smtClean="0"/>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22-May-22</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22-May-22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smtClean="0"/>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201CF5B1-68BC-4F44-89BE-2F24F67B5729}" type="datetimeFigureOut">
              <a:rPr lang="en-US" smtClean="0"/>
              <a:pPr>
                <a:defRPr/>
              </a:pPr>
              <a:t>22-May-22</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F69DAB5F-4C32-47E8-A254-E438E2D0D3F6}"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Lst>
  <p:transition/>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1.xml"/><Relationship Id="rId1" Type="http://schemas.openxmlformats.org/officeDocument/2006/relationships/vmlDrawing" Target="../drawings/vmlDrawing1.vml"/><Relationship Id="rId6" Type="http://schemas.openxmlformats.org/officeDocument/2006/relationships/image" Target="../media/image1.jpeg"/><Relationship Id="rId5" Type="http://schemas.openxmlformats.org/officeDocument/2006/relationships/image" Target="../media/image10.png"/><Relationship Id="rId4" Type="http://schemas.openxmlformats.org/officeDocument/2006/relationships/package" Target="../embeddings/Microsoft_Word_Document.docx"/></Relationships>
</file>

<file path=ppt/slides/_rels/slide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4.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image" Target="../media/image16.emf"/><Relationship Id="rId4" Type="http://schemas.openxmlformats.org/officeDocument/2006/relationships/customXml" Target="../ink/ink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8" Type="http://schemas.openxmlformats.org/officeDocument/2006/relationships/customXml" Target="../ink/ink5.xml"/><Relationship Id="rId3" Type="http://schemas.openxmlformats.org/officeDocument/2006/relationships/image" Target="../media/image16.gif"/><Relationship Id="rId7" Type="http://schemas.openxmlformats.org/officeDocument/2006/relationships/image" Target="../media/image20.emf"/><Relationship Id="rId2" Type="http://schemas.openxmlformats.org/officeDocument/2006/relationships/notesSlide" Target="../notesSlides/notesSlide13.xml"/><Relationship Id="rId1" Type="http://schemas.openxmlformats.org/officeDocument/2006/relationships/slideLayout" Target="../slideLayouts/slideLayout21.xml"/><Relationship Id="rId6" Type="http://schemas.openxmlformats.org/officeDocument/2006/relationships/customXml" Target="../ink/ink4.xml"/><Relationship Id="rId5" Type="http://schemas.openxmlformats.org/officeDocument/2006/relationships/image" Target="../media/image19.emf"/><Relationship Id="rId4" Type="http://schemas.openxmlformats.org/officeDocument/2006/relationships/customXml" Target="../ink/ink3.xml"/><Relationship Id="rId9" Type="http://schemas.openxmlformats.org/officeDocument/2006/relationships/image" Target="../media/image21.emf"/></Relationships>
</file>

<file path=ppt/slides/_rels/slide14.xml.rels><?xml version="1.0" encoding="UTF-8" standalone="yes"?>
<Relationships xmlns="http://schemas.openxmlformats.org/package/2006/relationships"><Relationship Id="rId8" Type="http://schemas.openxmlformats.org/officeDocument/2006/relationships/customXml" Target="../ink/ink8.xml"/><Relationship Id="rId3" Type="http://schemas.openxmlformats.org/officeDocument/2006/relationships/image" Target="../media/image17.gif"/><Relationship Id="rId7"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21.xml"/><Relationship Id="rId6" Type="http://schemas.openxmlformats.org/officeDocument/2006/relationships/customXml" Target="../ink/ink7.xml"/><Relationship Id="rId11" Type="http://schemas.openxmlformats.org/officeDocument/2006/relationships/image" Target="../media/image26.emf"/><Relationship Id="rId5" Type="http://schemas.openxmlformats.org/officeDocument/2006/relationships/image" Target="../media/image23.emf"/><Relationship Id="rId10" Type="http://schemas.openxmlformats.org/officeDocument/2006/relationships/customXml" Target="../ink/ink9.xml"/><Relationship Id="rId4" Type="http://schemas.openxmlformats.org/officeDocument/2006/relationships/customXml" Target="../ink/ink6.xml"/><Relationship Id="rId9" Type="http://schemas.openxmlformats.org/officeDocument/2006/relationships/image" Target="../media/image25.emf"/></Relationships>
</file>

<file path=ppt/slides/_rels/slide15.xml.rels><?xml version="1.0" encoding="UTF-8" standalone="yes"?>
<Relationships xmlns="http://schemas.openxmlformats.org/package/2006/relationships"><Relationship Id="rId3" Type="http://schemas.openxmlformats.org/officeDocument/2006/relationships/image" Target="../media/image18.gif"/><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customXml" Target="../ink/ink10.xml"/><Relationship Id="rId7" Type="http://schemas.openxmlformats.org/officeDocument/2006/relationships/customXml" Target="../ink/ink12.xml"/><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image" Target="../media/image27.emf"/><Relationship Id="rId5" Type="http://schemas.openxmlformats.org/officeDocument/2006/relationships/customXml" Target="../ink/ink11.xml"/><Relationship Id="rId4" Type="http://schemas.openxmlformats.org/officeDocument/2006/relationships/image" Target="../media/image22.emf"/></Relationships>
</file>

<file path=ppt/slides/_rels/slide18.xml.rels><?xml version="1.0" encoding="UTF-8" standalone="yes"?>
<Relationships xmlns="http://schemas.openxmlformats.org/package/2006/relationships"><Relationship Id="rId3" Type="http://schemas.openxmlformats.org/officeDocument/2006/relationships/image" Target="../media/image20.gif"/><Relationship Id="rId7" Type="http://schemas.openxmlformats.org/officeDocument/2006/relationships/image" Target="../media/image31.emf"/><Relationship Id="rId2" Type="http://schemas.openxmlformats.org/officeDocument/2006/relationships/notesSlide" Target="../notesSlides/notesSlide18.xml"/><Relationship Id="rId1" Type="http://schemas.openxmlformats.org/officeDocument/2006/relationships/slideLayout" Target="../slideLayouts/slideLayout22.xml"/><Relationship Id="rId6" Type="http://schemas.openxmlformats.org/officeDocument/2006/relationships/customXml" Target="../ink/ink14.xml"/><Relationship Id="rId5" Type="http://schemas.openxmlformats.org/officeDocument/2006/relationships/image" Target="../media/image30.emf"/><Relationship Id="rId4" Type="http://schemas.openxmlformats.org/officeDocument/2006/relationships/customXml" Target="../ink/ink13.xml"/></Relationships>
</file>

<file path=ppt/slides/_rels/slide19.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8" Type="http://schemas.openxmlformats.org/officeDocument/2006/relationships/customXml" Target="../ink/ink17.xml"/><Relationship Id="rId3" Type="http://schemas.openxmlformats.org/officeDocument/2006/relationships/image" Target="../media/image23.gif"/><Relationship Id="rId7" Type="http://schemas.openxmlformats.org/officeDocument/2006/relationships/image" Target="../media/image36.emf"/><Relationship Id="rId2" Type="http://schemas.openxmlformats.org/officeDocument/2006/relationships/notesSlide" Target="../notesSlides/notesSlide21.xml"/><Relationship Id="rId1" Type="http://schemas.openxmlformats.org/officeDocument/2006/relationships/slideLayout" Target="../slideLayouts/slideLayout21.xml"/><Relationship Id="rId6" Type="http://schemas.openxmlformats.org/officeDocument/2006/relationships/customXml" Target="../ink/ink16.xml"/><Relationship Id="rId11" Type="http://schemas.openxmlformats.org/officeDocument/2006/relationships/image" Target="../media/image38.emf"/><Relationship Id="rId5" Type="http://schemas.openxmlformats.org/officeDocument/2006/relationships/image" Target="../media/image35.emf"/><Relationship Id="rId10" Type="http://schemas.openxmlformats.org/officeDocument/2006/relationships/customXml" Target="../ink/ink18.xml"/><Relationship Id="rId4" Type="http://schemas.openxmlformats.org/officeDocument/2006/relationships/customXml" Target="../ink/ink15.xml"/><Relationship Id="rId9" Type="http://schemas.openxmlformats.org/officeDocument/2006/relationships/image" Target="../media/image37.emf"/></Relationships>
</file>

<file path=ppt/slides/_rels/slide22.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8" Type="http://schemas.openxmlformats.org/officeDocument/2006/relationships/customXml" Target="../ink/ink21.xml"/><Relationship Id="rId13" Type="http://schemas.openxmlformats.org/officeDocument/2006/relationships/image" Target="../media/image45.emf"/><Relationship Id="rId18" Type="http://schemas.openxmlformats.org/officeDocument/2006/relationships/customXml" Target="../ink/ink26.xml"/><Relationship Id="rId3" Type="http://schemas.openxmlformats.org/officeDocument/2006/relationships/image" Target="../media/image25.gif"/><Relationship Id="rId21" Type="http://schemas.openxmlformats.org/officeDocument/2006/relationships/image" Target="../media/image49.emf"/><Relationship Id="rId7" Type="http://schemas.openxmlformats.org/officeDocument/2006/relationships/image" Target="../media/image42.emf"/><Relationship Id="rId12" Type="http://schemas.openxmlformats.org/officeDocument/2006/relationships/customXml" Target="../ink/ink23.xml"/><Relationship Id="rId17" Type="http://schemas.openxmlformats.org/officeDocument/2006/relationships/image" Target="../media/image47.emf"/><Relationship Id="rId25" Type="http://schemas.openxmlformats.org/officeDocument/2006/relationships/image" Target="../media/image51.emf"/><Relationship Id="rId2" Type="http://schemas.openxmlformats.org/officeDocument/2006/relationships/notesSlide" Target="../notesSlides/notesSlide24.xml"/><Relationship Id="rId16" Type="http://schemas.openxmlformats.org/officeDocument/2006/relationships/customXml" Target="../ink/ink25.xml"/><Relationship Id="rId20" Type="http://schemas.openxmlformats.org/officeDocument/2006/relationships/customXml" Target="../ink/ink27.xml"/><Relationship Id="rId1" Type="http://schemas.openxmlformats.org/officeDocument/2006/relationships/slideLayout" Target="../slideLayouts/slideLayout21.xml"/><Relationship Id="rId6" Type="http://schemas.openxmlformats.org/officeDocument/2006/relationships/customXml" Target="../ink/ink20.xml"/><Relationship Id="rId11" Type="http://schemas.openxmlformats.org/officeDocument/2006/relationships/image" Target="../media/image44.emf"/><Relationship Id="rId24" Type="http://schemas.openxmlformats.org/officeDocument/2006/relationships/customXml" Target="../ink/ink29.xml"/><Relationship Id="rId5" Type="http://schemas.openxmlformats.org/officeDocument/2006/relationships/image" Target="../media/image41.emf"/><Relationship Id="rId15" Type="http://schemas.openxmlformats.org/officeDocument/2006/relationships/image" Target="../media/image46.emf"/><Relationship Id="rId23" Type="http://schemas.openxmlformats.org/officeDocument/2006/relationships/image" Target="../media/image50.emf"/><Relationship Id="rId10" Type="http://schemas.openxmlformats.org/officeDocument/2006/relationships/customXml" Target="../ink/ink22.xml"/><Relationship Id="rId19" Type="http://schemas.openxmlformats.org/officeDocument/2006/relationships/image" Target="../media/image48.emf"/><Relationship Id="rId4" Type="http://schemas.openxmlformats.org/officeDocument/2006/relationships/customXml" Target="../ink/ink19.xml"/><Relationship Id="rId9" Type="http://schemas.openxmlformats.org/officeDocument/2006/relationships/image" Target="../media/image43.emf"/><Relationship Id="rId14" Type="http://schemas.openxmlformats.org/officeDocument/2006/relationships/customXml" Target="../ink/ink24.xml"/><Relationship Id="rId22" Type="http://schemas.openxmlformats.org/officeDocument/2006/relationships/customXml" Target="../ink/ink28.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5.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6.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9.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8.gif"/><Relationship Id="rId7" Type="http://schemas.openxmlformats.org/officeDocument/2006/relationships/image" Target="../media/image56.emf"/><Relationship Id="rId2" Type="http://schemas.openxmlformats.org/officeDocument/2006/relationships/notesSlide" Target="../notesSlides/notesSlide30.xml"/><Relationship Id="rId1" Type="http://schemas.openxmlformats.org/officeDocument/2006/relationships/slideLayout" Target="../slideLayouts/slideLayout21.xml"/><Relationship Id="rId6" Type="http://schemas.openxmlformats.org/officeDocument/2006/relationships/customXml" Target="../ink/ink31.xml"/><Relationship Id="rId5" Type="http://schemas.openxmlformats.org/officeDocument/2006/relationships/image" Target="../media/image55.emf"/><Relationship Id="rId4" Type="http://schemas.openxmlformats.org/officeDocument/2006/relationships/customXml" Target="../ink/ink30.xml"/></Relationships>
</file>

<file path=ppt/slides/_rels/slide31.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32.xml"/><Relationship Id="rId1" Type="http://schemas.openxmlformats.org/officeDocument/2006/relationships/slideLayout" Target="../slideLayouts/slideLayout22.xml"/><Relationship Id="rId4" Type="http://schemas.openxmlformats.org/officeDocument/2006/relationships/image" Target="../media/image31.wmf"/></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3.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1.xml"/><Relationship Id="rId1" Type="http://schemas.openxmlformats.org/officeDocument/2006/relationships/vmlDrawing" Target="../drawings/vmlDrawing2.vml"/><Relationship Id="rId5" Type="http://schemas.openxmlformats.org/officeDocument/2006/relationships/image" Target="../media/image32.png"/><Relationship Id="rId4" Type="http://schemas.openxmlformats.org/officeDocument/2006/relationships/package" Target="../embeddings/Microsoft_Word_Document1.docx"/></Relationships>
</file>

<file path=ppt/slides/_rels/slide3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5.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6.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3" Type="http://schemas.openxmlformats.org/officeDocument/2006/relationships/image" Target="../media/image46.pdf"/><Relationship Id="rId2" Type="http://schemas.openxmlformats.org/officeDocument/2006/relationships/notesSlide" Target="../notesSlides/notesSlide40.xml"/><Relationship Id="rId1" Type="http://schemas.openxmlformats.org/officeDocument/2006/relationships/slideLayout" Target="../slideLayouts/slideLayout20.xml"/><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1.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2.xml.rels><?xml version="1.0" encoding="UTF-8" standalone="yes"?>
<Relationships xmlns="http://schemas.openxmlformats.org/package/2006/relationships"><Relationship Id="rId8" Type="http://schemas.openxmlformats.org/officeDocument/2006/relationships/customXml" Target="../ink/ink34.xml"/><Relationship Id="rId3" Type="http://schemas.openxmlformats.org/officeDocument/2006/relationships/image" Target="../media/image38.png"/><Relationship Id="rId7" Type="http://schemas.openxmlformats.org/officeDocument/2006/relationships/image" Target="../media/image40.emf"/><Relationship Id="rId2" Type="http://schemas.openxmlformats.org/officeDocument/2006/relationships/notesSlide" Target="../notesSlides/notesSlide42.xml"/><Relationship Id="rId1" Type="http://schemas.openxmlformats.org/officeDocument/2006/relationships/slideLayout" Target="../slideLayouts/slideLayout20.xml"/><Relationship Id="rId6" Type="http://schemas.openxmlformats.org/officeDocument/2006/relationships/customXml" Target="../ink/ink33.xml"/><Relationship Id="rId11" Type="http://schemas.openxmlformats.org/officeDocument/2006/relationships/image" Target="../media/image53.emf"/><Relationship Id="rId5" Type="http://schemas.openxmlformats.org/officeDocument/2006/relationships/image" Target="../media/image39.emf"/><Relationship Id="rId10" Type="http://schemas.openxmlformats.org/officeDocument/2006/relationships/customXml" Target="../ink/ink35.xml"/><Relationship Id="rId4" Type="http://schemas.openxmlformats.org/officeDocument/2006/relationships/customXml" Target="../ink/ink32.xml"/><Relationship Id="rId9" Type="http://schemas.openxmlformats.org/officeDocument/2006/relationships/image" Target="../media/image52.emf"/></Relationships>
</file>

<file path=ppt/slides/_rels/slide43.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21.xml"/><Relationship Id="rId5" Type="http://schemas.openxmlformats.org/officeDocument/2006/relationships/image" Target="../media/image57.emf"/><Relationship Id="rId4" Type="http://schemas.openxmlformats.org/officeDocument/2006/relationships/customXml" Target="../ink/ink36.xml"/></Relationships>
</file>

<file path=ppt/slides/_rels/slide45.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21.xml"/><Relationship Id="rId5" Type="http://schemas.openxmlformats.org/officeDocument/2006/relationships/image" Target="../media/image59.emf"/><Relationship Id="rId4" Type="http://schemas.openxmlformats.org/officeDocument/2006/relationships/customXml" Target="../ink/ink37.xml"/></Relationships>
</file>

<file path=ppt/slides/_rels/slide47.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58.emf"/><Relationship Id="rId2" Type="http://schemas.openxmlformats.org/officeDocument/2006/relationships/notesSlide" Target="../notesSlides/notesSlide48.xml"/><Relationship Id="rId1" Type="http://schemas.openxmlformats.org/officeDocument/2006/relationships/slideLayout" Target="../slideLayouts/slideLayout21.xml"/><Relationship Id="rId6" Type="http://schemas.openxmlformats.org/officeDocument/2006/relationships/customXml" Target="../ink/ink39.xml"/><Relationship Id="rId5" Type="http://schemas.openxmlformats.org/officeDocument/2006/relationships/image" Target="../media/image54.emf"/><Relationship Id="rId4" Type="http://schemas.openxmlformats.org/officeDocument/2006/relationships/customXml" Target="../ink/ink38.xml"/></Relationships>
</file>

<file path=ppt/slides/_rels/slide49.xml.rels><?xml version="1.0" encoding="UTF-8" standalone="yes"?>
<Relationships xmlns="http://schemas.openxmlformats.org/package/2006/relationships"><Relationship Id="rId26" Type="http://schemas.openxmlformats.org/officeDocument/2006/relationships/customXml" Target="../ink/ink52.xml"/><Relationship Id="rId21" Type="http://schemas.openxmlformats.org/officeDocument/2006/relationships/image" Target="../media/image69.emf"/><Relationship Id="rId42" Type="http://schemas.openxmlformats.org/officeDocument/2006/relationships/customXml" Target="../ink/ink60.xml"/><Relationship Id="rId47" Type="http://schemas.openxmlformats.org/officeDocument/2006/relationships/image" Target="../media/image82.emf"/><Relationship Id="rId63" Type="http://schemas.openxmlformats.org/officeDocument/2006/relationships/image" Target="../media/image90.emf"/><Relationship Id="rId68" Type="http://schemas.openxmlformats.org/officeDocument/2006/relationships/customXml" Target="../ink/ink73.xml"/><Relationship Id="rId7" Type="http://schemas.openxmlformats.org/officeDocument/2006/relationships/image" Target="../media/image62.emf"/><Relationship Id="rId71" Type="http://schemas.openxmlformats.org/officeDocument/2006/relationships/image" Target="../media/image94.emf"/><Relationship Id="rId2" Type="http://schemas.openxmlformats.org/officeDocument/2006/relationships/customXml" Target="../ink/ink40.xml"/><Relationship Id="rId16" Type="http://schemas.openxmlformats.org/officeDocument/2006/relationships/customXml" Target="../ink/ink47.xml"/><Relationship Id="rId29" Type="http://schemas.openxmlformats.org/officeDocument/2006/relationships/image" Target="../media/image73.emf"/><Relationship Id="rId11" Type="http://schemas.openxmlformats.org/officeDocument/2006/relationships/image" Target="../media/image64.emf"/><Relationship Id="rId24" Type="http://schemas.openxmlformats.org/officeDocument/2006/relationships/customXml" Target="../ink/ink51.xml"/><Relationship Id="rId32" Type="http://schemas.openxmlformats.org/officeDocument/2006/relationships/customXml" Target="../ink/ink55.xml"/><Relationship Id="rId37" Type="http://schemas.openxmlformats.org/officeDocument/2006/relationships/image" Target="../media/image77.emf"/><Relationship Id="rId40" Type="http://schemas.openxmlformats.org/officeDocument/2006/relationships/customXml" Target="../ink/ink59.xml"/><Relationship Id="rId45" Type="http://schemas.openxmlformats.org/officeDocument/2006/relationships/image" Target="../media/image81.emf"/><Relationship Id="rId53" Type="http://schemas.openxmlformats.org/officeDocument/2006/relationships/image" Target="../media/image85.emf"/><Relationship Id="rId58" Type="http://schemas.openxmlformats.org/officeDocument/2006/relationships/customXml" Target="../ink/ink68.xml"/><Relationship Id="rId66" Type="http://schemas.openxmlformats.org/officeDocument/2006/relationships/customXml" Target="../ink/ink72.xml"/><Relationship Id="rId5" Type="http://schemas.openxmlformats.org/officeDocument/2006/relationships/image" Target="../media/image61.emf"/><Relationship Id="rId61" Type="http://schemas.openxmlformats.org/officeDocument/2006/relationships/image" Target="../media/image89.emf"/><Relationship Id="rId19" Type="http://schemas.openxmlformats.org/officeDocument/2006/relationships/image" Target="../media/image68.emf"/><Relationship Id="rId14" Type="http://schemas.openxmlformats.org/officeDocument/2006/relationships/customXml" Target="../ink/ink46.xml"/><Relationship Id="rId22" Type="http://schemas.openxmlformats.org/officeDocument/2006/relationships/customXml" Target="../ink/ink50.xml"/><Relationship Id="rId27" Type="http://schemas.openxmlformats.org/officeDocument/2006/relationships/image" Target="../media/image72.emf"/><Relationship Id="rId30" Type="http://schemas.openxmlformats.org/officeDocument/2006/relationships/customXml" Target="../ink/ink54.xml"/><Relationship Id="rId35" Type="http://schemas.openxmlformats.org/officeDocument/2006/relationships/image" Target="../media/image76.emf"/><Relationship Id="rId43" Type="http://schemas.openxmlformats.org/officeDocument/2006/relationships/image" Target="../media/image80.emf"/><Relationship Id="rId48" Type="http://schemas.openxmlformats.org/officeDocument/2006/relationships/customXml" Target="../ink/ink63.xml"/><Relationship Id="rId56" Type="http://schemas.openxmlformats.org/officeDocument/2006/relationships/customXml" Target="../ink/ink67.xml"/><Relationship Id="rId64" Type="http://schemas.openxmlformats.org/officeDocument/2006/relationships/customXml" Target="../ink/ink71.xml"/><Relationship Id="rId69" Type="http://schemas.openxmlformats.org/officeDocument/2006/relationships/image" Target="../media/image93.emf"/><Relationship Id="rId8" Type="http://schemas.openxmlformats.org/officeDocument/2006/relationships/customXml" Target="../ink/ink43.xml"/><Relationship Id="rId51" Type="http://schemas.openxmlformats.org/officeDocument/2006/relationships/image" Target="../media/image84.emf"/><Relationship Id="rId3" Type="http://schemas.openxmlformats.org/officeDocument/2006/relationships/image" Target="../media/image60.emf"/><Relationship Id="rId12" Type="http://schemas.openxmlformats.org/officeDocument/2006/relationships/customXml" Target="../ink/ink45.xml"/><Relationship Id="rId17" Type="http://schemas.openxmlformats.org/officeDocument/2006/relationships/image" Target="../media/image67.emf"/><Relationship Id="rId25" Type="http://schemas.openxmlformats.org/officeDocument/2006/relationships/image" Target="../media/image71.emf"/><Relationship Id="rId33" Type="http://schemas.openxmlformats.org/officeDocument/2006/relationships/image" Target="../media/image75.emf"/><Relationship Id="rId38" Type="http://schemas.openxmlformats.org/officeDocument/2006/relationships/customXml" Target="../ink/ink58.xml"/><Relationship Id="rId46" Type="http://schemas.openxmlformats.org/officeDocument/2006/relationships/customXml" Target="../ink/ink62.xml"/><Relationship Id="rId59" Type="http://schemas.openxmlformats.org/officeDocument/2006/relationships/image" Target="../media/image88.emf"/><Relationship Id="rId67" Type="http://schemas.openxmlformats.org/officeDocument/2006/relationships/image" Target="../media/image92.emf"/><Relationship Id="rId20" Type="http://schemas.openxmlformats.org/officeDocument/2006/relationships/customXml" Target="../ink/ink49.xml"/><Relationship Id="rId41" Type="http://schemas.openxmlformats.org/officeDocument/2006/relationships/image" Target="../media/image79.emf"/><Relationship Id="rId54" Type="http://schemas.openxmlformats.org/officeDocument/2006/relationships/customXml" Target="../ink/ink66.xml"/><Relationship Id="rId62" Type="http://schemas.openxmlformats.org/officeDocument/2006/relationships/customXml" Target="../ink/ink70.xml"/><Relationship Id="rId70" Type="http://schemas.openxmlformats.org/officeDocument/2006/relationships/customXml" Target="../ink/ink74.xml"/><Relationship Id="rId1" Type="http://schemas.openxmlformats.org/officeDocument/2006/relationships/slideLayout" Target="../slideLayouts/slideLayout21.xml"/><Relationship Id="rId6" Type="http://schemas.openxmlformats.org/officeDocument/2006/relationships/customXml" Target="../ink/ink42.xml"/><Relationship Id="rId15" Type="http://schemas.openxmlformats.org/officeDocument/2006/relationships/image" Target="../media/image66.emf"/><Relationship Id="rId23" Type="http://schemas.openxmlformats.org/officeDocument/2006/relationships/image" Target="../media/image70.emf"/><Relationship Id="rId28" Type="http://schemas.openxmlformats.org/officeDocument/2006/relationships/customXml" Target="../ink/ink53.xml"/><Relationship Id="rId36" Type="http://schemas.openxmlformats.org/officeDocument/2006/relationships/customXml" Target="../ink/ink57.xml"/><Relationship Id="rId49" Type="http://schemas.openxmlformats.org/officeDocument/2006/relationships/image" Target="../media/image83.emf"/><Relationship Id="rId57" Type="http://schemas.openxmlformats.org/officeDocument/2006/relationships/image" Target="../media/image87.emf"/><Relationship Id="rId10" Type="http://schemas.openxmlformats.org/officeDocument/2006/relationships/customXml" Target="../ink/ink44.xml"/><Relationship Id="rId31" Type="http://schemas.openxmlformats.org/officeDocument/2006/relationships/image" Target="../media/image74.emf"/><Relationship Id="rId44" Type="http://schemas.openxmlformats.org/officeDocument/2006/relationships/customXml" Target="../ink/ink61.xml"/><Relationship Id="rId52" Type="http://schemas.openxmlformats.org/officeDocument/2006/relationships/customXml" Target="../ink/ink65.xml"/><Relationship Id="rId60" Type="http://schemas.openxmlformats.org/officeDocument/2006/relationships/customXml" Target="../ink/ink69.xml"/><Relationship Id="rId65" Type="http://schemas.openxmlformats.org/officeDocument/2006/relationships/image" Target="../media/image91.emf"/><Relationship Id="rId4" Type="http://schemas.openxmlformats.org/officeDocument/2006/relationships/customXml" Target="../ink/ink41.xml"/><Relationship Id="rId9" Type="http://schemas.openxmlformats.org/officeDocument/2006/relationships/image" Target="../media/image63.emf"/><Relationship Id="rId13" Type="http://schemas.openxmlformats.org/officeDocument/2006/relationships/image" Target="../media/image65.emf"/><Relationship Id="rId18" Type="http://schemas.openxmlformats.org/officeDocument/2006/relationships/customXml" Target="../ink/ink48.xml"/><Relationship Id="rId39" Type="http://schemas.openxmlformats.org/officeDocument/2006/relationships/image" Target="../media/image78.emf"/><Relationship Id="rId34" Type="http://schemas.openxmlformats.org/officeDocument/2006/relationships/customXml" Target="../ink/ink56.xml"/><Relationship Id="rId50" Type="http://schemas.openxmlformats.org/officeDocument/2006/relationships/customXml" Target="../ink/ink64.xml"/><Relationship Id="rId55" Type="http://schemas.openxmlformats.org/officeDocument/2006/relationships/image" Target="../media/image86.emf"/></Relationships>
</file>

<file path=ppt/slides/_rels/slide50.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notesSlide" Target="../notesSlides/notesSlide49.xml"/><Relationship Id="rId1" Type="http://schemas.openxmlformats.org/officeDocument/2006/relationships/slideLayout" Target="../slideLayouts/slideLayout21.xml"/><Relationship Id="rId4" Type="http://schemas.openxmlformats.org/officeDocument/2006/relationships/image" Target="../media/image44.gif"/></Relationships>
</file>

<file path=ppt/slides/_rels/slide51.xml.rels><?xml version="1.0" encoding="UTF-8" standalone="yes"?>
<Relationships xmlns="http://schemas.openxmlformats.org/package/2006/relationships"><Relationship Id="rId8" Type="http://schemas.openxmlformats.org/officeDocument/2006/relationships/customXml" Target="../ink/ink77.xml"/><Relationship Id="rId3" Type="http://schemas.openxmlformats.org/officeDocument/2006/relationships/image" Target="../media/image45.gif"/><Relationship Id="rId7" Type="http://schemas.openxmlformats.org/officeDocument/2006/relationships/image" Target="../media/image660.emf"/><Relationship Id="rId2" Type="http://schemas.openxmlformats.org/officeDocument/2006/relationships/notesSlide" Target="../notesSlides/notesSlide50.xml"/><Relationship Id="rId1" Type="http://schemas.openxmlformats.org/officeDocument/2006/relationships/slideLayout" Target="../slideLayouts/slideLayout21.xml"/><Relationship Id="rId6" Type="http://schemas.openxmlformats.org/officeDocument/2006/relationships/customXml" Target="../ink/ink76.xml"/><Relationship Id="rId5" Type="http://schemas.openxmlformats.org/officeDocument/2006/relationships/image" Target="../media/image650.emf"/><Relationship Id="rId4" Type="http://schemas.openxmlformats.org/officeDocument/2006/relationships/customXml" Target="../ink/ink75.xml"/><Relationship Id="rId9" Type="http://schemas.openxmlformats.org/officeDocument/2006/relationships/image" Target="../media/image670.emf"/></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51.xml"/><Relationship Id="rId1" Type="http://schemas.openxmlformats.org/officeDocument/2006/relationships/slideLayout" Target="../slideLayouts/slideLayout2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52.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54.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55.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56.xml"/><Relationship Id="rId1" Type="http://schemas.openxmlformats.org/officeDocument/2006/relationships/slideLayout" Target="../slideLayouts/slideLayout20.xml"/><Relationship Id="rId5" Type="http://schemas.openxmlformats.org/officeDocument/2006/relationships/image" Target="../media/image700.emf"/><Relationship Id="rId4" Type="http://schemas.openxmlformats.org/officeDocument/2006/relationships/customXml" Target="../ink/ink78.xml"/></Relationships>
</file>

<file path=ppt/slides/_rels/slide58.xml.rels><?xml version="1.0" encoding="UTF-8" standalone="yes"?>
<Relationships xmlns="http://schemas.openxmlformats.org/package/2006/relationships"><Relationship Id="rId3" Type="http://schemas.openxmlformats.org/officeDocument/2006/relationships/image" Target="../media/image48.gif"/><Relationship Id="rId2" Type="http://schemas.openxmlformats.org/officeDocument/2006/relationships/notesSlide" Target="../notesSlides/notesSlide57.xml"/><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8" Type="http://schemas.openxmlformats.org/officeDocument/2006/relationships/customXml" Target="../ink/ink79.xml"/><Relationship Id="rId13" Type="http://schemas.openxmlformats.org/officeDocument/2006/relationships/image" Target="../media/image740.emf"/><Relationship Id="rId3" Type="http://schemas.openxmlformats.org/officeDocument/2006/relationships/diagramData" Target="../diagrams/data13.xml"/><Relationship Id="rId7" Type="http://schemas.microsoft.com/office/2007/relationships/diagramDrawing" Target="../diagrams/drawing13.xml"/><Relationship Id="rId12" Type="http://schemas.openxmlformats.org/officeDocument/2006/relationships/customXml" Target="../ink/ink81.xml"/><Relationship Id="rId2" Type="http://schemas.openxmlformats.org/officeDocument/2006/relationships/notesSlide" Target="../notesSlides/notesSlide58.xml"/><Relationship Id="rId1" Type="http://schemas.openxmlformats.org/officeDocument/2006/relationships/slideLayout" Target="../slideLayouts/slideLayout20.xml"/><Relationship Id="rId6" Type="http://schemas.openxmlformats.org/officeDocument/2006/relationships/diagramColors" Target="../diagrams/colors13.xml"/><Relationship Id="rId11" Type="http://schemas.openxmlformats.org/officeDocument/2006/relationships/image" Target="../media/image730.emf"/><Relationship Id="rId5" Type="http://schemas.openxmlformats.org/officeDocument/2006/relationships/diagramQuickStyle" Target="../diagrams/quickStyle13.xml"/><Relationship Id="rId15" Type="http://schemas.openxmlformats.org/officeDocument/2006/relationships/image" Target="../media/image750.emf"/><Relationship Id="rId10" Type="http://schemas.openxmlformats.org/officeDocument/2006/relationships/customXml" Target="../ink/ink80.xml"/><Relationship Id="rId4" Type="http://schemas.openxmlformats.org/officeDocument/2006/relationships/diagramLayout" Target="../diagrams/layout13.xml"/><Relationship Id="rId9" Type="http://schemas.openxmlformats.org/officeDocument/2006/relationships/image" Target="../media/image720.emf"/><Relationship Id="rId14" Type="http://schemas.openxmlformats.org/officeDocument/2006/relationships/customXml" Target="../ink/ink8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a:xfrm>
            <a:off x="3429000" y="2667001"/>
            <a:ext cx="5396671" cy="1600200"/>
          </a:xfrm>
        </p:spPr>
        <p:txBody>
          <a:bodyPr/>
          <a:lstStyle/>
          <a:p>
            <a:pPr eaLnBrk="1" hangingPunct="1"/>
            <a:r>
              <a:rPr lang="en-US" dirty="0" smtClean="0"/>
              <a:t>Chapter 8</a:t>
            </a:r>
            <a:br>
              <a:rPr lang="en-US" dirty="0" smtClean="0"/>
            </a:br>
            <a:r>
              <a:rPr lang="en-US" dirty="0" smtClean="0"/>
              <a:t>Virtual Memory</a:t>
            </a:r>
          </a:p>
        </p:txBody>
      </p:sp>
      <p:sp>
        <p:nvSpPr>
          <p:cNvPr id="3" name="Subtitle 2"/>
          <p:cNvSpPr>
            <a:spLocks noGrp="1"/>
          </p:cNvSpPr>
          <p:nvPr>
            <p:ph type="body" idx="1"/>
          </p:nvPr>
        </p:nvSpPr>
        <p:spPr>
          <a:xfrm>
            <a:off x="533401" y="1676400"/>
            <a:ext cx="1981200" cy="4267200"/>
          </a:xfrm>
        </p:spPr>
        <p:txBody>
          <a:bodyPr rtlCol="0">
            <a:normAutofit/>
          </a:bodyPr>
          <a:lstStyle/>
          <a:p>
            <a:pPr algn="ctr" eaLnBrk="1" fontAlgn="auto" hangingPunct="1">
              <a:spcAft>
                <a:spcPts val="0"/>
              </a:spcAft>
              <a:buFont typeface="Arial" pitchFamily="34" charset="0"/>
              <a:buNone/>
              <a:defRPr/>
            </a:pPr>
            <a:r>
              <a:rPr lang="en-US" sz="3200" i="1" dirty="0" smtClean="0">
                <a:solidFill>
                  <a:schemeClr val="bg2">
                    <a:lumMod val="25000"/>
                  </a:schemeClr>
                </a:solidFill>
              </a:rPr>
              <a:t>Operating Systems:</a:t>
            </a:r>
            <a:br>
              <a:rPr lang="en-US" sz="3200" i="1" dirty="0" smtClean="0">
                <a:solidFill>
                  <a:schemeClr val="bg2">
                    <a:lumMod val="25000"/>
                  </a:schemeClr>
                </a:solidFill>
              </a:rPr>
            </a:br>
            <a:r>
              <a:rPr lang="en-US" sz="3200" i="1" dirty="0" smtClean="0">
                <a:solidFill>
                  <a:schemeClr val="bg2">
                    <a:lumMod val="25000"/>
                  </a:schemeClr>
                </a:solidFill>
              </a:rPr>
              <a:t>Internals </a:t>
            </a:r>
          </a:p>
          <a:p>
            <a:pPr algn="ctr" eaLnBrk="1" fontAlgn="auto" hangingPunct="1">
              <a:spcAft>
                <a:spcPts val="0"/>
              </a:spcAft>
              <a:buFont typeface="Arial" pitchFamily="34" charset="0"/>
              <a:buNone/>
              <a:defRPr/>
            </a:pPr>
            <a:r>
              <a:rPr lang="en-US" sz="3200" i="1" dirty="0" smtClean="0">
                <a:solidFill>
                  <a:schemeClr val="bg2">
                    <a:lumMod val="25000"/>
                  </a:schemeClr>
                </a:solidFill>
              </a:rPr>
              <a:t>and Design Principles</a:t>
            </a:r>
          </a:p>
        </p:txBody>
      </p:sp>
      <p:sp>
        <p:nvSpPr>
          <p:cNvPr id="4" name="Footer Placeholder 3"/>
          <p:cNvSpPr>
            <a:spLocks noGrp="1"/>
          </p:cNvSpPr>
          <p:nvPr>
            <p:ph type="ftr" sz="quarter" idx="11"/>
          </p:nvPr>
        </p:nvSpPr>
        <p:spPr>
          <a:xfrm>
            <a:off x="6324600" y="4419600"/>
            <a:ext cx="2209800" cy="685800"/>
          </a:xfrm>
        </p:spPr>
        <p:txBody>
          <a:bodyPr/>
          <a:lstStyle/>
          <a:p>
            <a:pPr algn="r"/>
            <a:r>
              <a:rPr lang="en-US" sz="1800" b="0" dirty="0" smtClean="0">
                <a:solidFill>
                  <a:schemeClr val="tx1">
                    <a:lumMod val="50000"/>
                    <a:lumOff val="50000"/>
                  </a:schemeClr>
                </a:solidFill>
                <a:latin typeface="+mn-lt"/>
              </a:rPr>
              <a:t>Seventh Edition</a:t>
            </a:r>
          </a:p>
          <a:p>
            <a:pPr algn="r"/>
            <a:r>
              <a:rPr lang="en-US" sz="1800" b="0" dirty="0" smtClean="0">
                <a:solidFill>
                  <a:schemeClr val="tx1">
                    <a:lumMod val="50000"/>
                    <a:lumOff val="50000"/>
                  </a:schemeClr>
                </a:solidFill>
                <a:latin typeface="+mn-lt"/>
              </a:rPr>
              <a:t>William Stallings</a:t>
            </a:r>
          </a:p>
          <a:p>
            <a:pPr>
              <a:defRPr/>
            </a:pP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sz="4000" dirty="0" smtClean="0">
                <a:solidFill>
                  <a:schemeClr val="accent6">
                    <a:lumMod val="50000"/>
                  </a:schemeClr>
                </a:solidFill>
              </a:rPr>
              <a:t>Hardware and Control Structures</a:t>
            </a:r>
            <a:endParaRPr lang="en-US" sz="4000" dirty="0">
              <a:solidFill>
                <a:schemeClr val="accent6">
                  <a:lumMod val="50000"/>
                </a:schemeClr>
              </a:solidFill>
            </a:endParaRPr>
          </a:p>
        </p:txBody>
      </p:sp>
      <p:sp>
        <p:nvSpPr>
          <p:cNvPr id="3" name="Content Placeholder 2"/>
          <p:cNvSpPr>
            <a:spLocks noGrp="1"/>
          </p:cNvSpPr>
          <p:nvPr>
            <p:ph idx="4294967295"/>
          </p:nvPr>
        </p:nvSpPr>
        <p:spPr>
          <a:xfrm>
            <a:off x="457200" y="1981200"/>
            <a:ext cx="8458200" cy="5257800"/>
          </a:xfrm>
        </p:spPr>
        <p:txBody>
          <a:bodyPr/>
          <a:lstStyle/>
          <a:p>
            <a:r>
              <a:rPr lang="en-US" sz="3000" dirty="0" smtClean="0"/>
              <a:t>Two characteristics fundamental to memory management:</a:t>
            </a:r>
          </a:p>
          <a:p>
            <a:pPr marL="1371600" lvl="2" indent="-457200">
              <a:buSzPct val="90000"/>
              <a:buFont typeface="+mj-lt"/>
              <a:buAutoNum type="arabicParenR"/>
            </a:pPr>
            <a:r>
              <a:rPr lang="en-US" sz="2200" dirty="0" smtClean="0">
                <a:solidFill>
                  <a:srgbClr val="FF0000"/>
                </a:solidFill>
              </a:rPr>
              <a:t>all memory references are logical addresses </a:t>
            </a:r>
            <a:r>
              <a:rPr lang="en-US" sz="2200" dirty="0" smtClean="0"/>
              <a:t>that are dynamically translated into physical addresses at run time</a:t>
            </a:r>
          </a:p>
          <a:p>
            <a:pPr marL="1371600" lvl="2" indent="-457200">
              <a:buSzPct val="90000"/>
              <a:buFont typeface="+mj-lt"/>
              <a:buAutoNum type="arabicParenR"/>
            </a:pPr>
            <a:r>
              <a:rPr lang="en-US" sz="2200" dirty="0" smtClean="0"/>
              <a:t>a process may be broken up into a number of </a:t>
            </a:r>
            <a:r>
              <a:rPr lang="en-US" sz="2200" dirty="0" smtClean="0">
                <a:solidFill>
                  <a:srgbClr val="FF0000"/>
                </a:solidFill>
              </a:rPr>
              <a:t>pieces</a:t>
            </a:r>
            <a:r>
              <a:rPr lang="en-US" sz="2200" dirty="0" smtClean="0"/>
              <a:t> that </a:t>
            </a:r>
            <a:r>
              <a:rPr lang="en-US" sz="2200" dirty="0" smtClean="0">
                <a:solidFill>
                  <a:srgbClr val="FF0000"/>
                </a:solidFill>
              </a:rPr>
              <a:t>don’t need to be contiguously located</a:t>
            </a:r>
            <a:r>
              <a:rPr lang="en-US" sz="2200" dirty="0" smtClean="0"/>
              <a:t> in main memory during execution</a:t>
            </a:r>
          </a:p>
          <a:p>
            <a:pPr marL="342900" lvl="2" indent="-342900"/>
            <a:r>
              <a:rPr lang="en-US" sz="2900" dirty="0" smtClean="0">
                <a:solidFill>
                  <a:srgbClr val="FF0000"/>
                </a:solidFill>
              </a:rPr>
              <a:t>If these two characteristics </a:t>
            </a:r>
            <a:r>
              <a:rPr lang="en-US" sz="2900" dirty="0" smtClean="0"/>
              <a:t>are present, it is not necessary that all of the pages or segments of a process be in main memory during execution</a:t>
            </a:r>
          </a:p>
          <a:p>
            <a:pPr marL="342900" lvl="1" indent="-342900">
              <a:buFont typeface="Arial" charset="0"/>
              <a:buChar char="•"/>
            </a:pPr>
            <a:endParaRPr lang="en-US" sz="30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1" end="1"/>
                                            </p:txEl>
                                          </p:spTgt>
                                        </p:tgtEl>
                                        <p:attrNameLst>
                                          <p:attrName>ppt_y</p:attrName>
                                        </p:attrNameLst>
                                      </p:cBhvr>
                                      <p:tavLst>
                                        <p:tav tm="0">
                                          <p:val>
                                            <p:strVal val="#ppt_y"/>
                                          </p:val>
                                        </p:tav>
                                        <p:tav tm="100000">
                                          <p:val>
                                            <p:strVal val="#ppt_y"/>
                                          </p:val>
                                        </p:tav>
                                      </p:tavLst>
                                    </p:anim>
                                  </p:childTnLst>
                                </p:cTn>
                              </p:par>
                              <p:par>
                                <p:cTn id="9" presetID="10" presetClass="entr" presetSubtype="0" fill="hold" grpId="1"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Effect transition="in" filter="fade">
                                      <p:cBhvr>
                                        <p:cTn id="11" dur="3000"/>
                                        <p:tgtEl>
                                          <p:spTgt spid="3">
                                            <p:txEl>
                                              <p:pRg st="3" end="3"/>
                                            </p:txEl>
                                          </p:spTgt>
                                        </p:tgtEl>
                                      </p:cBhvr>
                                    </p:animEffect>
                                  </p:childTnLst>
                                </p:cTn>
                              </p:par>
                              <p:par>
                                <p:cTn id="12" presetID="2" presetClass="entr" presetSubtype="2" accel="50000" decel="50000" fill="hold" grpId="0"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 calcmode="lin" valueType="num">
                                      <p:cBhvr additive="base">
                                        <p:cTn id="14" dur="1000" fill="hold"/>
                                        <p:tgtEl>
                                          <p:spTgt spid="3">
                                            <p:txEl>
                                              <p:pRg st="2" end="2"/>
                                            </p:txEl>
                                          </p:spTgt>
                                        </p:tgtEl>
                                        <p:attrNameLst>
                                          <p:attrName>ppt_x</p:attrName>
                                        </p:attrNameLst>
                                      </p:cBhvr>
                                      <p:tavLst>
                                        <p:tav tm="0">
                                          <p:val>
                                            <p:strVal val="1+#ppt_w/2"/>
                                          </p:val>
                                        </p:tav>
                                        <p:tav tm="100000">
                                          <p:val>
                                            <p:strVal val="#ppt_x"/>
                                          </p:val>
                                        </p:tav>
                                      </p:tavLst>
                                    </p:anim>
                                    <p:anim calcmode="lin" valueType="num">
                                      <p:cBhvr additive="base">
                                        <p:cTn id="15"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0"/>
            <a:ext cx="7824788" cy="1524000"/>
          </a:xfrm>
        </p:spPr>
        <p:txBody>
          <a:bodyPr/>
          <a:lstStyle/>
          <a:p>
            <a:pPr algn="l"/>
            <a:r>
              <a:rPr lang="en-NZ" b="1" dirty="0" smtClean="0">
                <a:solidFill>
                  <a:schemeClr val="accent1">
                    <a:lumMod val="75000"/>
                  </a:schemeClr>
                </a:solidFill>
              </a:rPr>
              <a:t>Terminology</a:t>
            </a:r>
            <a:endParaRPr lang="en-US" dirty="0">
              <a:solidFill>
                <a:schemeClr val="accent1">
                  <a:lumMod val="75000"/>
                </a:schemeClr>
              </a:solidFill>
            </a:endParaRPr>
          </a:p>
        </p:txBody>
      </p:sp>
      <p:graphicFrame>
        <p:nvGraphicFramePr>
          <p:cNvPr id="252930" name="Object 2"/>
          <p:cNvGraphicFramePr>
            <a:graphicFrameLocks noChangeAspect="1"/>
          </p:cNvGraphicFramePr>
          <p:nvPr/>
        </p:nvGraphicFramePr>
        <p:xfrm>
          <a:off x="914400" y="1752600"/>
          <a:ext cx="7467600" cy="4527105"/>
        </p:xfrm>
        <a:graphic>
          <a:graphicData uri="http://schemas.openxmlformats.org/presentationml/2006/ole">
            <mc:AlternateContent xmlns:mc="http://schemas.openxmlformats.org/markup-compatibility/2006">
              <mc:Choice xmlns:v="urn:schemas-microsoft-com:vml" Requires="v">
                <p:oleObj spid="_x0000_s253008" name="Document" r:id="rId4" imgW="5626100" imgH="3238500" progId="Word.Document.12">
                  <p:embed/>
                </p:oleObj>
              </mc:Choice>
              <mc:Fallback>
                <p:oleObj name="Document" r:id="rId4" imgW="5626100" imgH="3238500" progId="Word.Documen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1752600"/>
                        <a:ext cx="7467600" cy="45271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 name="TextBox 5"/>
          <p:cNvSpPr txBox="1"/>
          <p:nvPr/>
        </p:nvSpPr>
        <p:spPr>
          <a:xfrm>
            <a:off x="685800" y="6096000"/>
            <a:ext cx="7924801" cy="293132"/>
          </a:xfrm>
          <a:prstGeom prst="rect">
            <a:avLst/>
          </a:prstGeom>
          <a:blipFill rotWithShape="1">
            <a:blip r:embed="rId6"/>
            <a:tile tx="0" ty="0" sx="100000" sy="100000" flip="none" algn="tl"/>
          </a:blipFill>
        </p:spPr>
        <p:txBody>
          <a:bodyPr wrap="square" rtlCol="0">
            <a:spAutoFit/>
          </a:bodyPr>
          <a:lstStyle/>
          <a:p>
            <a:endParaRPr lang="en-US" dirty="0"/>
          </a:p>
        </p:txBody>
      </p:sp>
    </p:spTree>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04800"/>
            <a:ext cx="7824788" cy="1323041"/>
          </a:xfrm>
        </p:spPr>
        <p:txBody>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Execution of a Process</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533400" y="2209800"/>
            <a:ext cx="8077200" cy="3840163"/>
          </a:xfrm>
        </p:spPr>
        <p:txBody>
          <a:bodyPr/>
          <a:lstStyle/>
          <a:p>
            <a:r>
              <a:rPr lang="en-US" sz="2200" dirty="0" smtClean="0"/>
              <a:t>Operating system brings into main memory </a:t>
            </a:r>
            <a:r>
              <a:rPr lang="en-US" sz="2200" dirty="0" smtClean="0">
                <a:solidFill>
                  <a:srgbClr val="FF0000"/>
                </a:solidFill>
              </a:rPr>
              <a:t>a few pieces of the program</a:t>
            </a:r>
          </a:p>
          <a:p>
            <a:r>
              <a:rPr lang="en-US" sz="2200" dirty="0" smtClean="0">
                <a:solidFill>
                  <a:srgbClr val="FF0000"/>
                </a:solidFill>
              </a:rPr>
              <a:t>Resident set </a:t>
            </a:r>
            <a:r>
              <a:rPr lang="en-US" sz="2200" dirty="0" smtClean="0"/>
              <a:t>- portion of process that is in main memory</a:t>
            </a:r>
          </a:p>
          <a:p>
            <a:r>
              <a:rPr lang="en-US" sz="2200" dirty="0" smtClean="0">
                <a:solidFill>
                  <a:srgbClr val="FF0000"/>
                </a:solidFill>
              </a:rPr>
              <a:t>An interrupt </a:t>
            </a:r>
            <a:r>
              <a:rPr lang="en-US" sz="2200" dirty="0" smtClean="0"/>
              <a:t>is generated when an address is needed that is not in main memory</a:t>
            </a:r>
          </a:p>
          <a:p>
            <a:r>
              <a:rPr lang="en-US" sz="2200" dirty="0" smtClean="0"/>
              <a:t>Operating system </a:t>
            </a:r>
            <a:r>
              <a:rPr lang="en-US" sz="2200" dirty="0" smtClean="0">
                <a:solidFill>
                  <a:srgbClr val="FF0000"/>
                </a:solidFill>
              </a:rPr>
              <a:t>places the process                                              in a blocking state</a:t>
            </a:r>
          </a:p>
          <a:p>
            <a:endParaRPr lang="en-US" dirty="0"/>
          </a:p>
        </p:txBody>
      </p:sp>
      <p:sp>
        <p:nvSpPr>
          <p:cNvPr id="4" name="TextBox 3"/>
          <p:cNvSpPr txBox="1"/>
          <p:nvPr/>
        </p:nvSpPr>
        <p:spPr>
          <a:xfrm>
            <a:off x="6934200" y="6457890"/>
            <a:ext cx="1781532" cy="400110"/>
          </a:xfrm>
          <a:prstGeom prst="rect">
            <a:avLst/>
          </a:prstGeom>
          <a:noFill/>
        </p:spPr>
        <p:txBody>
          <a:bodyPr wrap="none" rtlCol="0">
            <a:spAutoFit/>
          </a:bodyPr>
          <a:lstStyle/>
          <a:p>
            <a:r>
              <a:rPr lang="en-US" sz="2000" dirty="0" smtClean="0"/>
              <a:t>Continued . . .</a:t>
            </a:r>
            <a:endParaRPr lang="en-US" sz="2000" dirty="0"/>
          </a:p>
        </p:txBody>
      </p:sp>
      <p:pic>
        <p:nvPicPr>
          <p:cNvPr id="5" name="Picture 4"/>
          <p:cNvPicPr>
            <a:picLocks noChangeAspect="1"/>
          </p:cNvPicPr>
          <p:nvPr/>
        </p:nvPicPr>
        <p:blipFill>
          <a:blip r:embed="rId3"/>
          <a:stretch>
            <a:fillRect/>
          </a:stretch>
        </p:blipFill>
        <p:spPr>
          <a:xfrm>
            <a:off x="5638800" y="4267200"/>
            <a:ext cx="1447800" cy="2364614"/>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3">
                    <a:lumMod val="50000"/>
                  </a:schemeClr>
                </a:solidFill>
              </a:rPr>
              <a:t>Execution of a Process</a:t>
            </a:r>
            <a:endParaRPr lang="en-US" b="1" dirty="0">
              <a:solidFill>
                <a:schemeClr val="accent3">
                  <a:lumMod val="50000"/>
                </a:schemeClr>
              </a:solidFill>
            </a:endParaRPr>
          </a:p>
        </p:txBody>
      </p:sp>
      <p:sp>
        <p:nvSpPr>
          <p:cNvPr id="3" name="Content Placeholder 2"/>
          <p:cNvSpPr>
            <a:spLocks noGrp="1"/>
          </p:cNvSpPr>
          <p:nvPr>
            <p:ph idx="4294967295"/>
          </p:nvPr>
        </p:nvSpPr>
        <p:spPr>
          <a:xfrm>
            <a:off x="457200" y="2209800"/>
            <a:ext cx="8305800" cy="3840163"/>
          </a:xfrm>
        </p:spPr>
        <p:txBody>
          <a:bodyPr/>
          <a:lstStyle/>
          <a:p>
            <a:r>
              <a:rPr lang="en-US" sz="2200" dirty="0" smtClean="0"/>
              <a:t>Piece of process that contains the logical address is brought into main memory</a:t>
            </a:r>
          </a:p>
          <a:p>
            <a:pPr lvl="1"/>
            <a:r>
              <a:rPr lang="en-US" sz="2200" dirty="0" smtClean="0"/>
              <a:t>operating system </a:t>
            </a:r>
            <a:r>
              <a:rPr lang="en-US" sz="2200" dirty="0" smtClean="0">
                <a:solidFill>
                  <a:srgbClr val="FF0000"/>
                </a:solidFill>
              </a:rPr>
              <a:t>issues a disk I/O Read request</a:t>
            </a:r>
          </a:p>
          <a:p>
            <a:pPr lvl="1"/>
            <a:r>
              <a:rPr lang="en-US" sz="2200" dirty="0" smtClean="0"/>
              <a:t>another </a:t>
            </a:r>
            <a:r>
              <a:rPr lang="en-US" sz="2200" dirty="0" smtClean="0">
                <a:solidFill>
                  <a:srgbClr val="FF0000"/>
                </a:solidFill>
              </a:rPr>
              <a:t>process is dispatched to run </a:t>
            </a:r>
            <a:r>
              <a:rPr lang="en-US" sz="2200" dirty="0" smtClean="0"/>
              <a:t>while the disk I/O takes place</a:t>
            </a:r>
          </a:p>
          <a:p>
            <a:pPr lvl="1"/>
            <a:r>
              <a:rPr lang="en-US" sz="2200" dirty="0" smtClean="0"/>
              <a:t>an interrupt is issued </a:t>
            </a:r>
            <a:r>
              <a:rPr lang="en-US" sz="2200" dirty="0" smtClean="0">
                <a:solidFill>
                  <a:srgbClr val="FF0000"/>
                </a:solidFill>
              </a:rPr>
              <a:t>when disk I/O is complete</a:t>
            </a:r>
            <a:r>
              <a:rPr lang="en-US" sz="2200" dirty="0" smtClean="0"/>
              <a:t>, which causes the operating system to place the </a:t>
            </a:r>
            <a:r>
              <a:rPr lang="en-US" sz="2200" dirty="0" smtClean="0">
                <a:solidFill>
                  <a:srgbClr val="FF0000"/>
                </a:solidFill>
              </a:rPr>
              <a:t>affected process in the Ready state</a:t>
            </a:r>
          </a:p>
          <a:p>
            <a:endParaRPr lang="en-US" dirty="0"/>
          </a:p>
        </p:txBody>
      </p:sp>
      <p:pic>
        <p:nvPicPr>
          <p:cNvPr id="4" name="Picture 3"/>
          <p:cNvPicPr>
            <a:picLocks noChangeAspect="1"/>
          </p:cNvPicPr>
          <p:nvPr/>
        </p:nvPicPr>
        <p:blipFill>
          <a:blip r:embed="rId3"/>
          <a:stretch>
            <a:fillRect/>
          </a:stretch>
        </p:blipFill>
        <p:spPr>
          <a:xfrm>
            <a:off x="6400800" y="5029200"/>
            <a:ext cx="1343775" cy="1453321"/>
          </a:xfrm>
          <a:prstGeom prst="rect">
            <a:avLst/>
          </a:prstGeom>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NZ" b="1" dirty="0" smtClean="0">
                <a:solidFill>
                  <a:schemeClr val="accent1">
                    <a:lumMod val="50000"/>
                  </a:schemeClr>
                </a:solidFill>
              </a:rPr>
              <a:t>Implications</a:t>
            </a:r>
            <a:endParaRPr lang="en-US" b="1" dirty="0">
              <a:solidFill>
                <a:schemeClr val="accent1">
                  <a:lumMod val="50000"/>
                </a:schemeClr>
              </a:solidFill>
            </a:endParaRPr>
          </a:p>
        </p:txBody>
      </p:sp>
      <p:sp>
        <p:nvSpPr>
          <p:cNvPr id="3" name="Content Placeholder 2"/>
          <p:cNvSpPr>
            <a:spLocks noGrp="1"/>
          </p:cNvSpPr>
          <p:nvPr>
            <p:ph idx="4294967295"/>
          </p:nvPr>
        </p:nvSpPr>
        <p:spPr>
          <a:xfrm>
            <a:off x="533400" y="2286000"/>
            <a:ext cx="8153400" cy="3840163"/>
          </a:xfrm>
        </p:spPr>
        <p:txBody>
          <a:bodyPr/>
          <a:lstStyle/>
          <a:p>
            <a:r>
              <a:rPr lang="en-US" sz="2200" dirty="0" smtClean="0">
                <a:solidFill>
                  <a:srgbClr val="FF0000"/>
                </a:solidFill>
              </a:rPr>
              <a:t>More processes </a:t>
            </a:r>
            <a:r>
              <a:rPr lang="en-US" sz="2200" dirty="0" smtClean="0"/>
              <a:t>may be maintained in main memory</a:t>
            </a:r>
          </a:p>
          <a:p>
            <a:pPr lvl="1"/>
            <a:r>
              <a:rPr lang="en-US" sz="2200" dirty="0" smtClean="0">
                <a:solidFill>
                  <a:srgbClr val="FF0000"/>
                </a:solidFill>
              </a:rPr>
              <a:t>only load in some of the pieces of each process</a:t>
            </a:r>
          </a:p>
          <a:p>
            <a:pPr lvl="1"/>
            <a:r>
              <a:rPr lang="en-US" sz="2200" dirty="0" smtClean="0"/>
              <a:t>with so many processes in main memory, it is very likely a process will be in the Ready state at any particular time</a:t>
            </a:r>
          </a:p>
          <a:p>
            <a:r>
              <a:rPr lang="en-US" sz="2200" dirty="0" smtClean="0"/>
              <a:t>A process may be larger than all of main memory </a:t>
            </a:r>
            <a:r>
              <a:rPr lang="en-US" sz="2200" dirty="0" smtClean="0">
                <a:solidFill>
                  <a:srgbClr val="FF0000"/>
                </a:solidFill>
              </a:rPr>
              <a:t>(programmers do not care)</a:t>
            </a:r>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trips(downLeft)">
                                      <p:cBhvr>
                                        <p:cTn id="7" dur="1000"/>
                                        <p:tgtEl>
                                          <p:spTgt spid="3">
                                            <p:txEl>
                                              <p:pRg st="1" end="1"/>
                                            </p:txEl>
                                          </p:spTgt>
                                        </p:tgtEl>
                                      </p:cBhvr>
                                    </p:animEffect>
                                  </p:childTnLst>
                                </p:cTn>
                              </p:par>
                              <p:par>
                                <p:cTn id="8" presetID="18" presetClass="entr" presetSubtype="12"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strips(downLeft)">
                                      <p:cBhvr>
                                        <p:cTn id="10"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r>
              <a:rPr lang="en-US" b="1" dirty="0" smtClean="0">
                <a:ln w="1905"/>
                <a:solidFill>
                  <a:schemeClr val="accent1">
                    <a:lumMod val="75000"/>
                  </a:schemeClr>
                </a:solidFill>
                <a:effectLst>
                  <a:innerShdw blurRad="69850" dist="43180" dir="5400000">
                    <a:srgbClr val="000000">
                      <a:alpha val="65000"/>
                    </a:srgbClr>
                  </a:innerShdw>
                </a:effectLst>
              </a:rPr>
              <a:t>Real and Virtual Memory</a:t>
            </a:r>
            <a:endParaRPr lang="en-US" b="1" dirty="0">
              <a:ln w="1905"/>
              <a:solidFill>
                <a:schemeClr val="accent1">
                  <a:lumMod val="75000"/>
                </a:schemeClr>
              </a:solidFill>
              <a:effectLst>
                <a:innerShdw blurRad="69850" dist="43180" dir="5400000">
                  <a:srgbClr val="000000">
                    <a:alpha val="65000"/>
                  </a:srgbClr>
                </a:innerShdw>
              </a:effectLst>
            </a:endParaRPr>
          </a:p>
        </p:txBody>
      </p:sp>
      <p:graphicFrame>
        <p:nvGraphicFramePr>
          <p:cNvPr id="4" name="Content Placeholder 3"/>
          <p:cNvGraphicFramePr>
            <a:graphicFrameLocks noGrp="1"/>
          </p:cNvGraphicFramePr>
          <p:nvPr>
            <p:ph idx="4294967295"/>
          </p:nvPr>
        </p:nvGraphicFramePr>
        <p:xfrm>
          <a:off x="533400" y="2438400"/>
          <a:ext cx="73914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rot="21164849">
            <a:off x="6096000" y="2819400"/>
            <a:ext cx="2095500" cy="1435100"/>
          </a:xfrm>
          <a:prstGeom prst="rect">
            <a:avLst/>
          </a:prstGeom>
        </p:spPr>
      </p:pic>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Thrashing</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10" name="Content Placeholder 9"/>
          <p:cNvGraphicFramePr>
            <a:graphicFrameLocks noGrp="1"/>
          </p:cNvGraphicFramePr>
          <p:nvPr>
            <p:ph idx="4294967295"/>
            <p:extLst>
              <p:ext uri="{D42A27DB-BD31-4B8C-83A1-F6EECF244321}">
                <p14:modId xmlns:p14="http://schemas.microsoft.com/office/powerpoint/2010/main" val="2472612990"/>
              </p:ext>
            </p:extLst>
          </p:nvPr>
        </p:nvGraphicFramePr>
        <p:xfrm>
          <a:off x="0" y="1828800"/>
          <a:ext cx="8839200" cy="5638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p14="http://schemas.microsoft.com/office/powerpoint/2010/main">
        <mc:Choice Requires="p14">
          <p:contentPart p14:bwMode="auto" r:id="rId8">
            <p14:nvContentPartPr>
              <p14:cNvPr id="11" name="Ink 10"/>
              <p14:cNvContentPartPr/>
              <p14:nvPr/>
            </p14:nvContentPartPr>
            <p14:xfrm>
              <a:off x="6180660" y="-196186"/>
              <a:ext cx="146160" cy="366480"/>
            </p14:xfrm>
          </p:contentPart>
        </mc:Choice>
        <mc:Fallback xmlns="">
          <p:pic>
            <p:nvPicPr>
              <p:cNvPr id="11" name="Ink 10"/>
              <p:cNvPicPr/>
              <p:nvPr/>
            </p:nvPicPr>
            <p:blipFill>
              <a:blip r:embed="rId9"/>
              <a:stretch>
                <a:fillRect/>
              </a:stretch>
            </p:blipFill>
            <p:spPr>
              <a:xfrm>
                <a:off x="6175980" y="-201226"/>
                <a:ext cx="155880" cy="376200"/>
              </a:xfrm>
              <a:prstGeom prst="rect">
                <a:avLst/>
              </a:prstGeom>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grpId="0" nodeType="withEffect">
                                  <p:stCondLst>
                                    <p:cond delay="0"/>
                                  </p:stCondLst>
                                  <p:childTnLst>
                                    <p:animMotion origin="layout" path="M -3.33333E-6 -7.40741E-7 C -0.0066 -0.04421 -0.01267 -0.08865 -0.01788 -0.13287 C -0.01858 -0.13796 -0.01927 -0.14305 -0.01962 -0.14814 C -0.02083 -0.15902 -0.02292 -0.18078 -0.02292 -0.18078 C -0.02726 -0.17268 -0.02899 -0.16342 -0.03264 -0.15463 C -0.03802 -0.14236 -0.04392 -0.12893 -0.05069 -0.11759 C -0.05556 -0.10972 -0.06181 -0.10277 -0.06528 -0.09351 C -0.07153 -0.07777 -0.06597 -0.09027 -0.07847 -0.06967 C -0.0842 -0.06064 -0.0875 -0.05069 -0.09306 -0.04143 C -0.10035 -0.02986 -0.1092 -0.01597 -0.11441 -0.00208 C -0.11788 0.00672 -0.11962 0.01204 -0.12587 0.0176 C -0.12691 0.00116 -0.12656 -0.01713 -0.13073 -0.03264 C -0.13229 -0.05208 -0.13125 -0.04745 -0.13403 -0.06088 C -0.13455 -0.06319 -0.13438 -0.0662 -0.13559 -0.06759 C -0.1375 -0.06967 -0.1401 -0.06898 -0.14219 -0.06967 C -0.1533 -0.0662 -0.1467 -0.07106 -0.15191 -0.05231 C -0.16424 -0.00902 -0.15313 -0.05926 -0.1651 -0.00648 C -0.1724 0.025 -0.16649 0.00834 -0.17326 0.02616 C -0.18594 0.01343 -0.18802 -0.01226 -0.19601 -0.03055 C -0.19653 -0.0331 -0.19792 -0.04791 -0.20417 -0.04351 C -0.20694 -0.04189 -0.20642 -0.03634 -0.20747 -0.03264 C -0.21111 -0.02222 -0.21389 -0.00949 -0.21892 -7.40741E-7 C -0.22031 0.00232 -0.22188 0.00486 -0.22378 0.00649 C -0.22691 0.00857 -0.23368 0.01088 -0.23368 0.01088 C -0.23611 0.01574 -0.23715 0.02199 -0.2401 0.02616 C -0.24149 0.02778 -0.24358 0.02732 -0.24514 0.02848 C -0.24688 0.0294 -0.24844 0.03125 -0.25 0.03264 C -0.26406 0.02662 -0.26597 0.00695 -0.26788 -0.01088 C -0.26944 -0.02453 -0.26719 -0.03819 -0.27622 -0.0456 C -0.27951 -0.04351 -0.28368 -0.04282 -0.28594 -0.03912 C -0.28837 -0.03588 -0.28802 -0.03055 -0.28924 -0.02615 C -0.2908 -0.02176 -0.29253 -0.01736 -0.2941 -0.01296 C -0.29688 0.00139 -0.30035 0.01621 -0.30399 0.03056 C -0.30833 0.01274 -0.31875 0.00162 -0.32344 -0.01736 C -0.32726 -0.03217 -0.33281 -0.04467 -0.33663 -0.05879 C -0.34149 -0.04629 -0.3408 -0.0331 -0.34306 -0.01944 C -0.34375 -0.01597 -0.34306 -0.01157 -0.34479 -0.00856 C -0.34635 -0.00648 -0.34913 -0.00717 -0.35122 -0.00648 C -0.3566 -0.00185 -0.35816 -0.00115 -0.36267 0.00649 C -0.36528 0.01042 -0.36927 0.01968 -0.36927 0.01968 C -0.37257 0.01899 -0.37604 0.01922 -0.37899 0.0176 C -0.38438 0.01436 -0.38941 -0.00301 -0.39045 -0.00648 C -0.39635 -0.02592 -0.39688 -0.04699 -0.40365 -0.06527 C -0.4059 -0.06458 -0.40851 -0.06527 -0.41007 -0.06319 C -0.41198 -0.06111 -0.41198 -0.05717 -0.41337 -0.05439 C -0.42431 -0.03518 -0.41667 -0.05764 -0.42483 -0.03264 C -0.42726 -0.02569 -0.43142 -0.01088 -0.43142 -0.01088 C -0.43194 -0.0074 -0.43247 -0.0037 -0.43299 -7.40741E-7 C -0.43351 0.00209 -0.43299 0.00649 -0.43455 0.00649 C -0.43628 0.00649 -0.43559 0.00209 -0.43628 -7.40741E-7 C -0.43889 -0.00764 -0.43976 -0.00902 -0.44288 -0.01527 C -0.44618 -0.03287 -0.45017 -0.05023 -0.4526 -0.06759 C -0.45434 -0.06689 -0.45625 -0.06713 -0.45747 -0.06527 C -0.45885 -0.06365 -0.45851 -0.06111 -0.4592 -0.05879 C -0.46406 -0.0449 -0.46285 -0.04791 -0.46892 -0.03703 C -0.47066 -0.02847 -0.47188 -0.02268 -0.47552 -0.01527 C -0.47795 -0.00208 -0.47795 0.00949 -0.48698 0.0176 C -0.49132 0.02616 -0.49809 0.02871 -0.50486 0.03496 C -0.5066 0.03635 -0.50972 0.03936 -0.50972 0.03936 C -0.51094 0.04144 -0.51181 0.04746 -0.51302 0.04584 C -0.51632 0.04144 -0.51545 0.03357 -0.51788 0.02848 C -0.52274 0.01852 -0.51997 0.02385 -0.52622 0.0132 C -0.52795 0.00394 -0.53108 -0.00185 -0.53264 -0.01088 C -0.54028 0.00394 -0.53177 -0.01481 -0.5375 0.00649 C -0.53976 0.01436 -0.54375 0.02199 -0.54566 0.03056 C -0.54913 0.01806 -0.54896 0.00741 -0.55712 -7.40741E-7 C -0.56059 -0.0125 -0.56667 -0.02014 -0.57188 -0.03055 C -0.57604 -0.04768 -0.58819 -0.03541 -0.59306 -0.02615 C -0.60417 -0.00555 -0.60608 0.02338 -0.61441 0.04584 C -0.61667 0.00834 -0.61719 0.01436 -0.61441 -0.03472 C -0.61406 -0.04305 -0.6066 -0.0537 -0.60295 -0.05879 C -0.59306 -0.07338 -0.58802 -0.07754 -0.57344 -0.08055 C -0.56146 -0.07847 -0.54948 -0.07731 -0.5375 -0.07407 C -0.51632 -0.06851 -0.48003 -0.0368 -0.46406 -0.01944 C -0.45139 -0.00578 -0.43438 0.00741 -0.42483 0.02616 C -0.42257 0.03889 -0.42431 0.03056 -0.42153 0.04144 C -0.42049 0.04561 -0.41823 0.05463 -0.41823 0.05463 C -0.41059 0.0213 -0.4283 -0.025 -0.39549 -0.03264 C -0.38906 -0.03426 -0.38247 -0.03611 -0.37587 -0.03703 C -0.36233 -0.03912 -0.34861 -0.04004 -0.3349 -0.04143 C -0.30503 -0.04051 -0.25955 -0.05393 -0.23854 -0.01296 C -0.23628 -0.00324 -0.23594 -0.00532 -0.23854 0.0088 C -0.23941 0.0125 -0.24097 0.01574 -0.24184 0.01968 C -0.24271 0.02246 -0.24566 0.02755 -0.2434 0.02848 C -0.23924 0.0301 -0.23472 0.02547 -0.23038 0.02408 C -0.21788 0.01019 -0.20417 -0.00231 -0.19115 -0.01527 C -0.18993 -0.01875 -0.17726 -0.04328 -0.17639 -0.04351 C -0.14132 -0.05671 -0.15729 -0.05324 -0.12899 -0.05648 C -0.08785 -0.05277 -0.0974 -0.05856 -0.07517 -0.04791 C -0.05955 -0.04051 -0.08715 -0.0537 -0.06042 -0.04143 C -0.05729 -0.04004 -0.05399 -0.03865 -0.05069 -0.03703 C -0.04913 -0.03634 -0.04566 -0.03472 -0.04566 -0.03472 C -0.04201 -0.01944 -0.04792 -0.03773 -0.03594 -0.02615 C -0.02969 -0.02014 -0.0349 -0.01365 -0.02448 -0.00856 C -0.0184 0.00348 -0.01111 -7.40741E-7 -3.33333E-6 -7.40741E-7 Z " pathEditMode="relative" ptsTypes="fffffffffffffffffffffffffffffffffffffffffffffffffffffffffffffffffffffffffffffffffffffffffffffff">
                                      <p:cBhvr>
                                        <p:cTn id="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smtClean="0">
                <a:solidFill>
                  <a:schemeClr val="accent1">
                    <a:lumMod val="50000"/>
                  </a:schemeClr>
                </a:solidFill>
              </a:rPr>
              <a:t>Principle of Locality</a:t>
            </a:r>
            <a:endParaRPr lang="en-US" b="1" dirty="0">
              <a:solidFill>
                <a:schemeClr val="accent1">
                  <a:lumMod val="50000"/>
                </a:schemeClr>
              </a:solidFill>
            </a:endParaRPr>
          </a:p>
        </p:txBody>
      </p:sp>
      <p:sp>
        <p:nvSpPr>
          <p:cNvPr id="3" name="Content Placeholder 2"/>
          <p:cNvSpPr>
            <a:spLocks noGrp="1"/>
          </p:cNvSpPr>
          <p:nvPr>
            <p:ph idx="4294967295"/>
          </p:nvPr>
        </p:nvSpPr>
        <p:spPr>
          <a:xfrm>
            <a:off x="609600" y="2286000"/>
            <a:ext cx="8001000" cy="3840163"/>
          </a:xfrm>
        </p:spPr>
        <p:txBody>
          <a:bodyPr>
            <a:normAutofit fontScale="92500" lnSpcReduction="20000"/>
          </a:bodyPr>
          <a:lstStyle/>
          <a:p>
            <a:r>
              <a:rPr lang="en-US" sz="2200" dirty="0" smtClean="0"/>
              <a:t>Program and data references within a process tend to cluster</a:t>
            </a:r>
          </a:p>
          <a:p>
            <a:r>
              <a:rPr lang="en-US" sz="2200" dirty="0" smtClean="0">
                <a:solidFill>
                  <a:schemeClr val="tx1"/>
                </a:solidFill>
              </a:rPr>
              <a:t>Only a few pieces of a process will be needed over a short period of time</a:t>
            </a:r>
          </a:p>
          <a:p>
            <a:r>
              <a:rPr lang="en-US" sz="2200" dirty="0" smtClean="0">
                <a:solidFill>
                  <a:schemeClr val="accent1">
                    <a:lumMod val="60000"/>
                    <a:lumOff val="40000"/>
                  </a:schemeClr>
                </a:solidFill>
              </a:rPr>
              <a:t>Therefore it is possible to make intelligent guesses about which pieces will be needed in the future</a:t>
            </a:r>
          </a:p>
          <a:p>
            <a:r>
              <a:rPr lang="en-US" sz="2200" dirty="0" smtClean="0"/>
              <a:t>Avoids thrashing</a:t>
            </a:r>
            <a:endParaRPr lang="en-US" dirty="0"/>
          </a:p>
          <a:p>
            <a:r>
              <a:rPr lang="en-US" sz="2200" dirty="0"/>
              <a:t>Locality of reference refers to a </a:t>
            </a:r>
            <a:r>
              <a:rPr lang="en-US" sz="2200" dirty="0">
                <a:solidFill>
                  <a:schemeClr val="accent1">
                    <a:lumMod val="60000"/>
                    <a:lumOff val="40000"/>
                  </a:schemeClr>
                </a:solidFill>
              </a:rPr>
              <a:t>phenomenon in which a computer program tends to access same set of memory locations for a particular time period</a:t>
            </a:r>
            <a:r>
              <a:rPr lang="en-US" sz="2200" dirty="0"/>
              <a:t>. In other words, Locality of </a:t>
            </a:r>
            <a:r>
              <a:rPr lang="en-US" sz="2200" dirty="0">
                <a:solidFill>
                  <a:schemeClr val="accent1">
                    <a:lumMod val="60000"/>
                    <a:lumOff val="40000"/>
                  </a:schemeClr>
                </a:solidFill>
              </a:rPr>
              <a:t>Reference refers to the tendency of the computer program to access instructions whose addresses are near one another.</a:t>
            </a:r>
          </a:p>
          <a:p>
            <a:endParaRPr lang="en-US" sz="2200" dirty="0" smtClean="0"/>
          </a:p>
          <a:p>
            <a:endParaRPr lang="en-US" dirty="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228600"/>
            <a:ext cx="8229600" cy="1524000"/>
          </a:xfrm>
        </p:spPr>
        <p:txBody>
          <a:bodyPr/>
          <a:lstStyle/>
          <a:p>
            <a:r>
              <a:rPr lang="en-NZ" b="1" dirty="0" smtClean="0">
                <a:solidFill>
                  <a:schemeClr val="accent2">
                    <a:lumMod val="50000"/>
                  </a:schemeClr>
                </a:solidFill>
              </a:rPr>
              <a:t>Paging Behavior</a:t>
            </a:r>
            <a:endParaRPr lang="en-NZ" b="1" dirty="0">
              <a:solidFill>
                <a:schemeClr val="accent2">
                  <a:lumMod val="50000"/>
                </a:schemeClr>
              </a:solidFill>
            </a:endParaRPr>
          </a:p>
        </p:txBody>
      </p:sp>
      <p:sp>
        <p:nvSpPr>
          <p:cNvPr id="3" name="Content Placeholder 2"/>
          <p:cNvSpPr>
            <a:spLocks noGrp="1"/>
          </p:cNvSpPr>
          <p:nvPr>
            <p:ph idx="4294967295"/>
          </p:nvPr>
        </p:nvSpPr>
        <p:spPr>
          <a:xfrm>
            <a:off x="5029200" y="2286000"/>
            <a:ext cx="3810000" cy="3505200"/>
          </a:xfrm>
        </p:spPr>
        <p:txBody>
          <a:bodyPr/>
          <a:lstStyle/>
          <a:p>
            <a:r>
              <a:rPr lang="en-NZ" dirty="0" smtClean="0"/>
              <a:t>During the lifetime of the process, references are confined to a subset of pages</a:t>
            </a:r>
          </a:p>
        </p:txBody>
      </p:sp>
      <p:pic>
        <p:nvPicPr>
          <p:cNvPr id="2050" name="Picture 2"/>
          <p:cNvPicPr>
            <a:picLocks noChangeAspect="1" noChangeArrowheads="1"/>
          </p:cNvPicPr>
          <p:nvPr/>
        </p:nvPicPr>
        <p:blipFill>
          <a:blip r:embed="rId3"/>
          <a:srcRect/>
          <a:stretch>
            <a:fillRect/>
          </a:stretch>
        </p:blipFill>
        <p:spPr bwMode="auto">
          <a:xfrm>
            <a:off x="685800" y="1447800"/>
            <a:ext cx="4067175" cy="5014078"/>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1292873" y="3927345"/>
              <a:ext cx="3096360" cy="2284920"/>
            </p14:xfrm>
          </p:contentPart>
        </mc:Choice>
        <mc:Fallback xmlns="">
          <p:pic>
            <p:nvPicPr>
              <p:cNvPr id="5" name="Ink 4"/>
              <p:cNvPicPr/>
              <p:nvPr/>
            </p:nvPicPr>
            <p:blipFill>
              <a:blip r:embed="rId5"/>
              <a:stretch>
                <a:fillRect/>
              </a:stretch>
            </p:blipFill>
            <p:spPr>
              <a:xfrm>
                <a:off x="1282073" y="3916905"/>
                <a:ext cx="3118680" cy="230652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2"/>
            <a:ext cx="8229600" cy="1323041"/>
          </a:xfrm>
        </p:spPr>
        <p:txBody>
          <a:bodyPr>
            <a:normAutofit fontScale="90000"/>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Support Needed for Virtual Memory</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5" name="Content Placeholder 4"/>
          <p:cNvGraphicFramePr>
            <a:graphicFrameLocks noGrp="1"/>
          </p:cNvGraphicFramePr>
          <p:nvPr>
            <p:ph idx="4294967295"/>
          </p:nvPr>
        </p:nvGraphicFramePr>
        <p:xfrm>
          <a:off x="990600" y="2514600"/>
          <a:ext cx="70104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smtClean="0">
                <a:solidFill>
                  <a:schemeClr val="accent6">
                    <a:lumMod val="75000"/>
                  </a:schemeClr>
                </a:solidFill>
              </a:rPr>
              <a:t>Paging</a:t>
            </a:r>
            <a:endParaRPr lang="en-US" b="1" dirty="0">
              <a:solidFill>
                <a:schemeClr val="accent6">
                  <a:lumMod val="75000"/>
                </a:schemeClr>
              </a:solidFill>
            </a:endParaRPr>
          </a:p>
        </p:txBody>
      </p:sp>
      <p:sp>
        <p:nvSpPr>
          <p:cNvPr id="3" name="Content Placeholder 2"/>
          <p:cNvSpPr>
            <a:spLocks noGrp="1"/>
          </p:cNvSpPr>
          <p:nvPr>
            <p:ph idx="4294967295"/>
          </p:nvPr>
        </p:nvSpPr>
        <p:spPr>
          <a:xfrm>
            <a:off x="609600" y="2286000"/>
            <a:ext cx="8001000" cy="3840163"/>
          </a:xfrm>
        </p:spPr>
        <p:txBody>
          <a:bodyPr/>
          <a:lstStyle/>
          <a:p>
            <a:r>
              <a:rPr lang="en-US" sz="2200" dirty="0" smtClean="0"/>
              <a:t>The term </a:t>
            </a:r>
            <a:r>
              <a:rPr lang="en-US" sz="2200" i="1" dirty="0" smtClean="0"/>
              <a:t>virtual memory </a:t>
            </a:r>
            <a:r>
              <a:rPr lang="en-US" sz="2200" dirty="0" smtClean="0"/>
              <a:t>is usually associated with systems that employ paging</a:t>
            </a:r>
          </a:p>
          <a:p>
            <a:r>
              <a:rPr lang="en-US" sz="2200" dirty="0" smtClean="0"/>
              <a:t>Use of paging to achieve virtual memory was first reported for the Atlas computer</a:t>
            </a:r>
          </a:p>
          <a:p>
            <a:r>
              <a:rPr lang="en-US" sz="2200" dirty="0" smtClean="0">
                <a:solidFill>
                  <a:schemeClr val="accent1">
                    <a:lumMod val="60000"/>
                    <a:lumOff val="40000"/>
                  </a:schemeClr>
                </a:solidFill>
              </a:rPr>
              <a:t>Each process has its own page table</a:t>
            </a:r>
          </a:p>
          <a:p>
            <a:pPr lvl="1"/>
            <a:r>
              <a:rPr lang="en-US" sz="2200" dirty="0" smtClean="0">
                <a:solidFill>
                  <a:schemeClr val="accent1">
                    <a:lumMod val="60000"/>
                    <a:lumOff val="40000"/>
                  </a:schemeClr>
                </a:solidFill>
              </a:rPr>
              <a:t>each page table entry contains the frame number of the corresponding page in main memory</a:t>
            </a:r>
          </a:p>
          <a:p>
            <a:endParaRPr lang="en-US" dirty="0"/>
          </a:p>
        </p:txBody>
      </p:sp>
      <p:pic>
        <p:nvPicPr>
          <p:cNvPr id="4" name="Picture 3"/>
          <p:cNvPicPr>
            <a:picLocks noChangeAspect="1"/>
          </p:cNvPicPr>
          <p:nvPr/>
        </p:nvPicPr>
        <p:blipFill>
          <a:blip r:embed="rId3"/>
          <a:stretch>
            <a:fillRect/>
          </a:stretch>
        </p:blipFill>
        <p:spPr>
          <a:xfrm>
            <a:off x="8001000" y="5625075"/>
            <a:ext cx="931863" cy="123292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slide(fromBottom)">
                                      <p:cBhvr>
                                        <p:cTn id="7" dur="3000"/>
                                        <p:tgtEl>
                                          <p:spTgt spid="3">
                                            <p:txEl>
                                              <p:pRg st="1" end="1"/>
                                            </p:txEl>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slide(fromBottom)">
                                      <p:cBhvr>
                                        <p:cTn id="10" dur="500"/>
                                        <p:tgtEl>
                                          <p:spTgt spid="3">
                                            <p:txEl>
                                              <p:pRg st="3" end="3"/>
                                            </p:txEl>
                                          </p:spTgt>
                                        </p:tgtEl>
                                      </p:cBhvr>
                                    </p:animEffect>
                                  </p:childTnLst>
                                </p:cTn>
                              </p:par>
                              <p:par>
                                <p:cTn id="11" presetID="55" presetClass="entr" presetSubtype="0" fill="hold" grpId="1"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1000" fill="hold"/>
                                        <p:tgtEl>
                                          <p:spTgt spid="3">
                                            <p:txEl>
                                              <p:pRg st="0" end="0"/>
                                            </p:txEl>
                                          </p:spTgt>
                                        </p:tgtEl>
                                        <p:attrNameLst>
                                          <p:attrName>ppt_w</p:attrName>
                                        </p:attrNameLst>
                                      </p:cBhvr>
                                      <p:tavLst>
                                        <p:tav tm="0">
                                          <p:val>
                                            <p:strVal val="#ppt_w*0.70"/>
                                          </p:val>
                                        </p:tav>
                                        <p:tav tm="100000">
                                          <p:val>
                                            <p:strVal val="#ppt_w"/>
                                          </p:val>
                                        </p:tav>
                                      </p:tavLst>
                                    </p:anim>
                                    <p:anim calcmode="lin" valueType="num">
                                      <p:cBhvr>
                                        <p:cTn id="14"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15" dur="1000"/>
                                        <p:tgtEl>
                                          <p:spTgt spid="3">
                                            <p:txEl>
                                              <p:pRg st="0" end="0"/>
                                            </p:txEl>
                                          </p:spTgt>
                                        </p:tgtEl>
                                      </p:cBhvr>
                                    </p:animEffect>
                                  </p:childTnLst>
                                </p:cTn>
                              </p:par>
                              <p:par>
                                <p:cTn id="16" presetID="55" presetClass="entr" presetSubtype="0" fill="hold" grpId="1"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p:cTn id="18" dur="1000" fill="hold"/>
                                        <p:tgtEl>
                                          <p:spTgt spid="3">
                                            <p:txEl>
                                              <p:pRg st="3" end="3"/>
                                            </p:txEl>
                                          </p:spTgt>
                                        </p:tgtEl>
                                        <p:attrNameLst>
                                          <p:attrName>ppt_w</p:attrName>
                                        </p:attrNameLst>
                                      </p:cBhvr>
                                      <p:tavLst>
                                        <p:tav tm="0">
                                          <p:val>
                                            <p:strVal val="#ppt_w*0.70"/>
                                          </p:val>
                                        </p:tav>
                                        <p:tav tm="100000">
                                          <p:val>
                                            <p:strVal val="#ppt_w"/>
                                          </p:val>
                                        </p:tav>
                                      </p:tavLst>
                                    </p:anim>
                                    <p:anim calcmode="lin" valueType="num">
                                      <p:cBhvr>
                                        <p:cTn id="19"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20"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orient="vert" idx="4294967295"/>
          </p:nvPr>
        </p:nvSpPr>
        <p:spPr>
          <a:xfrm>
            <a:off x="4953000" y="152400"/>
            <a:ext cx="3733800" cy="2460625"/>
          </a:xfrm>
        </p:spPr>
        <p:txBody>
          <a:bodyPr/>
          <a:lstStyle/>
          <a:p>
            <a:pPr algn="ctr"/>
            <a:r>
              <a:rPr lang="en-US" sz="4000" b="1" dirty="0" smtClean="0">
                <a:solidFill>
                  <a:schemeClr val="accent2">
                    <a:lumMod val="50000"/>
                  </a:schemeClr>
                </a:solidFill>
              </a:rPr>
              <a:t>Memory Management Formats</a:t>
            </a:r>
            <a:endParaRPr lang="en-US" sz="4000" b="1" dirty="0">
              <a:solidFill>
                <a:schemeClr val="accent2">
                  <a:lumMod val="50000"/>
                </a:schemeClr>
              </a:solidFill>
            </a:endParaRPr>
          </a:p>
        </p:txBody>
      </p:sp>
      <p:pic>
        <p:nvPicPr>
          <p:cNvPr id="7" name="Content Placeholder 3" descr="Fig08_02a.gif"/>
          <p:cNvPicPr>
            <a:picLocks noChangeAspect="1"/>
          </p:cNvPicPr>
          <p:nvPr/>
        </p:nvPicPr>
        <p:blipFill>
          <a:blip r:embed="rId3"/>
          <a:stretch>
            <a:fillRect/>
          </a:stretch>
        </p:blipFill>
        <p:spPr bwMode="auto">
          <a:xfrm>
            <a:off x="1143000" y="2895600"/>
            <a:ext cx="6705600" cy="1925964"/>
          </a:xfrm>
          <a:prstGeom prst="rect">
            <a:avLst/>
          </a:prstGeom>
          <a:noFill/>
          <a:ln w="9525">
            <a:noFill/>
            <a:miter lim="800000"/>
            <a:headEnd/>
            <a:tailEnd/>
          </a:ln>
        </p:spPr>
      </p:pic>
      <mc:AlternateContent xmlns:mc="http://schemas.openxmlformats.org/markup-compatibility/2006" xmlns:p14="http://schemas.microsoft.com/office/powerpoint/2010/main">
        <mc:Choice Requires="p14">
          <p:contentPart p14:bwMode="auto" r:id="rId4">
            <p14:nvContentPartPr>
              <p14:cNvPr id="13" name="Ink 12"/>
              <p14:cNvContentPartPr/>
              <p14:nvPr/>
            </p14:nvContentPartPr>
            <p14:xfrm>
              <a:off x="553433" y="4242430"/>
              <a:ext cx="6215400" cy="2356920"/>
            </p14:xfrm>
          </p:contentPart>
        </mc:Choice>
        <mc:Fallback xmlns="">
          <p:pic>
            <p:nvPicPr>
              <p:cNvPr id="13" name="Ink 12"/>
              <p:cNvPicPr/>
              <p:nvPr/>
            </p:nvPicPr>
            <p:blipFill>
              <a:blip r:embed="rId5"/>
              <a:stretch>
                <a:fillRect/>
              </a:stretch>
            </p:blipFill>
            <p:spPr>
              <a:xfrm>
                <a:off x="542633" y="4231630"/>
                <a:ext cx="6232680" cy="2381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2" name="Ink 31"/>
              <p14:cNvContentPartPr/>
              <p14:nvPr/>
            </p14:nvContentPartPr>
            <p14:xfrm>
              <a:off x="1749713" y="4162510"/>
              <a:ext cx="3769200" cy="962640"/>
            </p14:xfrm>
          </p:contentPart>
        </mc:Choice>
        <mc:Fallback xmlns="">
          <p:pic>
            <p:nvPicPr>
              <p:cNvPr id="32" name="Ink 31"/>
              <p:cNvPicPr/>
              <p:nvPr/>
            </p:nvPicPr>
            <p:blipFill>
              <a:blip r:embed="rId7"/>
              <a:stretch>
                <a:fillRect/>
              </a:stretch>
            </p:blipFill>
            <p:spPr>
              <a:xfrm>
                <a:off x="1740353" y="4154590"/>
                <a:ext cx="3790800" cy="982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k 35"/>
              <p14:cNvContentPartPr/>
              <p14:nvPr/>
            </p14:nvContentPartPr>
            <p14:xfrm>
              <a:off x="5064233" y="5050990"/>
              <a:ext cx="3413160" cy="822960"/>
            </p14:xfrm>
          </p:contentPart>
        </mc:Choice>
        <mc:Fallback xmlns="">
          <p:pic>
            <p:nvPicPr>
              <p:cNvPr id="36" name="Ink 35"/>
              <p:cNvPicPr/>
              <p:nvPr/>
            </p:nvPicPr>
            <p:blipFill>
              <a:blip r:embed="rId9"/>
              <a:stretch>
                <a:fillRect/>
              </a:stretch>
            </p:blipFill>
            <p:spPr>
              <a:xfrm>
                <a:off x="5051633" y="5040190"/>
                <a:ext cx="3439080" cy="847080"/>
              </a:xfrm>
              <a:prstGeom prst="rect">
                <a:avLst/>
              </a:prstGeom>
            </p:spPr>
          </p:pic>
        </mc:Fallback>
      </mc:AlternateContent>
    </p:spTree>
    <p:extLst>
      <p:ext uri="{BB962C8B-B14F-4D97-AF65-F5344CB8AC3E}">
        <p14:creationId xmlns:p14="http://schemas.microsoft.com/office/powerpoint/2010/main" val="1448467035"/>
      </p:ext>
    </p:extLst>
  </p:cSld>
  <p:clrMapOvr>
    <a:masterClrMapping/>
  </p:clrMapOvr>
  <p:transition spd="slow">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0"/>
            <a:ext cx="8915400" cy="1371600"/>
          </a:xfrm>
        </p:spPr>
        <p:txBody>
          <a:bodyPr/>
          <a:lstStyle/>
          <a:p>
            <a:pPr algn="ctr"/>
            <a:r>
              <a:rPr lang="en-US" b="1" dirty="0" smtClean="0">
                <a:solidFill>
                  <a:schemeClr val="accent1">
                    <a:lumMod val="75000"/>
                  </a:schemeClr>
                </a:solidFill>
              </a:rPr>
              <a:t>Address Translation</a:t>
            </a:r>
            <a:endParaRPr lang="en-US" b="1" dirty="0">
              <a:solidFill>
                <a:schemeClr val="accent1">
                  <a:lumMod val="75000"/>
                </a:schemeClr>
              </a:solidFill>
            </a:endParaRPr>
          </a:p>
        </p:txBody>
      </p:sp>
      <p:pic>
        <p:nvPicPr>
          <p:cNvPr id="4" name="Content Placeholder 3" descr="Fig08_03.gif"/>
          <p:cNvPicPr>
            <a:picLocks noGrp="1" noChangeAspect="1"/>
          </p:cNvPicPr>
          <p:nvPr>
            <p:ph idx="4294967295"/>
          </p:nvPr>
        </p:nvPicPr>
        <p:blipFill>
          <a:blip r:embed="rId3"/>
          <a:srcRect l="-10179" r="-10179"/>
          <a:stretch>
            <a:fillRect/>
          </a:stretch>
        </p:blipFill>
        <p:spPr>
          <a:xfrm>
            <a:off x="838200" y="1752600"/>
            <a:ext cx="7427384" cy="4602163"/>
          </a:xfrm>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381353" y="1262710"/>
              <a:ext cx="1629720" cy="1555560"/>
            </p14:xfrm>
          </p:contentPart>
        </mc:Choice>
        <mc:Fallback xmlns="">
          <p:pic>
            <p:nvPicPr>
              <p:cNvPr id="6" name="Ink 5"/>
              <p:cNvPicPr/>
              <p:nvPr/>
            </p:nvPicPr>
            <p:blipFill>
              <a:blip r:embed="rId5"/>
              <a:stretch>
                <a:fillRect/>
              </a:stretch>
            </p:blipFill>
            <p:spPr>
              <a:xfrm>
                <a:off x="369473" y="1251550"/>
                <a:ext cx="1652040" cy="1578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Ink 23"/>
              <p14:cNvContentPartPr/>
              <p14:nvPr/>
            </p14:nvContentPartPr>
            <p14:xfrm>
              <a:off x="439313" y="2463310"/>
              <a:ext cx="760320" cy="2371680"/>
            </p14:xfrm>
          </p:contentPart>
        </mc:Choice>
        <mc:Fallback xmlns="">
          <p:pic>
            <p:nvPicPr>
              <p:cNvPr id="24" name="Ink 23"/>
              <p:cNvPicPr/>
              <p:nvPr/>
            </p:nvPicPr>
            <p:blipFill>
              <a:blip r:embed="rId7"/>
              <a:stretch>
                <a:fillRect/>
              </a:stretch>
            </p:blipFill>
            <p:spPr>
              <a:xfrm>
                <a:off x="426713" y="2451430"/>
                <a:ext cx="781920" cy="2395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1" name="Ink 30"/>
              <p14:cNvContentPartPr/>
              <p14:nvPr/>
            </p14:nvContentPartPr>
            <p14:xfrm>
              <a:off x="811553" y="3727630"/>
              <a:ext cx="561600" cy="573480"/>
            </p14:xfrm>
          </p:contentPart>
        </mc:Choice>
        <mc:Fallback xmlns="">
          <p:pic>
            <p:nvPicPr>
              <p:cNvPr id="31" name="Ink 30"/>
              <p:cNvPicPr/>
              <p:nvPr/>
            </p:nvPicPr>
            <p:blipFill>
              <a:blip r:embed="rId9"/>
              <a:stretch>
                <a:fillRect/>
              </a:stretch>
            </p:blipFill>
            <p:spPr>
              <a:xfrm>
                <a:off x="801473" y="3715750"/>
                <a:ext cx="581760" cy="596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0" name="Ink 49"/>
              <p14:cNvContentPartPr/>
              <p14:nvPr/>
            </p14:nvContentPartPr>
            <p14:xfrm>
              <a:off x="209993" y="4780630"/>
              <a:ext cx="3609000" cy="2039400"/>
            </p14:xfrm>
          </p:contentPart>
        </mc:Choice>
        <mc:Fallback xmlns="">
          <p:pic>
            <p:nvPicPr>
              <p:cNvPr id="50" name="Ink 49"/>
              <p:cNvPicPr/>
              <p:nvPr/>
            </p:nvPicPr>
            <p:blipFill>
              <a:blip r:embed="rId11"/>
              <a:stretch>
                <a:fillRect/>
              </a:stretch>
            </p:blipFill>
            <p:spPr>
              <a:xfrm>
                <a:off x="200633" y="4767670"/>
                <a:ext cx="3631320" cy="206496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Inverted Page Table</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457200" y="1828800"/>
            <a:ext cx="8229600" cy="5791200"/>
          </a:xfrm>
        </p:spPr>
        <p:txBody>
          <a:bodyPr>
            <a:normAutofit/>
          </a:bodyPr>
          <a:lstStyle/>
          <a:p>
            <a:pPr>
              <a:buNone/>
            </a:pPr>
            <a:endParaRPr lang="en-US" dirty="0" smtClean="0"/>
          </a:p>
          <a:p>
            <a:r>
              <a:rPr lang="en-US" sz="2200" dirty="0" smtClean="0"/>
              <a:t>Fixed proportion of real memory is required for the tables regardless of the number of processes or virtual pages supported</a:t>
            </a:r>
          </a:p>
          <a:p>
            <a:r>
              <a:rPr lang="en-US" sz="2200" dirty="0" smtClean="0">
                <a:solidFill>
                  <a:srgbClr val="FF0000"/>
                </a:solidFill>
              </a:rPr>
              <a:t>Structure is called</a:t>
            </a:r>
            <a:r>
              <a:rPr lang="en-US" sz="2200" i="1" dirty="0" smtClean="0">
                <a:solidFill>
                  <a:srgbClr val="FF0000"/>
                </a:solidFill>
              </a:rPr>
              <a:t> inverted</a:t>
            </a:r>
            <a:r>
              <a:rPr lang="en-US" sz="2200" dirty="0" smtClean="0">
                <a:solidFill>
                  <a:srgbClr val="FF0000"/>
                </a:solidFill>
              </a:rPr>
              <a:t> because it indexes page table entries by frame number rather than by virtual page number</a:t>
            </a:r>
          </a:p>
          <a:p>
            <a:endParaRPr lang="en-US" dirty="0"/>
          </a:p>
        </p:txBody>
      </p:sp>
      <p:pic>
        <p:nvPicPr>
          <p:cNvPr id="5" name="Picture 4"/>
          <p:cNvPicPr>
            <a:picLocks noChangeAspect="1"/>
          </p:cNvPicPr>
          <p:nvPr/>
        </p:nvPicPr>
        <p:blipFill>
          <a:blip r:embed="rId3"/>
          <a:stretch>
            <a:fillRect/>
          </a:stretch>
        </p:blipFill>
        <p:spPr>
          <a:xfrm>
            <a:off x="4114800" y="5562600"/>
            <a:ext cx="904875" cy="985507"/>
          </a:xfrm>
          <a:prstGeom prst="rect">
            <a:avLst/>
          </a:prstGeom>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381000"/>
            <a:ext cx="8229600" cy="1143000"/>
          </a:xfrm>
        </p:spPr>
        <p:txBody>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Inverted Page Table</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9700" y="1752600"/>
            <a:ext cx="6324600" cy="4743450"/>
          </a:xfrm>
          <a:prstGeom prst="rect">
            <a:avLst/>
          </a:prstGeom>
        </p:spPr>
      </p:pic>
    </p:spTree>
  </p:cSld>
  <p:clrMapOvr>
    <a:masterClrMapping/>
  </p:clrMapOvr>
  <p:transition spd="slow">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4">
                    <a:lumMod val="50000"/>
                  </a:schemeClr>
                </a:solidFill>
              </a:rPr>
              <a:t>Translation Lookaside</a:t>
            </a:r>
            <a:br>
              <a:rPr lang="en-US" dirty="0" smtClean="0">
                <a:solidFill>
                  <a:schemeClr val="accent4">
                    <a:lumMod val="50000"/>
                  </a:schemeClr>
                </a:solidFill>
              </a:rPr>
            </a:br>
            <a:r>
              <a:rPr lang="en-US" dirty="0" smtClean="0">
                <a:solidFill>
                  <a:schemeClr val="accent4">
                    <a:lumMod val="50000"/>
                  </a:schemeClr>
                </a:solidFill>
              </a:rPr>
              <a:t>Buffer (TLB)</a:t>
            </a:r>
            <a:endParaRPr lang="en-US" dirty="0">
              <a:solidFill>
                <a:schemeClr val="accent4">
                  <a:lumMod val="50000"/>
                </a:schemeClr>
              </a:solidFill>
            </a:endParaRPr>
          </a:p>
        </p:txBody>
      </p:sp>
      <p:sp>
        <p:nvSpPr>
          <p:cNvPr id="3" name="Content Placeholder 2"/>
          <p:cNvSpPr>
            <a:spLocks noGrp="1"/>
          </p:cNvSpPr>
          <p:nvPr>
            <p:ph sz="half" idx="1"/>
          </p:nvPr>
        </p:nvSpPr>
        <p:spPr>
          <a:xfrm>
            <a:off x="4876800" y="2438400"/>
            <a:ext cx="3657600" cy="3840163"/>
          </a:xfrm>
        </p:spPr>
        <p:txBody>
          <a:bodyPr/>
          <a:lstStyle/>
          <a:p>
            <a:r>
              <a:rPr lang="en-US" sz="2200" dirty="0" smtClean="0"/>
              <a:t>To overcome the effect of doubling the memory access time, most virtual memory schemes make use of a special high-speed cache called a </a:t>
            </a:r>
            <a:r>
              <a:rPr lang="en-US" sz="2200" b="1" i="1" dirty="0" smtClean="0"/>
              <a:t>translation </a:t>
            </a:r>
            <a:r>
              <a:rPr lang="en-US" sz="2200" b="1" i="1" dirty="0" err="1" smtClean="0"/>
              <a:t>lookaside</a:t>
            </a:r>
            <a:r>
              <a:rPr lang="en-US" sz="2200" b="1" i="1" dirty="0" smtClean="0"/>
              <a:t> buffer</a:t>
            </a:r>
            <a:endParaRPr lang="en-US" sz="2200" b="1" dirty="0" smtClean="0"/>
          </a:p>
          <a:p>
            <a:endParaRPr lang="en-US" dirty="0"/>
          </a:p>
        </p:txBody>
      </p:sp>
      <p:sp>
        <p:nvSpPr>
          <p:cNvPr id="11" name="Content Placeholder 10"/>
          <p:cNvSpPr>
            <a:spLocks noGrp="1"/>
          </p:cNvSpPr>
          <p:nvPr>
            <p:ph sz="half" idx="2"/>
          </p:nvPr>
        </p:nvSpPr>
        <p:spPr>
          <a:xfrm>
            <a:off x="609600" y="2514600"/>
            <a:ext cx="3657600" cy="3840163"/>
          </a:xfrm>
        </p:spPr>
        <p:txBody>
          <a:bodyPr/>
          <a:lstStyle/>
          <a:p>
            <a:pPr lvl="0"/>
            <a:r>
              <a:rPr lang="en-US" sz="2200" dirty="0" smtClean="0"/>
              <a:t>Each virtual memory reference can cause </a:t>
            </a:r>
            <a:r>
              <a:rPr lang="en-US" sz="2200" dirty="0" smtClean="0">
                <a:solidFill>
                  <a:srgbClr val="FF0000"/>
                </a:solidFill>
              </a:rPr>
              <a:t>two physical memory accesses</a:t>
            </a:r>
            <a:r>
              <a:rPr lang="en-US" sz="2200" dirty="0" smtClean="0"/>
              <a:t>:</a:t>
            </a:r>
          </a:p>
          <a:p>
            <a:pPr marL="855663" lvl="1" indent="-280988"/>
            <a:r>
              <a:rPr lang="en-US" sz="2000" dirty="0" smtClean="0"/>
              <a:t>one to fetch the page table entry</a:t>
            </a:r>
          </a:p>
          <a:p>
            <a:pPr marL="855663" lvl="1" indent="-280988"/>
            <a:r>
              <a:rPr lang="en-US" sz="2000" dirty="0" smtClean="0"/>
              <a:t>one to fetch the data</a:t>
            </a:r>
          </a:p>
        </p:txBody>
      </p:sp>
      <mc:AlternateContent xmlns:mc="http://schemas.openxmlformats.org/markup-compatibility/2006" xmlns:p14="http://schemas.microsoft.com/office/powerpoint/2010/main">
        <mc:Choice Requires="p14">
          <p:contentPart p14:bwMode="auto" r:id="rId3">
            <p14:nvContentPartPr>
              <p14:cNvPr id="6" name="Ink 5"/>
              <p14:cNvContentPartPr/>
              <p14:nvPr/>
            </p14:nvContentPartPr>
            <p14:xfrm>
              <a:off x="692753" y="5095630"/>
              <a:ext cx="7788960" cy="1140840"/>
            </p14:xfrm>
          </p:contentPart>
        </mc:Choice>
        <mc:Fallback xmlns="">
          <p:pic>
            <p:nvPicPr>
              <p:cNvPr id="6" name="Ink 5"/>
              <p:cNvPicPr/>
              <p:nvPr/>
            </p:nvPicPr>
            <p:blipFill>
              <a:blip r:embed="rId4"/>
              <a:stretch>
                <a:fillRect/>
              </a:stretch>
            </p:blipFill>
            <p:spPr>
              <a:xfrm>
                <a:off x="680513" y="5084830"/>
                <a:ext cx="7808760" cy="1162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1" name="Ink 30"/>
              <p14:cNvContentPartPr/>
              <p14:nvPr/>
            </p14:nvContentPartPr>
            <p14:xfrm>
              <a:off x="5203193" y="6042790"/>
              <a:ext cx="860760" cy="202320"/>
            </p14:xfrm>
          </p:contentPart>
        </mc:Choice>
        <mc:Fallback xmlns="">
          <p:pic>
            <p:nvPicPr>
              <p:cNvPr id="31" name="Ink 30"/>
              <p:cNvPicPr/>
              <p:nvPr/>
            </p:nvPicPr>
            <p:blipFill>
              <a:blip r:embed="rId6"/>
              <a:stretch>
                <a:fillRect/>
              </a:stretch>
            </p:blipFill>
            <p:spPr>
              <a:xfrm>
                <a:off x="5191673" y="6029470"/>
                <a:ext cx="88560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2" name="Ink 31"/>
              <p14:cNvContentPartPr/>
              <p14:nvPr/>
            </p14:nvContentPartPr>
            <p14:xfrm>
              <a:off x="5364113" y="6037030"/>
              <a:ext cx="900000" cy="227880"/>
            </p14:xfrm>
          </p:contentPart>
        </mc:Choice>
        <mc:Fallback xmlns="">
          <p:pic>
            <p:nvPicPr>
              <p:cNvPr id="32" name="Ink 31"/>
              <p:cNvPicPr/>
              <p:nvPr/>
            </p:nvPicPr>
            <p:blipFill>
              <a:blip r:embed="rId8"/>
              <a:stretch>
                <a:fillRect/>
              </a:stretch>
            </p:blipFill>
            <p:spPr>
              <a:xfrm>
                <a:off x="5352593" y="6022990"/>
                <a:ext cx="924480" cy="253800"/>
              </a:xfrm>
              <a:prstGeom prst="rect">
                <a:avLst/>
              </a:prstGeom>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685800"/>
            <a:ext cx="5943600" cy="990600"/>
          </a:xfrm>
        </p:spPr>
        <p:txBody>
          <a:bodyPr/>
          <a:lstStyle/>
          <a:p>
            <a:r>
              <a:rPr lang="en-US" sz="4400" b="1" dirty="0" smtClean="0">
                <a:solidFill>
                  <a:schemeClr val="accent1">
                    <a:lumMod val="75000"/>
                  </a:schemeClr>
                </a:solidFill>
              </a:rPr>
              <a:t>Use of a TLB</a:t>
            </a:r>
            <a:endParaRPr lang="en-US" sz="4400" b="1" dirty="0">
              <a:solidFill>
                <a:schemeClr val="accent1">
                  <a:lumMod val="75000"/>
                </a:schemeClr>
              </a:solidFill>
            </a:endParaRPr>
          </a:p>
        </p:txBody>
      </p:sp>
      <p:pic>
        <p:nvPicPr>
          <p:cNvPr id="4" name="Content Placeholder 3" descr="Fig08_07.gif"/>
          <p:cNvPicPr>
            <a:picLocks noGrp="1" noChangeAspect="1"/>
          </p:cNvPicPr>
          <p:nvPr>
            <p:ph idx="1"/>
          </p:nvPr>
        </p:nvPicPr>
        <p:blipFill>
          <a:blip r:embed="rId3"/>
          <a:srcRect t="-52351" b="-52351"/>
          <a:stretch>
            <a:fillRect/>
          </a:stretch>
        </p:blipFill>
        <p:spPr>
          <a:xfrm>
            <a:off x="1600200" y="-228600"/>
            <a:ext cx="6123432" cy="8842248"/>
          </a:xfrm>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4749233" y="780670"/>
              <a:ext cx="1437120" cy="965160"/>
            </p14:xfrm>
          </p:contentPart>
        </mc:Choice>
        <mc:Fallback xmlns="">
          <p:pic>
            <p:nvPicPr>
              <p:cNvPr id="6" name="Ink 5"/>
              <p:cNvPicPr/>
              <p:nvPr/>
            </p:nvPicPr>
            <p:blipFill>
              <a:blip r:embed="rId5"/>
              <a:stretch>
                <a:fillRect/>
              </a:stretch>
            </p:blipFill>
            <p:spPr>
              <a:xfrm>
                <a:off x="4741313" y="770590"/>
                <a:ext cx="1456560" cy="984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p14:cNvContentPartPr/>
              <p14:nvPr/>
            </p14:nvContentPartPr>
            <p14:xfrm>
              <a:off x="6120833" y="746830"/>
              <a:ext cx="3069000" cy="4306680"/>
            </p14:xfrm>
          </p:contentPart>
        </mc:Choice>
        <mc:Fallback xmlns="">
          <p:pic>
            <p:nvPicPr>
              <p:cNvPr id="13" name="Ink 12"/>
              <p:cNvPicPr/>
              <p:nvPr/>
            </p:nvPicPr>
            <p:blipFill>
              <a:blip r:embed="rId7"/>
              <a:stretch>
                <a:fillRect/>
              </a:stretch>
            </p:blipFill>
            <p:spPr>
              <a:xfrm>
                <a:off x="6110393" y="736390"/>
                <a:ext cx="3091320" cy="432900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orient="vert" idx="4294967295"/>
          </p:nvPr>
        </p:nvSpPr>
        <p:spPr>
          <a:xfrm>
            <a:off x="5257800" y="533400"/>
            <a:ext cx="3581400" cy="1927225"/>
          </a:xfrm>
        </p:spPr>
        <p:txBody>
          <a:bodyPr/>
          <a:lstStyle/>
          <a:p>
            <a:r>
              <a:rPr lang="en-US" b="1" dirty="0" smtClean="0">
                <a:solidFill>
                  <a:schemeClr val="accent2">
                    <a:lumMod val="50000"/>
                  </a:schemeClr>
                </a:solidFill>
              </a:rPr>
              <a:t>TLB Operation</a:t>
            </a:r>
            <a:endParaRPr lang="en-US" b="1" dirty="0">
              <a:solidFill>
                <a:schemeClr val="accent2">
                  <a:lumMod val="50000"/>
                </a:schemeClr>
              </a:solidFill>
            </a:endParaRPr>
          </a:p>
        </p:txBody>
      </p:sp>
      <p:pic>
        <p:nvPicPr>
          <p:cNvPr id="4" name="Content Placeholder 3" descr="Fig08_08.gif"/>
          <p:cNvPicPr>
            <a:picLocks noGrp="1" noChangeAspect="1"/>
          </p:cNvPicPr>
          <p:nvPr>
            <p:ph idx="4294967295"/>
          </p:nvPr>
        </p:nvPicPr>
        <p:blipFill>
          <a:blip r:embed="rId3"/>
          <a:srcRect l="-38981" r="-38981"/>
          <a:stretch>
            <a:fillRect/>
          </a:stretch>
        </p:blipFill>
        <p:spPr>
          <a:xfrm>
            <a:off x="-1524000" y="762000"/>
            <a:ext cx="9223375" cy="5715000"/>
          </a:xfrm>
        </p:spPr>
      </p:pic>
    </p:spTree>
  </p:cSld>
  <p:clrMapOvr>
    <a:masterClrMapping/>
  </p:clrMapOvr>
  <p:transition spd="slow">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solidFill>
                  <a:schemeClr val="tx2">
                    <a:lumMod val="50000"/>
                  </a:schemeClr>
                </a:solidFill>
              </a:rPr>
              <a:t>Associative Mapping</a:t>
            </a:r>
            <a:endParaRPr lang="en-NZ" b="1" dirty="0">
              <a:solidFill>
                <a:schemeClr val="tx2">
                  <a:lumMod val="50000"/>
                </a:schemeClr>
              </a:solidFill>
            </a:endParaRPr>
          </a:p>
        </p:txBody>
      </p:sp>
      <p:sp>
        <p:nvSpPr>
          <p:cNvPr id="3" name="Content Placeholder 2"/>
          <p:cNvSpPr>
            <a:spLocks noGrp="1"/>
          </p:cNvSpPr>
          <p:nvPr>
            <p:ph idx="4294967295"/>
          </p:nvPr>
        </p:nvSpPr>
        <p:spPr>
          <a:xfrm>
            <a:off x="609600" y="2286000"/>
            <a:ext cx="8153400" cy="3840163"/>
          </a:xfrm>
        </p:spPr>
        <p:txBody>
          <a:bodyPr>
            <a:normAutofit/>
          </a:bodyPr>
          <a:lstStyle/>
          <a:p>
            <a:r>
              <a:rPr lang="en-NZ" sz="2200" dirty="0" smtClean="0">
                <a:solidFill>
                  <a:srgbClr val="FF0000"/>
                </a:solidFill>
              </a:rPr>
              <a:t>The TLB only contains some of the page table entries </a:t>
            </a:r>
            <a:r>
              <a:rPr lang="en-NZ" sz="2200" dirty="0" smtClean="0"/>
              <a:t>so we cannot simply index into the TLB based on page number</a:t>
            </a:r>
          </a:p>
          <a:p>
            <a:pPr lvl="1"/>
            <a:r>
              <a:rPr lang="en-NZ" sz="2200" dirty="0" smtClean="0"/>
              <a:t>each TLB entry must include the page number as well as the complete page table entry</a:t>
            </a:r>
          </a:p>
          <a:p>
            <a:r>
              <a:rPr lang="en-NZ" sz="2200" dirty="0" smtClean="0">
                <a:solidFill>
                  <a:srgbClr val="FF0000"/>
                </a:solidFill>
              </a:rPr>
              <a:t>The processor is equipped with hardware that allows it to interrogate simultaneously a number of TLB entries to determine if there is a match on page number</a:t>
            </a:r>
            <a:endParaRPr lang="en-NZ" sz="2200" dirty="0">
              <a:solidFill>
                <a:srgbClr val="FF0000"/>
              </a:solidFill>
            </a:endParaRPr>
          </a:p>
        </p:txBody>
      </p:sp>
      <p:pic>
        <p:nvPicPr>
          <p:cNvPr id="4" name="Picture 3"/>
          <p:cNvPicPr>
            <a:picLocks noChangeAspect="1"/>
          </p:cNvPicPr>
          <p:nvPr/>
        </p:nvPicPr>
        <p:blipFill>
          <a:blip r:embed="rId3"/>
          <a:stretch>
            <a:fillRect/>
          </a:stretch>
        </p:blipFill>
        <p:spPr>
          <a:xfrm>
            <a:off x="6553200" y="5029200"/>
            <a:ext cx="1752096" cy="121478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3"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
                                        <p:tgtEl>
                                          <p:spTgt spid="3">
                                            <p:txEl>
                                              <p:pRg st="1" end="1"/>
                                            </p:txEl>
                                          </p:spTgt>
                                        </p:tgtEl>
                                      </p:cBhvr>
                                    </p:animEffect>
                                    <p:anim calcmode="lin" valueType="num">
                                      <p:cBhvr>
                                        <p:cTn id="8" dur="8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800" fill="hold"/>
                                        <p:tgtEl>
                                          <p:spTgt spid="3">
                                            <p:txEl>
                                              <p:pRg st="1" end="1"/>
                                            </p:txEl>
                                          </p:spTgt>
                                        </p:tgtEl>
                                        <p:attrNameLst>
                                          <p:attrName>ppt_y</p:attrName>
                                        </p:attrNameLst>
                                      </p:cBhvr>
                                      <p:tavLst>
                                        <p:tav tm="0">
                                          <p:val>
                                            <p:strVal val="#ppt_y+0.31"/>
                                          </p:val>
                                        </p:tav>
                                        <p:tav tm="100000">
                                          <p:val>
                                            <p:strVal val="#ppt_y+0.31"/>
                                          </p:val>
                                        </p:tav>
                                      </p:tavLst>
                                    </p:anim>
                                    <p:anim calcmode="lin" valueType="num">
                                      <p:cBhvr>
                                        <p:cTn id="10" dur="1200" decel="50000" fill="hold">
                                          <p:stCondLst>
                                            <p:cond delay="800"/>
                                          </p:stCondLst>
                                        </p:cTn>
                                        <p:tgtEl>
                                          <p:spTgt spid="3">
                                            <p:txEl>
                                              <p:pRg st="1" end="1"/>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1200" decel="50000" fill="hold">
                                          <p:stCondLst>
                                            <p:cond delay="800"/>
                                          </p:stCondLst>
                                        </p:cTn>
                                        <p:tgtEl>
                                          <p:spTgt spid="3">
                                            <p:txEl>
                                              <p:pRg st="1" end="1"/>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609600"/>
            <a:ext cx="8686800" cy="1417638"/>
          </a:xfrm>
        </p:spPr>
        <p:txBody>
          <a:bodyPr>
            <a:normAutofit/>
          </a:bodyPr>
          <a:lstStyle/>
          <a:p>
            <a:pPr algn="l"/>
            <a:r>
              <a:rPr lang="en-US" b="1" dirty="0" smtClean="0">
                <a:solidFill>
                  <a:schemeClr val="tx2">
                    <a:lumMod val="50000"/>
                  </a:schemeClr>
                </a:solidFill>
              </a:rPr>
              <a:t>Direct Versus </a:t>
            </a:r>
            <a:br>
              <a:rPr lang="en-US" b="1" dirty="0" smtClean="0">
                <a:solidFill>
                  <a:schemeClr val="tx2">
                    <a:lumMod val="50000"/>
                  </a:schemeClr>
                </a:solidFill>
              </a:rPr>
            </a:br>
            <a:r>
              <a:rPr lang="en-US" b="1" dirty="0" smtClean="0">
                <a:solidFill>
                  <a:schemeClr val="tx2">
                    <a:lumMod val="50000"/>
                  </a:schemeClr>
                </a:solidFill>
              </a:rPr>
              <a:t>Associative Lookup</a:t>
            </a:r>
            <a:endParaRPr lang="en-US" b="1" dirty="0">
              <a:solidFill>
                <a:schemeClr val="tx2">
                  <a:lumMod val="50000"/>
                </a:schemeClr>
              </a:solidFill>
            </a:endParaRPr>
          </a:p>
        </p:txBody>
      </p:sp>
      <p:pic>
        <p:nvPicPr>
          <p:cNvPr id="4" name="Content Placeholder 3" descr="Fig08_09.gif"/>
          <p:cNvPicPr>
            <a:picLocks noGrp="1" noChangeAspect="1"/>
          </p:cNvPicPr>
          <p:nvPr>
            <p:ph idx="4294967295"/>
          </p:nvPr>
        </p:nvPicPr>
        <p:blipFill>
          <a:blip r:embed="rId3"/>
          <a:srcRect l="-7346" r="-7346"/>
          <a:stretch>
            <a:fillRect/>
          </a:stretch>
        </p:blipFill>
        <p:spPr>
          <a:xfrm>
            <a:off x="1447800" y="2265278"/>
            <a:ext cx="6477000" cy="4013285"/>
          </a:xfrm>
        </p:spPr>
      </p:pic>
      <mc:AlternateContent xmlns:mc="http://schemas.openxmlformats.org/markup-compatibility/2006" xmlns:p14="http://schemas.microsoft.com/office/powerpoint/2010/main">
        <mc:Choice Requires="p14">
          <p:contentPart p14:bwMode="auto" r:id="rId4">
            <p14:nvContentPartPr>
              <p14:cNvPr id="6" name="Ink 5"/>
              <p14:cNvContentPartPr/>
              <p14:nvPr/>
            </p14:nvContentPartPr>
            <p14:xfrm>
              <a:off x="555953" y="1261270"/>
              <a:ext cx="3395160" cy="886320"/>
            </p14:xfrm>
          </p:contentPart>
        </mc:Choice>
        <mc:Fallback xmlns="">
          <p:pic>
            <p:nvPicPr>
              <p:cNvPr id="6" name="Ink 5"/>
              <p:cNvPicPr/>
              <p:nvPr/>
            </p:nvPicPr>
            <p:blipFill>
              <a:blip r:embed="rId5"/>
              <a:stretch>
                <a:fillRect/>
              </a:stretch>
            </p:blipFill>
            <p:spPr>
              <a:xfrm>
                <a:off x="545873" y="1249030"/>
                <a:ext cx="3417480" cy="909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p14:cNvContentPartPr/>
              <p14:nvPr/>
            </p14:nvContentPartPr>
            <p14:xfrm>
              <a:off x="814073" y="1921510"/>
              <a:ext cx="509040" cy="540360"/>
            </p14:xfrm>
          </p:contentPart>
        </mc:Choice>
        <mc:Fallback xmlns="">
          <p:pic>
            <p:nvPicPr>
              <p:cNvPr id="16" name="Ink 15"/>
              <p:cNvPicPr/>
              <p:nvPr/>
            </p:nvPicPr>
            <p:blipFill>
              <a:blip r:embed="rId7"/>
              <a:stretch>
                <a:fillRect/>
              </a:stretch>
            </p:blipFill>
            <p:spPr>
              <a:xfrm>
                <a:off x="801833" y="1912510"/>
                <a:ext cx="530280" cy="5612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p14:cNvContentPartPr/>
              <p14:nvPr/>
            </p14:nvContentPartPr>
            <p14:xfrm>
              <a:off x="174353" y="1951390"/>
              <a:ext cx="1334160" cy="1576080"/>
            </p14:xfrm>
          </p:contentPart>
        </mc:Choice>
        <mc:Fallback xmlns="">
          <p:pic>
            <p:nvPicPr>
              <p:cNvPr id="17" name="Ink 16"/>
              <p:cNvPicPr/>
              <p:nvPr/>
            </p:nvPicPr>
            <p:blipFill>
              <a:blip r:embed="rId9"/>
              <a:stretch>
                <a:fillRect/>
              </a:stretch>
            </p:blipFill>
            <p:spPr>
              <a:xfrm>
                <a:off x="163553" y="1939150"/>
                <a:ext cx="1357200" cy="1600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2" name="Ink 31"/>
              <p14:cNvContentPartPr/>
              <p14:nvPr/>
            </p14:nvContentPartPr>
            <p14:xfrm>
              <a:off x="318353" y="3673270"/>
              <a:ext cx="1452600" cy="1850760"/>
            </p14:xfrm>
          </p:contentPart>
        </mc:Choice>
        <mc:Fallback xmlns="">
          <p:pic>
            <p:nvPicPr>
              <p:cNvPr id="32" name="Ink 31"/>
              <p:cNvPicPr/>
              <p:nvPr/>
            </p:nvPicPr>
            <p:blipFill>
              <a:blip r:embed="rId11"/>
              <a:stretch>
                <a:fillRect/>
              </a:stretch>
            </p:blipFill>
            <p:spPr>
              <a:xfrm>
                <a:off x="307193" y="3660670"/>
                <a:ext cx="1473480" cy="187596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685801"/>
            <a:ext cx="8763000" cy="761999"/>
          </a:xfrm>
        </p:spPr>
        <p:txBody>
          <a:bodyPr>
            <a:normAutofit/>
          </a:bodyPr>
          <a:lstStyle/>
          <a:p>
            <a:pPr algn="ctr"/>
            <a:r>
              <a:rPr lang="en-US" b="1" dirty="0" smtClean="0">
                <a:solidFill>
                  <a:schemeClr val="tx2">
                    <a:lumMod val="50000"/>
                  </a:schemeClr>
                </a:solidFill>
              </a:rPr>
              <a:t>TLB and Cache Operation</a:t>
            </a:r>
            <a:endParaRPr lang="en-US" b="1" dirty="0">
              <a:solidFill>
                <a:schemeClr val="tx2">
                  <a:lumMod val="50000"/>
                </a:schemeClr>
              </a:solidFill>
            </a:endParaRPr>
          </a:p>
        </p:txBody>
      </p:sp>
      <p:pic>
        <p:nvPicPr>
          <p:cNvPr id="4" name="Content Placeholder 3" descr="Fig08_10.gif"/>
          <p:cNvPicPr>
            <a:picLocks noGrp="1" noChangeAspect="1"/>
          </p:cNvPicPr>
          <p:nvPr>
            <p:ph idx="4294967295"/>
          </p:nvPr>
        </p:nvPicPr>
        <p:blipFill>
          <a:blip r:embed="rId3"/>
          <a:srcRect l="-22331" r="-22331"/>
          <a:stretch>
            <a:fillRect/>
          </a:stretch>
        </p:blipFill>
        <p:spPr>
          <a:xfrm>
            <a:off x="762000" y="1524000"/>
            <a:ext cx="7924801" cy="4909931"/>
          </a:xfrm>
        </p:spPr>
      </p:pic>
    </p:spTree>
  </p:cSld>
  <p:clrMapOvr>
    <a:masterClrMapping/>
  </p:clrMapOvr>
  <p:transition spd="slow">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50000"/>
                  </a:schemeClr>
                </a:solidFill>
              </a:rPr>
              <a:t>Page Size</a:t>
            </a:r>
            <a:endParaRPr lang="en-US" b="1" dirty="0">
              <a:solidFill>
                <a:schemeClr val="accent1">
                  <a:lumMod val="50000"/>
                </a:schemeClr>
              </a:solidFill>
            </a:endParaRPr>
          </a:p>
        </p:txBody>
      </p:sp>
      <p:sp>
        <p:nvSpPr>
          <p:cNvPr id="3" name="Content Placeholder 2"/>
          <p:cNvSpPr>
            <a:spLocks noGrp="1"/>
          </p:cNvSpPr>
          <p:nvPr>
            <p:ph idx="4294967295"/>
          </p:nvPr>
        </p:nvSpPr>
        <p:spPr>
          <a:xfrm>
            <a:off x="381000" y="2209800"/>
            <a:ext cx="8382000" cy="5334000"/>
          </a:xfrm>
        </p:spPr>
        <p:txBody>
          <a:bodyPr/>
          <a:lstStyle/>
          <a:p>
            <a:r>
              <a:rPr lang="en-US" sz="2200" dirty="0" smtClean="0">
                <a:solidFill>
                  <a:srgbClr val="FF0000"/>
                </a:solidFill>
              </a:rPr>
              <a:t>The smaller the page size, the lesser the amount of internal fragmentation</a:t>
            </a:r>
          </a:p>
          <a:p>
            <a:pPr lvl="1"/>
            <a:r>
              <a:rPr lang="en-US" sz="2200" dirty="0" smtClean="0"/>
              <a:t>however, </a:t>
            </a:r>
            <a:r>
              <a:rPr lang="en-US" sz="2200" dirty="0" smtClean="0">
                <a:solidFill>
                  <a:srgbClr val="FF0000"/>
                </a:solidFill>
              </a:rPr>
              <a:t>more pages</a:t>
            </a:r>
            <a:r>
              <a:rPr lang="en-US" sz="2200" dirty="0" smtClean="0"/>
              <a:t> are required per process</a:t>
            </a:r>
          </a:p>
          <a:p>
            <a:pPr lvl="1"/>
            <a:r>
              <a:rPr lang="en-US" sz="2200" dirty="0" smtClean="0"/>
              <a:t>more pages per process </a:t>
            </a:r>
            <a:r>
              <a:rPr lang="en-US" sz="2200" dirty="0" smtClean="0">
                <a:solidFill>
                  <a:srgbClr val="FF0000"/>
                </a:solidFill>
              </a:rPr>
              <a:t>means larger page tables</a:t>
            </a:r>
          </a:p>
          <a:p>
            <a:pPr lvl="1"/>
            <a:r>
              <a:rPr lang="en-US" sz="2200" dirty="0" smtClean="0"/>
              <a:t>for large programs in a heavily </a:t>
            </a:r>
            <a:r>
              <a:rPr lang="en-US" sz="2200" dirty="0" err="1" smtClean="0"/>
              <a:t>multiprogrammed</a:t>
            </a:r>
            <a:r>
              <a:rPr lang="en-US" sz="2200" dirty="0" smtClean="0"/>
              <a:t> environment some portion of the </a:t>
            </a:r>
            <a:r>
              <a:rPr lang="en-US" sz="2200" dirty="0" smtClean="0">
                <a:solidFill>
                  <a:srgbClr val="FF0000"/>
                </a:solidFill>
              </a:rPr>
              <a:t>page tables </a:t>
            </a:r>
            <a:r>
              <a:rPr lang="en-US" sz="2200" dirty="0" smtClean="0"/>
              <a:t>of active processes </a:t>
            </a:r>
            <a:r>
              <a:rPr lang="en-US" sz="2200" dirty="0" smtClean="0">
                <a:solidFill>
                  <a:srgbClr val="FF0000"/>
                </a:solidFill>
              </a:rPr>
              <a:t>must be in virtual memory</a:t>
            </a:r>
            <a:r>
              <a:rPr lang="en-US" sz="2200" dirty="0" smtClean="0"/>
              <a:t> instead of main memory</a:t>
            </a:r>
          </a:p>
          <a:p>
            <a:pPr lvl="1"/>
            <a:r>
              <a:rPr lang="en-US" sz="2200" dirty="0" smtClean="0"/>
              <a:t>the physical characteristics of </a:t>
            </a:r>
            <a:r>
              <a:rPr lang="en-US" sz="2200" dirty="0" smtClean="0">
                <a:solidFill>
                  <a:srgbClr val="FF0000"/>
                </a:solidFill>
              </a:rPr>
              <a:t>most</a:t>
            </a:r>
            <a:r>
              <a:rPr lang="en-US" sz="2200" dirty="0" smtClean="0"/>
              <a:t> secondary-memory devices </a:t>
            </a:r>
            <a:r>
              <a:rPr lang="en-US" sz="2200" dirty="0" smtClean="0">
                <a:solidFill>
                  <a:srgbClr val="FF0000"/>
                </a:solidFill>
              </a:rPr>
              <a:t>(hard disks) favor a larger page size </a:t>
            </a:r>
            <a:r>
              <a:rPr lang="en-US" sz="2200" dirty="0" smtClean="0"/>
              <a:t>for more efficient block transfer of data</a:t>
            </a:r>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withEffect">
                                  <p:stCondLst>
                                    <p:cond delay="75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1" end="1"/>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1" end="1"/>
                                            </p:txEl>
                                          </p:spTgt>
                                        </p:tgtEl>
                                        <p:attrNameLst>
                                          <p:attrName>ppt_y</p:attrName>
                                        </p:attrNameLst>
                                      </p:cBhvr>
                                      <p:tavLst>
                                        <p:tav tm="0">
                                          <p:val>
                                            <p:strVal val="#ppt_y-.03"/>
                                          </p:val>
                                        </p:tav>
                                        <p:tav tm="100000">
                                          <p:val>
                                            <p:strVal val="#ppt_y"/>
                                          </p:val>
                                        </p:tav>
                                      </p:tavLst>
                                    </p:anim>
                                  </p:childTnLst>
                                </p:cTn>
                              </p:par>
                            </p:childTnLst>
                          </p:cTn>
                        </p:par>
                        <p:par>
                          <p:cTn id="11" fill="hold">
                            <p:stCondLst>
                              <p:cond delay="1750"/>
                            </p:stCondLst>
                            <p:childTnLst>
                              <p:par>
                                <p:cTn id="12" presetID="37" presetClass="entr" presetSubtype="0" fill="hold" grpId="0" nodeType="afterEffect">
                                  <p:stCondLst>
                                    <p:cond delay="75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900" decel="100000" fill="hold"/>
                                        <p:tgtEl>
                                          <p:spTgt spid="3">
                                            <p:txEl>
                                              <p:pRg st="2" end="2"/>
                                            </p:txEl>
                                          </p:spTgt>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3">
                                            <p:txEl>
                                              <p:pRg st="2" end="2"/>
                                            </p:txEl>
                                          </p:spTgt>
                                        </p:tgtEl>
                                        <p:attrNameLst>
                                          <p:attrName>ppt_y</p:attrName>
                                        </p:attrNameLst>
                                      </p:cBhvr>
                                      <p:tavLst>
                                        <p:tav tm="0">
                                          <p:val>
                                            <p:strVal val="#ppt_y-.03"/>
                                          </p:val>
                                        </p:tav>
                                        <p:tav tm="100000">
                                          <p:val>
                                            <p:strVal val="#ppt_y"/>
                                          </p:val>
                                        </p:tav>
                                      </p:tavLst>
                                    </p:anim>
                                  </p:childTnLst>
                                </p:cTn>
                              </p:par>
                            </p:childTnLst>
                          </p:cTn>
                        </p:par>
                        <p:par>
                          <p:cTn id="18" fill="hold">
                            <p:stCondLst>
                              <p:cond delay="3500"/>
                            </p:stCondLst>
                            <p:childTnLst>
                              <p:par>
                                <p:cTn id="19" presetID="37" presetClass="entr" presetSubtype="0" fill="hold" grpId="0" nodeType="afterEffect">
                                  <p:stCondLst>
                                    <p:cond delay="7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900"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24" dur="100" accel="100000" fill="hold">
                                          <p:stCondLst>
                                            <p:cond delay="900"/>
                                          </p:stCondLst>
                                        </p:cTn>
                                        <p:tgtEl>
                                          <p:spTgt spid="3">
                                            <p:txEl>
                                              <p:pRg st="3" end="3"/>
                                            </p:txEl>
                                          </p:spTgt>
                                        </p:tgtEl>
                                        <p:attrNameLst>
                                          <p:attrName>ppt_y</p:attrName>
                                        </p:attrNameLst>
                                      </p:cBhvr>
                                      <p:tavLst>
                                        <p:tav tm="0">
                                          <p:val>
                                            <p:strVal val="#ppt_y-.03"/>
                                          </p:val>
                                        </p:tav>
                                        <p:tav tm="100000">
                                          <p:val>
                                            <p:strVal val="#ppt_y"/>
                                          </p:val>
                                        </p:tav>
                                      </p:tavLst>
                                    </p:anim>
                                  </p:childTnLst>
                                </p:cTn>
                              </p:par>
                            </p:childTnLst>
                          </p:cTn>
                        </p:par>
                        <p:par>
                          <p:cTn id="25" fill="hold">
                            <p:stCondLst>
                              <p:cond delay="5250"/>
                            </p:stCondLst>
                            <p:childTnLst>
                              <p:par>
                                <p:cTn id="26" presetID="37" presetClass="entr" presetSubtype="0" fill="hold" grpId="0" nodeType="afterEffect">
                                  <p:stCondLst>
                                    <p:cond delay="75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900" decel="100000" fill="hold"/>
                                        <p:tgtEl>
                                          <p:spTgt spid="3">
                                            <p:txEl>
                                              <p:pRg st="4" end="4"/>
                                            </p:txEl>
                                          </p:spTgt>
                                        </p:tgtEl>
                                        <p:attrNameLst>
                                          <p:attrName>ppt_y</p:attrName>
                                        </p:attrNameLst>
                                      </p:cBhvr>
                                      <p:tavLst>
                                        <p:tav tm="0">
                                          <p:val>
                                            <p:strVal val="#ppt_y+1"/>
                                          </p:val>
                                        </p:tav>
                                        <p:tav tm="100000">
                                          <p:val>
                                            <p:strVal val="#ppt_y-.03"/>
                                          </p:val>
                                        </p:tav>
                                      </p:tavLst>
                                    </p:anim>
                                    <p:anim calcmode="lin" valueType="num">
                                      <p:cBhvr>
                                        <p:cTn id="31" dur="100" accel="100000" fill="hold">
                                          <p:stCondLst>
                                            <p:cond delay="900"/>
                                          </p:stCondLst>
                                        </p:cTn>
                                        <p:tgtEl>
                                          <p:spTgt spid="3">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0"/>
            <a:ext cx="8534400" cy="1323975"/>
          </a:xfrm>
        </p:spPr>
        <p:txBody>
          <a:bodyPr/>
          <a:lstStyle/>
          <a:p>
            <a:pPr algn="ctr"/>
            <a:r>
              <a:rPr lang="en-US" sz="4800" b="1" dirty="0" smtClean="0">
                <a:solidFill>
                  <a:schemeClr val="accent1">
                    <a:lumMod val="50000"/>
                  </a:schemeClr>
                </a:solidFill>
              </a:rPr>
              <a:t>Paging Behavior of a Program</a:t>
            </a:r>
            <a:endParaRPr lang="en-US" sz="4800" b="1" dirty="0">
              <a:solidFill>
                <a:schemeClr val="accent1">
                  <a:lumMod val="50000"/>
                </a:schemeClr>
              </a:solidFill>
            </a:endParaRPr>
          </a:p>
        </p:txBody>
      </p:sp>
      <p:pic>
        <p:nvPicPr>
          <p:cNvPr id="4" name="Content Placeholder 3" descr="Fig08_11.gif"/>
          <p:cNvPicPr>
            <a:picLocks noGrp="1" noChangeAspect="1"/>
          </p:cNvPicPr>
          <p:nvPr>
            <p:ph idx="4294967295"/>
          </p:nvPr>
        </p:nvPicPr>
        <p:blipFill>
          <a:blip r:embed="rId3"/>
          <a:srcRect l="-1305" r="-1305"/>
          <a:stretch>
            <a:fillRect/>
          </a:stretch>
        </p:blipFill>
        <p:spPr>
          <a:xfrm>
            <a:off x="838200" y="1752600"/>
            <a:ext cx="7467600" cy="4627492"/>
          </a:xfrm>
        </p:spPr>
      </p:pic>
      <mc:AlternateContent xmlns:mc="http://schemas.openxmlformats.org/markup-compatibility/2006" xmlns:p14="http://schemas.microsoft.com/office/powerpoint/2010/main">
        <mc:Choice Requires="p14">
          <p:contentPart p14:bwMode="auto" r:id="rId4">
            <p14:nvContentPartPr>
              <p14:cNvPr id="12" name="Ink 11"/>
              <p14:cNvContentPartPr/>
              <p14:nvPr/>
            </p14:nvContentPartPr>
            <p14:xfrm>
              <a:off x="3048593" y="4277710"/>
              <a:ext cx="216000" cy="230040"/>
            </p14:xfrm>
          </p:contentPart>
        </mc:Choice>
        <mc:Fallback xmlns="">
          <p:pic>
            <p:nvPicPr>
              <p:cNvPr id="12" name="Ink 11"/>
              <p:cNvPicPr/>
              <p:nvPr/>
            </p:nvPicPr>
            <p:blipFill>
              <a:blip r:embed="rId5"/>
              <a:stretch>
                <a:fillRect/>
              </a:stretch>
            </p:blipFill>
            <p:spPr>
              <a:xfrm>
                <a:off x="3037793" y="4267270"/>
                <a:ext cx="2372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p14:cNvContentPartPr/>
              <p14:nvPr/>
            </p14:nvContentPartPr>
            <p14:xfrm>
              <a:off x="3813593" y="4644910"/>
              <a:ext cx="339840" cy="177480"/>
            </p14:xfrm>
          </p:contentPart>
        </mc:Choice>
        <mc:Fallback xmlns="">
          <p:pic>
            <p:nvPicPr>
              <p:cNvPr id="20" name="Ink 19"/>
              <p:cNvPicPr/>
              <p:nvPr/>
            </p:nvPicPr>
            <p:blipFill>
              <a:blip r:embed="rId7"/>
              <a:stretch>
                <a:fillRect/>
              </a:stretch>
            </p:blipFill>
            <p:spPr>
              <a:xfrm>
                <a:off x="3802433" y="4633390"/>
                <a:ext cx="36144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p14:cNvContentPartPr/>
              <p14:nvPr/>
            </p14:nvContentPartPr>
            <p14:xfrm>
              <a:off x="3947873" y="4621870"/>
              <a:ext cx="9000" cy="375480"/>
            </p14:xfrm>
          </p:contentPart>
        </mc:Choice>
        <mc:Fallback xmlns="">
          <p:pic>
            <p:nvPicPr>
              <p:cNvPr id="21" name="Ink 20"/>
              <p:cNvPicPr/>
              <p:nvPr/>
            </p:nvPicPr>
            <p:blipFill>
              <a:blip r:embed="rId9"/>
              <a:stretch>
                <a:fillRect/>
              </a:stretch>
            </p:blipFill>
            <p:spPr>
              <a:xfrm>
                <a:off x="3937433" y="4611790"/>
                <a:ext cx="31680" cy="397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3" name="Ink 42"/>
              <p14:cNvContentPartPr/>
              <p14:nvPr/>
            </p14:nvContentPartPr>
            <p14:xfrm>
              <a:off x="1797953" y="4356190"/>
              <a:ext cx="1392120" cy="56520"/>
            </p14:xfrm>
          </p:contentPart>
        </mc:Choice>
        <mc:Fallback xmlns="">
          <p:pic>
            <p:nvPicPr>
              <p:cNvPr id="43" name="Ink 42"/>
              <p:cNvPicPr/>
              <p:nvPr/>
            </p:nvPicPr>
            <p:blipFill>
              <a:blip r:embed="rId11"/>
              <a:stretch>
                <a:fillRect/>
              </a:stretch>
            </p:blipFill>
            <p:spPr>
              <a:xfrm>
                <a:off x="1788953" y="4347190"/>
                <a:ext cx="141084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6" name="Ink 45"/>
              <p14:cNvContentPartPr/>
              <p14:nvPr/>
            </p14:nvContentPartPr>
            <p14:xfrm>
              <a:off x="1442273" y="3714670"/>
              <a:ext cx="472680" cy="604080"/>
            </p14:xfrm>
          </p:contentPart>
        </mc:Choice>
        <mc:Fallback xmlns="">
          <p:pic>
            <p:nvPicPr>
              <p:cNvPr id="46" name="Ink 45"/>
              <p:cNvPicPr/>
              <p:nvPr/>
            </p:nvPicPr>
            <p:blipFill>
              <a:blip r:embed="rId13"/>
              <a:stretch>
                <a:fillRect/>
              </a:stretch>
            </p:blipFill>
            <p:spPr>
              <a:xfrm>
                <a:off x="1434713" y="3704230"/>
                <a:ext cx="490320" cy="624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4" name="Ink 53"/>
              <p14:cNvContentPartPr/>
              <p14:nvPr/>
            </p14:nvContentPartPr>
            <p14:xfrm>
              <a:off x="398633" y="4679110"/>
              <a:ext cx="1164600" cy="1254960"/>
            </p14:xfrm>
          </p:contentPart>
        </mc:Choice>
        <mc:Fallback xmlns="">
          <p:pic>
            <p:nvPicPr>
              <p:cNvPr id="54" name="Ink 53"/>
              <p:cNvPicPr/>
              <p:nvPr/>
            </p:nvPicPr>
            <p:blipFill>
              <a:blip r:embed="rId15"/>
              <a:stretch>
                <a:fillRect/>
              </a:stretch>
            </p:blipFill>
            <p:spPr>
              <a:xfrm>
                <a:off x="391793" y="4668310"/>
                <a:ext cx="1182240" cy="12740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9" name="Ink 58"/>
              <p14:cNvContentPartPr/>
              <p14:nvPr/>
            </p14:nvContentPartPr>
            <p14:xfrm>
              <a:off x="3539633" y="3972070"/>
              <a:ext cx="639720" cy="657720"/>
            </p14:xfrm>
          </p:contentPart>
        </mc:Choice>
        <mc:Fallback xmlns="">
          <p:pic>
            <p:nvPicPr>
              <p:cNvPr id="59" name="Ink 58"/>
              <p:cNvPicPr/>
              <p:nvPr/>
            </p:nvPicPr>
            <p:blipFill>
              <a:blip r:embed="rId17"/>
              <a:stretch>
                <a:fillRect/>
              </a:stretch>
            </p:blipFill>
            <p:spPr>
              <a:xfrm>
                <a:off x="3529193" y="3963070"/>
                <a:ext cx="661680" cy="6771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0" name="Ink 59"/>
              <p14:cNvContentPartPr/>
              <p14:nvPr/>
            </p14:nvContentPartPr>
            <p14:xfrm>
              <a:off x="456593" y="4887190"/>
              <a:ext cx="7334640" cy="1456560"/>
            </p14:xfrm>
          </p:contentPart>
        </mc:Choice>
        <mc:Fallback xmlns="">
          <p:pic>
            <p:nvPicPr>
              <p:cNvPr id="60" name="Ink 59"/>
              <p:cNvPicPr/>
              <p:nvPr/>
            </p:nvPicPr>
            <p:blipFill>
              <a:blip r:embed="rId19"/>
              <a:stretch>
                <a:fillRect/>
              </a:stretch>
            </p:blipFill>
            <p:spPr>
              <a:xfrm>
                <a:off x="447233" y="4878190"/>
                <a:ext cx="7353360" cy="1475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7" name="Ink 66"/>
              <p14:cNvContentPartPr/>
              <p14:nvPr/>
            </p14:nvContentPartPr>
            <p14:xfrm>
              <a:off x="979313" y="4398670"/>
              <a:ext cx="477360" cy="280440"/>
            </p14:xfrm>
          </p:contentPart>
        </mc:Choice>
        <mc:Fallback xmlns="">
          <p:pic>
            <p:nvPicPr>
              <p:cNvPr id="67" name="Ink 66"/>
              <p:cNvPicPr/>
              <p:nvPr/>
            </p:nvPicPr>
            <p:blipFill>
              <a:blip r:embed="rId21"/>
              <a:stretch>
                <a:fillRect/>
              </a:stretch>
            </p:blipFill>
            <p:spPr>
              <a:xfrm>
                <a:off x="968513" y="4388230"/>
                <a:ext cx="49860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85" name="Ink 84"/>
              <p14:cNvContentPartPr/>
              <p14:nvPr/>
            </p14:nvContentPartPr>
            <p14:xfrm>
              <a:off x="4879913" y="4471030"/>
              <a:ext cx="672840" cy="443520"/>
            </p14:xfrm>
          </p:contentPart>
        </mc:Choice>
        <mc:Fallback xmlns="">
          <p:pic>
            <p:nvPicPr>
              <p:cNvPr id="85" name="Ink 84"/>
              <p:cNvPicPr/>
              <p:nvPr/>
            </p:nvPicPr>
            <p:blipFill>
              <a:blip r:embed="rId23"/>
              <a:stretch>
                <a:fillRect/>
              </a:stretch>
            </p:blipFill>
            <p:spPr>
              <a:xfrm>
                <a:off x="4869113" y="4461310"/>
                <a:ext cx="690480" cy="4640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9" name="Ink 98"/>
              <p14:cNvContentPartPr/>
              <p14:nvPr/>
            </p14:nvContentPartPr>
            <p14:xfrm>
              <a:off x="5055593" y="3625030"/>
              <a:ext cx="782640" cy="864360"/>
            </p14:xfrm>
          </p:contentPart>
        </mc:Choice>
        <mc:Fallback xmlns="">
          <p:pic>
            <p:nvPicPr>
              <p:cNvPr id="99" name="Ink 98"/>
              <p:cNvPicPr/>
              <p:nvPr/>
            </p:nvPicPr>
            <p:blipFill>
              <a:blip r:embed="rId25"/>
              <a:stretch>
                <a:fillRect/>
              </a:stretch>
            </p:blipFill>
            <p:spPr>
              <a:xfrm>
                <a:off x="5045873" y="3613150"/>
                <a:ext cx="803520" cy="88632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r>
              <a:rPr lang="en-US" sz="6000" b="1" dirty="0" smtClean="0">
                <a:ln w="1905"/>
                <a:solidFill>
                  <a:schemeClr val="accent4">
                    <a:lumMod val="50000"/>
                  </a:schemeClr>
                </a:solidFill>
                <a:effectLst>
                  <a:innerShdw blurRad="69850" dist="43180" dir="5400000">
                    <a:srgbClr val="000000">
                      <a:alpha val="65000"/>
                    </a:srgbClr>
                  </a:innerShdw>
                </a:effectLst>
              </a:rPr>
              <a:t>Page Size</a:t>
            </a:r>
            <a:endParaRPr lang="en-US" sz="6000" b="1" dirty="0">
              <a:ln w="1905"/>
              <a:solidFill>
                <a:schemeClr val="accent4">
                  <a:lumMod val="50000"/>
                </a:schemeClr>
              </a:soli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457200" y="4267200"/>
            <a:ext cx="4495800" cy="2057400"/>
          </a:xfrm>
        </p:spPr>
        <p:txBody>
          <a:bodyPr>
            <a:normAutofit/>
          </a:bodyPr>
          <a:lstStyle/>
          <a:p>
            <a:pPr marL="342900" lvl="2" indent="-342900"/>
            <a:r>
              <a:rPr lang="en-US" sz="2200" dirty="0" smtClean="0"/>
              <a:t>Contemporary programming techniques used in large programs tend to decrease the locality of references within a process</a:t>
            </a:r>
          </a:p>
        </p:txBody>
      </p:sp>
      <p:graphicFrame>
        <p:nvGraphicFramePr>
          <p:cNvPr id="4" name="Diagram 3"/>
          <p:cNvGraphicFramePr/>
          <p:nvPr/>
        </p:nvGraphicFramePr>
        <p:xfrm>
          <a:off x="381000" y="2133600"/>
          <a:ext cx="82296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7"/>
          </a:xfrm>
        </p:spPr>
        <p:txBody>
          <a:bodyPr/>
          <a:lstStyle/>
          <a:p>
            <a:pPr algn="ctr"/>
            <a:r>
              <a:rPr lang="en-US" dirty="0" smtClean="0">
                <a:solidFill>
                  <a:schemeClr val="accent1">
                    <a:lumMod val="50000"/>
                  </a:schemeClr>
                </a:solidFill>
              </a:rPr>
              <a:t>Segmentation</a:t>
            </a:r>
            <a:endParaRPr lang="en-US" dirty="0">
              <a:solidFill>
                <a:schemeClr val="accent1">
                  <a:lumMod val="50000"/>
                </a:schemeClr>
              </a:solidFill>
            </a:endParaRPr>
          </a:p>
        </p:txBody>
      </p:sp>
      <p:sp>
        <p:nvSpPr>
          <p:cNvPr id="3" name="Content Placeholder 2"/>
          <p:cNvSpPr>
            <a:spLocks noGrp="1"/>
          </p:cNvSpPr>
          <p:nvPr>
            <p:ph idx="4294967295"/>
          </p:nvPr>
        </p:nvSpPr>
        <p:spPr>
          <a:xfrm>
            <a:off x="914400" y="2438400"/>
            <a:ext cx="2667000" cy="4114800"/>
          </a:xfrm>
        </p:spPr>
        <p:txBody>
          <a:bodyPr>
            <a:normAutofit/>
          </a:bodyPr>
          <a:lstStyle/>
          <a:p>
            <a:r>
              <a:rPr lang="en-NZ" sz="2200" dirty="0" smtClean="0"/>
              <a:t>Segmentation allows the programmer to view memory as consisting of multiple address spaces or segments</a:t>
            </a:r>
          </a:p>
        </p:txBody>
      </p:sp>
      <p:graphicFrame>
        <p:nvGraphicFramePr>
          <p:cNvPr id="4" name="Diagram 3"/>
          <p:cNvGraphicFramePr/>
          <p:nvPr/>
        </p:nvGraphicFramePr>
        <p:xfrm>
          <a:off x="3200400" y="1981200"/>
          <a:ext cx="5257800" cy="452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7" name="Straight Connector 6"/>
          <p:cNvCxnSpPr/>
          <p:nvPr/>
        </p:nvCxnSpPr>
        <p:spPr>
          <a:xfrm rot="5400000">
            <a:off x="2705894" y="4228306"/>
            <a:ext cx="29718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4">
                    <a:lumMod val="50000"/>
                  </a:schemeClr>
                </a:solidFill>
              </a:rPr>
              <a:t>Segment Organization</a:t>
            </a:r>
            <a:endParaRPr lang="en-US" b="1" dirty="0">
              <a:solidFill>
                <a:schemeClr val="accent4">
                  <a:lumMod val="50000"/>
                </a:schemeClr>
              </a:solidFill>
            </a:endParaRPr>
          </a:p>
        </p:txBody>
      </p:sp>
      <p:sp>
        <p:nvSpPr>
          <p:cNvPr id="3" name="Content Placeholder 2"/>
          <p:cNvSpPr>
            <a:spLocks noGrp="1"/>
          </p:cNvSpPr>
          <p:nvPr>
            <p:ph idx="4294967295"/>
          </p:nvPr>
        </p:nvSpPr>
        <p:spPr>
          <a:xfrm>
            <a:off x="457200" y="2057400"/>
            <a:ext cx="8229600" cy="5105400"/>
          </a:xfrm>
        </p:spPr>
        <p:txBody>
          <a:bodyPr/>
          <a:lstStyle/>
          <a:p>
            <a:r>
              <a:rPr lang="en-US" sz="2200" dirty="0" smtClean="0"/>
              <a:t>Each segment table entry contains the starting address of the corresponding segment in main memory and the length of the segment</a:t>
            </a:r>
          </a:p>
          <a:p>
            <a:r>
              <a:rPr lang="en-US" sz="2200" dirty="0" smtClean="0"/>
              <a:t>A bit is needed to determine if the segment is already in main memory</a:t>
            </a:r>
          </a:p>
          <a:p>
            <a:r>
              <a:rPr lang="en-US" sz="2200" dirty="0" smtClean="0"/>
              <a:t>Another bit is needed to determine if the segment has been modified since it was loaded in main memory</a:t>
            </a:r>
          </a:p>
          <a:p>
            <a:endParaRPr lang="en-US" dirty="0"/>
          </a:p>
        </p:txBody>
      </p:sp>
      <p:pic>
        <p:nvPicPr>
          <p:cNvPr id="6" name="Picture 5"/>
          <p:cNvPicPr>
            <a:picLocks noChangeAspect="1"/>
          </p:cNvPicPr>
          <p:nvPr/>
        </p:nvPicPr>
        <p:blipFill>
          <a:blip r:embed="rId3"/>
          <a:stretch>
            <a:fillRect/>
          </a:stretch>
        </p:blipFill>
        <p:spPr>
          <a:xfrm>
            <a:off x="6477000" y="4953000"/>
            <a:ext cx="1905000" cy="1516944"/>
          </a:xfrm>
          <a:prstGeom prst="rect">
            <a:avLst/>
          </a:prstGeom>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5943600" cy="990600"/>
          </a:xfrm>
        </p:spPr>
        <p:txBody>
          <a:bodyPr/>
          <a:lstStyle/>
          <a:p>
            <a:r>
              <a:rPr lang="en-US" sz="4400" b="1" dirty="0" smtClean="0">
                <a:solidFill>
                  <a:schemeClr val="tx2">
                    <a:lumMod val="50000"/>
                  </a:schemeClr>
                </a:solidFill>
              </a:rPr>
              <a:t>Address Translation</a:t>
            </a:r>
            <a:endParaRPr lang="en-US" sz="4400" b="1" dirty="0">
              <a:solidFill>
                <a:schemeClr val="tx2">
                  <a:lumMod val="50000"/>
                </a:schemeClr>
              </a:solidFill>
            </a:endParaRPr>
          </a:p>
        </p:txBody>
      </p:sp>
      <p:pic>
        <p:nvPicPr>
          <p:cNvPr id="4" name="Content Placeholder 3" descr="Fig08_12.gif"/>
          <p:cNvPicPr>
            <a:picLocks noGrp="1" noChangeAspect="1"/>
          </p:cNvPicPr>
          <p:nvPr>
            <p:ph idx="1"/>
          </p:nvPr>
        </p:nvPicPr>
        <p:blipFill>
          <a:blip r:embed="rId3"/>
          <a:srcRect t="-54576" b="-54576"/>
          <a:stretch>
            <a:fillRect/>
          </a:stretch>
        </p:blipFill>
        <p:spPr>
          <a:xfrm>
            <a:off x="1295400" y="-1066800"/>
            <a:ext cx="6705600" cy="10058400"/>
          </a:xfrm>
        </p:spPr>
      </p:pic>
    </p:spTree>
  </p:cSld>
  <p:clrMapOvr>
    <a:masterClrMapping/>
  </p:clrMapOvr>
  <p:transition spd="slow">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solidFill>
                  <a:schemeClr val="accent6">
                    <a:lumMod val="75000"/>
                  </a:schemeClr>
                </a:solidFill>
              </a:rPr>
              <a:t>Combined Paging and Segmentation</a:t>
            </a:r>
            <a:endParaRPr lang="en-US" dirty="0">
              <a:solidFill>
                <a:schemeClr val="accent6">
                  <a:lumMod val="75000"/>
                </a:schemeClr>
              </a:solidFill>
            </a:endParaRPr>
          </a:p>
        </p:txBody>
      </p:sp>
      <p:graphicFrame>
        <p:nvGraphicFramePr>
          <p:cNvPr id="5" name="Diagram 4"/>
          <p:cNvGraphicFramePr/>
          <p:nvPr/>
        </p:nvGraphicFramePr>
        <p:xfrm>
          <a:off x="381000" y="2057400"/>
          <a:ext cx="8382000" cy="5029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152400"/>
            <a:ext cx="7824788" cy="1219200"/>
          </a:xfrm>
        </p:spPr>
        <p:txBody>
          <a:bodyPr/>
          <a:lstStyle/>
          <a:p>
            <a:r>
              <a:rPr lang="en-US" b="1" dirty="0" smtClean="0">
                <a:solidFill>
                  <a:schemeClr val="tx2">
                    <a:lumMod val="50000"/>
                  </a:schemeClr>
                </a:solidFill>
              </a:rPr>
              <a:t>Address Translation</a:t>
            </a:r>
            <a:endParaRPr lang="en-US" b="1" dirty="0">
              <a:solidFill>
                <a:schemeClr val="tx2">
                  <a:lumMod val="50000"/>
                </a:schemeClr>
              </a:solidFill>
            </a:endParaRPr>
          </a:p>
        </p:txBody>
      </p:sp>
      <p:pic>
        <p:nvPicPr>
          <p:cNvPr id="4" name="Content Placeholder 3" descr="Fig08_13.gif"/>
          <p:cNvPicPr>
            <a:picLocks noGrp="1" noChangeAspect="1"/>
          </p:cNvPicPr>
          <p:nvPr>
            <p:ph idx="4294967295"/>
          </p:nvPr>
        </p:nvPicPr>
        <p:blipFill>
          <a:blip r:embed="rId3"/>
          <a:srcRect l="-7237" r="-7237"/>
          <a:stretch>
            <a:fillRect/>
          </a:stretch>
        </p:blipFill>
        <p:spPr>
          <a:xfrm>
            <a:off x="533400" y="1447800"/>
            <a:ext cx="8001000" cy="4958496"/>
          </a:xfrm>
        </p:spPr>
      </p:pic>
      <mc:AlternateContent xmlns:mc="http://schemas.openxmlformats.org/markup-compatibility/2006" xmlns:p14="http://schemas.microsoft.com/office/powerpoint/2010/main">
        <mc:Choice Requires="p14">
          <p:contentPart p14:bwMode="auto" r:id="rId4">
            <p14:nvContentPartPr>
              <p14:cNvPr id="9" name="Ink 8"/>
              <p14:cNvContentPartPr/>
              <p14:nvPr/>
            </p14:nvContentPartPr>
            <p14:xfrm>
              <a:off x="3609833" y="4357270"/>
              <a:ext cx="753120" cy="146160"/>
            </p14:xfrm>
          </p:contentPart>
        </mc:Choice>
        <mc:Fallback xmlns="">
          <p:pic>
            <p:nvPicPr>
              <p:cNvPr id="9" name="Ink 8"/>
              <p:cNvPicPr/>
              <p:nvPr/>
            </p:nvPicPr>
            <p:blipFill>
              <a:blip r:embed="rId5"/>
              <a:stretch>
                <a:fillRect/>
              </a:stretch>
            </p:blipFill>
            <p:spPr>
              <a:xfrm>
                <a:off x="3600833" y="4347574"/>
                <a:ext cx="773640" cy="16734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6" name="Ink 25"/>
              <p14:cNvContentPartPr/>
              <p14:nvPr/>
            </p14:nvContentPartPr>
            <p14:xfrm>
              <a:off x="4243073" y="4467070"/>
              <a:ext cx="2927160" cy="776880"/>
            </p14:xfrm>
          </p:contentPart>
        </mc:Choice>
        <mc:Fallback xmlns="">
          <p:pic>
            <p:nvPicPr>
              <p:cNvPr id="26" name="Ink 25"/>
              <p:cNvPicPr/>
              <p:nvPr/>
            </p:nvPicPr>
            <p:blipFill>
              <a:blip r:embed="rId7"/>
              <a:stretch>
                <a:fillRect/>
              </a:stretch>
            </p:blipFill>
            <p:spPr>
              <a:xfrm>
                <a:off x="4232633" y="4458074"/>
                <a:ext cx="2946600" cy="793072"/>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solidFill>
                  <a:schemeClr val="accent3">
                    <a:lumMod val="50000"/>
                  </a:schemeClr>
                </a:solidFill>
              </a:rPr>
              <a:t>Protection and Sharing</a:t>
            </a:r>
            <a:endParaRPr lang="en-NZ" b="1" dirty="0">
              <a:solidFill>
                <a:schemeClr val="accent3">
                  <a:lumMod val="50000"/>
                </a:schemeClr>
              </a:solidFill>
            </a:endParaRPr>
          </a:p>
        </p:txBody>
      </p:sp>
      <p:sp>
        <p:nvSpPr>
          <p:cNvPr id="3" name="Content Placeholder 2"/>
          <p:cNvSpPr>
            <a:spLocks noGrp="1"/>
          </p:cNvSpPr>
          <p:nvPr>
            <p:ph idx="4294967295"/>
          </p:nvPr>
        </p:nvSpPr>
        <p:spPr>
          <a:xfrm>
            <a:off x="457200" y="2286000"/>
            <a:ext cx="8229600" cy="3840163"/>
          </a:xfrm>
        </p:spPr>
        <p:txBody>
          <a:bodyPr>
            <a:normAutofit/>
          </a:bodyPr>
          <a:lstStyle/>
          <a:p>
            <a:r>
              <a:rPr lang="en-NZ" sz="2200" dirty="0" smtClean="0"/>
              <a:t>Segmentation lends itself to the implementation of protection and sharing policies</a:t>
            </a:r>
          </a:p>
          <a:p>
            <a:r>
              <a:rPr lang="en-NZ" sz="2200" dirty="0" smtClean="0"/>
              <a:t>Each entry has a base address and length so inadvertent memory access can be controlled</a:t>
            </a:r>
          </a:p>
          <a:p>
            <a:r>
              <a:rPr lang="en-NZ" sz="2200" dirty="0" smtClean="0"/>
              <a:t>Sharing can be achieved by segments referencing multiple processes</a:t>
            </a:r>
            <a:endParaRPr lang="en-NZ" sz="2200" dirty="0"/>
          </a:p>
        </p:txBody>
      </p:sp>
      <p:pic>
        <p:nvPicPr>
          <p:cNvPr id="4" name="Picture 3"/>
          <p:cNvPicPr>
            <a:picLocks noChangeAspect="1"/>
          </p:cNvPicPr>
          <p:nvPr/>
        </p:nvPicPr>
        <p:blipFill>
          <a:blip r:embed="rId3"/>
          <a:stretch>
            <a:fillRect/>
          </a:stretch>
        </p:blipFill>
        <p:spPr>
          <a:xfrm>
            <a:off x="3429000" y="4724400"/>
            <a:ext cx="2171700" cy="1600200"/>
          </a:xfrm>
          <a:prstGeom prst="rect">
            <a:avLst/>
          </a:prstGeom>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2">
                    <a:lumMod val="50000"/>
                  </a:schemeClr>
                </a:solidFill>
              </a:rPr>
              <a:t>Protection Relationships</a:t>
            </a:r>
            <a:endParaRPr lang="en-US" b="1" dirty="0">
              <a:solidFill>
                <a:schemeClr val="accent2">
                  <a:lumMod val="50000"/>
                </a:schemeClr>
              </a:solidFill>
            </a:endParaRPr>
          </a:p>
        </p:txBody>
      </p:sp>
      <p:pic>
        <p:nvPicPr>
          <p:cNvPr id="4" name="Content Placeholder 3" descr="Fig08_14.gif"/>
          <p:cNvPicPr>
            <a:picLocks noGrp="1" noChangeAspect="1"/>
          </p:cNvPicPr>
          <p:nvPr>
            <p:ph idx="1"/>
          </p:nvPr>
        </p:nvPicPr>
        <p:blipFill>
          <a:blip r:embed="rId3"/>
          <a:srcRect t="-14888" b="-14888"/>
          <a:stretch>
            <a:fillRect/>
          </a:stretch>
        </p:blipFill>
        <p:spPr>
          <a:xfrm>
            <a:off x="3733800" y="-38100"/>
            <a:ext cx="4800600" cy="7200900"/>
          </a:xfrm>
        </p:spPr>
      </p:pic>
      <p:pic>
        <p:nvPicPr>
          <p:cNvPr id="9" name="Picture 8"/>
          <p:cNvPicPr>
            <a:picLocks noChangeAspect="1"/>
          </p:cNvPicPr>
          <p:nvPr/>
        </p:nvPicPr>
        <p:blipFill>
          <a:blip r:embed="rId4"/>
          <a:stretch>
            <a:fillRect/>
          </a:stretch>
        </p:blipFill>
        <p:spPr>
          <a:xfrm>
            <a:off x="1066800" y="3352800"/>
            <a:ext cx="1618746" cy="2095500"/>
          </a:xfrm>
          <a:prstGeom prst="rect">
            <a:avLst/>
          </a:prstGeom>
        </p:spPr>
      </p:pic>
    </p:spTree>
  </p:cSld>
  <p:clrMapOvr>
    <a:masterClrMapping/>
  </p:clrMapOvr>
  <p:transition spd="slow">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6253"/>
            <a:ext cx="9144000" cy="1067748"/>
          </a:xfrm>
        </p:spPr>
        <p:txBody>
          <a:bodyPr/>
          <a:lstStyle/>
          <a:p>
            <a:pPr algn="ctr">
              <a:tabLst>
                <a:tab pos="1804988" algn="l"/>
              </a:tabLst>
            </a:pPr>
            <a:r>
              <a:rPr lang="en-NZ" b="1" dirty="0" smtClean="0">
                <a:solidFill>
                  <a:schemeClr val="accent1">
                    <a:lumMod val="50000"/>
                  </a:schemeClr>
                </a:solidFill>
              </a:rPr>
              <a:t>Operating System Software</a:t>
            </a:r>
            <a:endParaRPr lang="en-NZ" b="1" dirty="0">
              <a:solidFill>
                <a:schemeClr val="accent1">
                  <a:lumMod val="50000"/>
                </a:schemeClr>
              </a:solidFill>
            </a:endParaRP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2122874367"/>
              </p:ext>
            </p:extLst>
          </p:nvPr>
        </p:nvGraphicFramePr>
        <p:xfrm>
          <a:off x="457200" y="2362200"/>
          <a:ext cx="83058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55613"/>
            <a:ext cx="9144000" cy="1068387"/>
          </a:xfrm>
        </p:spPr>
        <p:txBody>
          <a:bodyPr/>
          <a:lstStyle/>
          <a:p>
            <a:pPr algn="ctr"/>
            <a:r>
              <a:rPr lang="en-NZ" b="1" dirty="0" smtClean="0">
                <a:solidFill>
                  <a:schemeClr val="accent2">
                    <a:lumMod val="50000"/>
                  </a:schemeClr>
                </a:solidFill>
              </a:rPr>
              <a:t>Policies for Virtual Memory</a:t>
            </a:r>
            <a:endParaRPr lang="en-NZ" b="1" dirty="0">
              <a:solidFill>
                <a:schemeClr val="accent2">
                  <a:lumMod val="50000"/>
                </a:schemeClr>
              </a:solidFill>
            </a:endParaRPr>
          </a:p>
        </p:txBody>
      </p:sp>
      <p:sp>
        <p:nvSpPr>
          <p:cNvPr id="3" name="Content Placeholder 2"/>
          <p:cNvSpPr>
            <a:spLocks noGrp="1"/>
          </p:cNvSpPr>
          <p:nvPr>
            <p:ph idx="4294967295"/>
          </p:nvPr>
        </p:nvSpPr>
        <p:spPr>
          <a:xfrm>
            <a:off x="685800" y="1752600"/>
            <a:ext cx="6553200" cy="1066800"/>
          </a:xfrm>
        </p:spPr>
        <p:txBody>
          <a:bodyPr/>
          <a:lstStyle/>
          <a:p>
            <a:r>
              <a:rPr lang="en-NZ" sz="2800" dirty="0" smtClean="0"/>
              <a:t>Key issue:  Performance</a:t>
            </a:r>
          </a:p>
          <a:p>
            <a:pPr marL="1149350" lvl="2" indent="-239713">
              <a:buSzPct val="100000"/>
              <a:buFont typeface="Wingdings" charset="2"/>
              <a:buChar char="§"/>
            </a:pPr>
            <a:r>
              <a:rPr lang="en-NZ" sz="2500" dirty="0" smtClean="0"/>
              <a:t>minimize page faults</a:t>
            </a:r>
          </a:p>
          <a:p>
            <a:pPr lvl="1">
              <a:buNone/>
            </a:pPr>
            <a:endParaRPr lang="en-NZ" dirty="0"/>
          </a:p>
        </p:txBody>
      </p:sp>
      <p:graphicFrame>
        <p:nvGraphicFramePr>
          <p:cNvPr id="125954" name="Object 2"/>
          <p:cNvGraphicFramePr>
            <a:graphicFrameLocks noChangeAspect="1"/>
          </p:cNvGraphicFramePr>
          <p:nvPr/>
        </p:nvGraphicFramePr>
        <p:xfrm>
          <a:off x="533400" y="2971800"/>
          <a:ext cx="8072071" cy="3505200"/>
        </p:xfrm>
        <a:graphic>
          <a:graphicData uri="http://schemas.openxmlformats.org/presentationml/2006/ole">
            <mc:AlternateContent xmlns:mc="http://schemas.openxmlformats.org/markup-compatibility/2006">
              <mc:Choice xmlns:v="urn:schemas-microsoft-com:vml" Requires="v">
                <p:oleObj spid="_x0000_s126032" name="Document" r:id="rId4" imgW="6083300" imgH="2641600" progId="Word.Document.12">
                  <p:embed/>
                </p:oleObj>
              </mc:Choice>
              <mc:Fallback>
                <p:oleObj name="Document" r:id="rId4" imgW="6083300" imgH="2641600" progId="Word.Document.12">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2971800"/>
                        <a:ext cx="8072071"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slow">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Fetch Policy</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533400" y="2514600"/>
            <a:ext cx="3429000" cy="3962400"/>
          </a:xfrm>
        </p:spPr>
        <p:txBody>
          <a:bodyPr>
            <a:normAutofit/>
          </a:bodyPr>
          <a:lstStyle/>
          <a:p>
            <a:r>
              <a:rPr lang="en-US" sz="2600" dirty="0" smtClean="0"/>
              <a:t>Determines </a:t>
            </a:r>
            <a:r>
              <a:rPr lang="en-US" sz="2600" dirty="0" smtClean="0">
                <a:solidFill>
                  <a:srgbClr val="FF0000"/>
                </a:solidFill>
              </a:rPr>
              <a:t>when a page should be brought into memory</a:t>
            </a:r>
          </a:p>
        </p:txBody>
      </p:sp>
      <p:graphicFrame>
        <p:nvGraphicFramePr>
          <p:cNvPr id="4" name="Diagram 3"/>
          <p:cNvGraphicFramePr/>
          <p:nvPr/>
        </p:nvGraphicFramePr>
        <p:xfrm>
          <a:off x="3962400" y="2514600"/>
          <a:ext cx="4419600" cy="345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1905000" y="4572000"/>
            <a:ext cx="1602756" cy="1956165"/>
          </a:xfrm>
          <a:prstGeom prst="rect">
            <a:avLst/>
          </a:prstGeom>
        </p:spPr>
      </p:pic>
      <p:pic>
        <p:nvPicPr>
          <p:cNvPr id="6" name="Picture 5"/>
          <p:cNvPicPr>
            <a:picLocks noChangeAspect="1"/>
          </p:cNvPicPr>
          <p:nvPr/>
        </p:nvPicPr>
        <p:blipFill>
          <a:blip r:embed="rId9"/>
          <a:stretch>
            <a:fillRect/>
          </a:stretch>
        </p:blipFill>
        <p:spPr>
          <a:xfrm>
            <a:off x="1524000" y="6096000"/>
            <a:ext cx="425450" cy="425450"/>
          </a:xfrm>
          <a:prstGeom prst="rect">
            <a:avLst/>
          </a:prstGeom>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solidFill>
                  <a:schemeClr val="accent4">
                    <a:lumMod val="50000"/>
                  </a:schemeClr>
                </a:solidFill>
              </a:rPr>
              <a:t>Demand Paging </a:t>
            </a:r>
            <a:endParaRPr lang="en-US" dirty="0"/>
          </a:p>
        </p:txBody>
      </p:sp>
      <p:sp>
        <p:nvSpPr>
          <p:cNvPr id="3" name="Content Placeholder 2"/>
          <p:cNvSpPr>
            <a:spLocks noGrp="1"/>
          </p:cNvSpPr>
          <p:nvPr>
            <p:ph idx="4294967295"/>
          </p:nvPr>
        </p:nvSpPr>
        <p:spPr>
          <a:xfrm>
            <a:off x="533400" y="2286000"/>
            <a:ext cx="8229600" cy="5105400"/>
          </a:xfrm>
        </p:spPr>
        <p:txBody>
          <a:bodyPr/>
          <a:lstStyle/>
          <a:p>
            <a:r>
              <a:rPr lang="en-US" sz="2200" b="1" dirty="0" smtClean="0"/>
              <a:t>Demand Paging</a:t>
            </a:r>
            <a:endParaRPr lang="en-US" sz="2200" dirty="0" smtClean="0"/>
          </a:p>
          <a:p>
            <a:pPr lvl="1"/>
            <a:r>
              <a:rPr lang="en-US" sz="2200" dirty="0" smtClean="0">
                <a:solidFill>
                  <a:srgbClr val="FF0000"/>
                </a:solidFill>
              </a:rPr>
              <a:t>only brings pages into main memory when a reference is made to a location on the page</a:t>
            </a:r>
          </a:p>
          <a:p>
            <a:pPr lvl="1"/>
            <a:r>
              <a:rPr lang="en-US" sz="2200" dirty="0" smtClean="0"/>
              <a:t>many page faults when process is first started </a:t>
            </a:r>
          </a:p>
          <a:p>
            <a:pPr lvl="1"/>
            <a:r>
              <a:rPr lang="en-US" sz="2200" dirty="0" smtClean="0">
                <a:solidFill>
                  <a:srgbClr val="FF0000"/>
                </a:solidFill>
              </a:rPr>
              <a:t>principle of locality suggests </a:t>
            </a:r>
            <a:r>
              <a:rPr lang="en-US" sz="2200" dirty="0" smtClean="0"/>
              <a:t>that </a:t>
            </a:r>
            <a:r>
              <a:rPr lang="en-US" sz="2200" dirty="0" smtClean="0">
                <a:solidFill>
                  <a:srgbClr val="FF0000"/>
                </a:solidFill>
              </a:rPr>
              <a:t>as more and more pages are brought in, most future references will be to pages that have recently been brought in</a:t>
            </a:r>
            <a:r>
              <a:rPr lang="en-US" sz="2200" dirty="0" smtClean="0"/>
              <a:t>, and </a:t>
            </a:r>
            <a:r>
              <a:rPr lang="en-US" sz="2200" dirty="0" smtClean="0">
                <a:solidFill>
                  <a:srgbClr val="FF0000"/>
                </a:solidFill>
              </a:rPr>
              <a:t>page faults </a:t>
            </a:r>
            <a:r>
              <a:rPr lang="en-US" sz="2200" dirty="0" smtClean="0"/>
              <a:t>should </a:t>
            </a:r>
            <a:r>
              <a:rPr lang="en-US" sz="2200" dirty="0" smtClean="0">
                <a:solidFill>
                  <a:srgbClr val="FF0000"/>
                </a:solidFill>
              </a:rPr>
              <a:t>drop</a:t>
            </a:r>
            <a:r>
              <a:rPr lang="en-US" sz="2200" dirty="0" smtClean="0"/>
              <a:t> to a very low level</a:t>
            </a:r>
          </a:p>
          <a:p>
            <a:pPr>
              <a:buNone/>
            </a:pPr>
            <a:endParaRPr lang="en-US" dirty="0"/>
          </a:p>
        </p:txBody>
      </p:sp>
      <p:pic>
        <p:nvPicPr>
          <p:cNvPr id="5" name="Picture 4"/>
          <p:cNvPicPr>
            <a:picLocks noChangeAspect="1"/>
          </p:cNvPicPr>
          <p:nvPr/>
        </p:nvPicPr>
        <p:blipFill>
          <a:blip r:embed="rId3"/>
          <a:stretch>
            <a:fillRect/>
          </a:stretch>
        </p:blipFill>
        <p:spPr>
          <a:xfrm>
            <a:off x="4953000" y="5334000"/>
            <a:ext cx="1371600" cy="1181100"/>
          </a:xfrm>
          <a:prstGeom prst="rect">
            <a:avLst/>
          </a:prstGeom>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sz="4800" b="1" dirty="0" smtClean="0">
                <a:solidFill>
                  <a:schemeClr val="accent1">
                    <a:lumMod val="50000"/>
                  </a:schemeClr>
                </a:solidFill>
              </a:rPr>
              <a:t>Prepaging</a:t>
            </a:r>
            <a:endParaRPr lang="en-NZ" sz="4800" b="1" dirty="0">
              <a:solidFill>
                <a:schemeClr val="accent1">
                  <a:lumMod val="50000"/>
                </a:schemeClr>
              </a:solidFill>
            </a:endParaRPr>
          </a:p>
        </p:txBody>
      </p:sp>
      <p:sp>
        <p:nvSpPr>
          <p:cNvPr id="3" name="Content Placeholder 2"/>
          <p:cNvSpPr>
            <a:spLocks noGrp="1"/>
          </p:cNvSpPr>
          <p:nvPr>
            <p:ph idx="4294967295"/>
          </p:nvPr>
        </p:nvSpPr>
        <p:spPr>
          <a:xfrm>
            <a:off x="609600" y="2209800"/>
            <a:ext cx="8229600" cy="5562600"/>
          </a:xfrm>
        </p:spPr>
        <p:txBody>
          <a:bodyPr/>
          <a:lstStyle/>
          <a:p>
            <a:r>
              <a:rPr lang="en-US" sz="2200" b="1" dirty="0" err="1" smtClean="0"/>
              <a:t>Prepaging</a:t>
            </a:r>
            <a:r>
              <a:rPr lang="en-US" sz="2200" b="1" dirty="0" smtClean="0"/>
              <a:t> </a:t>
            </a:r>
          </a:p>
          <a:p>
            <a:pPr lvl="1"/>
            <a:r>
              <a:rPr lang="en-US" sz="2200" dirty="0" smtClean="0">
                <a:solidFill>
                  <a:srgbClr val="FF0000"/>
                </a:solidFill>
              </a:rPr>
              <a:t>pages other than the one demanded </a:t>
            </a:r>
            <a:r>
              <a:rPr lang="en-US" sz="2200" dirty="0" smtClean="0"/>
              <a:t>by a page fault </a:t>
            </a:r>
            <a:r>
              <a:rPr lang="en-US" sz="2200" dirty="0" smtClean="0">
                <a:solidFill>
                  <a:srgbClr val="FF0000"/>
                </a:solidFill>
              </a:rPr>
              <a:t>are brought in</a:t>
            </a:r>
          </a:p>
          <a:p>
            <a:pPr lvl="1"/>
            <a:r>
              <a:rPr lang="en-US" sz="2200" dirty="0" smtClean="0"/>
              <a:t>exploits the characteristics of most secondary memory devices</a:t>
            </a:r>
          </a:p>
          <a:p>
            <a:pPr lvl="1"/>
            <a:r>
              <a:rPr lang="en-US" sz="2200" dirty="0" smtClean="0">
                <a:solidFill>
                  <a:srgbClr val="FF0000"/>
                </a:solidFill>
              </a:rPr>
              <a:t>if pages of a process are stored contiguously in secondary memory</a:t>
            </a:r>
            <a:r>
              <a:rPr lang="en-US" sz="2200" dirty="0" smtClean="0"/>
              <a:t> it is more </a:t>
            </a:r>
            <a:r>
              <a:rPr lang="en-US" sz="2200" dirty="0" smtClean="0">
                <a:solidFill>
                  <a:srgbClr val="FF0000"/>
                </a:solidFill>
              </a:rPr>
              <a:t>efficient to bring in a number of pages at one time</a:t>
            </a:r>
          </a:p>
          <a:p>
            <a:pPr lvl="1"/>
            <a:r>
              <a:rPr lang="en-US" sz="2200" dirty="0" smtClean="0">
                <a:solidFill>
                  <a:srgbClr val="FF0000"/>
                </a:solidFill>
              </a:rPr>
              <a:t>ineffective</a:t>
            </a:r>
            <a:r>
              <a:rPr lang="en-US" sz="2200" dirty="0" smtClean="0"/>
              <a:t> if extra pages are </a:t>
            </a:r>
            <a:r>
              <a:rPr lang="en-US" sz="2200" dirty="0" smtClean="0">
                <a:solidFill>
                  <a:srgbClr val="FF0000"/>
                </a:solidFill>
              </a:rPr>
              <a:t>not referenced</a:t>
            </a:r>
          </a:p>
          <a:p>
            <a:pPr marL="0" indent="0">
              <a:buNone/>
            </a:pPr>
            <a:endParaRPr lang="en-NZ" dirty="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4">
                    <a:lumMod val="50000"/>
                  </a:schemeClr>
                </a:solidFill>
              </a:rPr>
              <a:t>Placement Policy</a:t>
            </a:r>
            <a:endParaRPr lang="en-US" b="1" dirty="0">
              <a:solidFill>
                <a:schemeClr val="accent4">
                  <a:lumMod val="50000"/>
                </a:schemeClr>
              </a:solidFill>
            </a:endParaRPr>
          </a:p>
        </p:txBody>
      </p:sp>
      <p:sp>
        <p:nvSpPr>
          <p:cNvPr id="3" name="Content Placeholder 2"/>
          <p:cNvSpPr>
            <a:spLocks noGrp="1"/>
          </p:cNvSpPr>
          <p:nvPr>
            <p:ph type="body" orient="vert" idx="4294967295"/>
          </p:nvPr>
        </p:nvSpPr>
        <p:spPr>
          <a:xfrm>
            <a:off x="609600" y="2286000"/>
            <a:ext cx="7874000" cy="3840163"/>
          </a:xfrm>
        </p:spPr>
        <p:txBody>
          <a:bodyPr>
            <a:normAutofit fontScale="77500" lnSpcReduction="20000"/>
          </a:bodyPr>
          <a:lstStyle/>
          <a:p>
            <a:r>
              <a:rPr lang="en-US" sz="3000" dirty="0" smtClean="0">
                <a:solidFill>
                  <a:srgbClr val="FF0000"/>
                </a:solidFill>
              </a:rPr>
              <a:t>Determines where in real memory a process piece is to reside</a:t>
            </a:r>
          </a:p>
          <a:p>
            <a:r>
              <a:rPr lang="en-US" sz="3000" dirty="0" smtClean="0">
                <a:solidFill>
                  <a:srgbClr val="FF0000"/>
                </a:solidFill>
              </a:rPr>
              <a:t>Important design issue </a:t>
            </a:r>
            <a:r>
              <a:rPr lang="en-US" sz="3000" dirty="0" smtClean="0"/>
              <a:t>in a </a:t>
            </a:r>
            <a:r>
              <a:rPr lang="en-US" sz="3000" dirty="0" smtClean="0">
                <a:solidFill>
                  <a:srgbClr val="FF0000"/>
                </a:solidFill>
              </a:rPr>
              <a:t>segmentation</a:t>
            </a:r>
            <a:r>
              <a:rPr lang="en-US" sz="3000" dirty="0" smtClean="0"/>
              <a:t> system</a:t>
            </a:r>
          </a:p>
          <a:p>
            <a:r>
              <a:rPr lang="en-US" sz="3000" dirty="0" smtClean="0">
                <a:solidFill>
                  <a:srgbClr val="FF0000"/>
                </a:solidFill>
              </a:rPr>
              <a:t>Paging</a:t>
            </a:r>
            <a:r>
              <a:rPr lang="en-US" sz="3000" dirty="0" smtClean="0"/>
              <a:t> or combined paging with segmentation placing is irrelevant </a:t>
            </a:r>
            <a:r>
              <a:rPr lang="en-US" sz="3000" dirty="0" smtClean="0">
                <a:solidFill>
                  <a:srgbClr val="FF0000"/>
                </a:solidFill>
              </a:rPr>
              <a:t>because hardware performs functions with equal efficiency</a:t>
            </a:r>
          </a:p>
          <a:p>
            <a:r>
              <a:rPr lang="en-US" sz="3200" dirty="0">
                <a:solidFill>
                  <a:schemeClr val="tx1"/>
                </a:solidFill>
              </a:rPr>
              <a:t>For </a:t>
            </a:r>
            <a:r>
              <a:rPr lang="en-US" sz="3200" dirty="0" smtClean="0">
                <a:solidFill>
                  <a:srgbClr val="FF0000"/>
                </a:solidFill>
              </a:rPr>
              <a:t>NUMA</a:t>
            </a:r>
            <a:r>
              <a:rPr lang="en-US" sz="3200" dirty="0" smtClean="0">
                <a:solidFill>
                  <a:schemeClr val="tx1"/>
                </a:solidFill>
              </a:rPr>
              <a:t> systems</a:t>
            </a:r>
            <a:r>
              <a:rPr lang="en-US" sz="3200" dirty="0">
                <a:solidFill>
                  <a:schemeClr val="tx1"/>
                </a:solidFill>
              </a:rPr>
              <a:t>, an automatic placement strategy is desirable to assign pages to the </a:t>
            </a:r>
            <a:r>
              <a:rPr lang="en-US" sz="3200" dirty="0" smtClean="0">
                <a:solidFill>
                  <a:schemeClr val="tx1"/>
                </a:solidFill>
              </a:rPr>
              <a:t>memory module </a:t>
            </a:r>
            <a:r>
              <a:rPr lang="en-US" sz="3200" dirty="0">
                <a:solidFill>
                  <a:schemeClr val="tx1"/>
                </a:solidFill>
              </a:rPr>
              <a:t>that provides the best </a:t>
            </a:r>
            <a:r>
              <a:rPr lang="en-US" sz="3200" dirty="0" smtClean="0">
                <a:solidFill>
                  <a:schemeClr val="tx1"/>
                </a:solidFill>
              </a:rPr>
              <a:t>performance (</a:t>
            </a:r>
            <a:r>
              <a:rPr lang="en-US" sz="3200" dirty="0" smtClean="0">
                <a:solidFill>
                  <a:srgbClr val="FF0000"/>
                </a:solidFill>
              </a:rPr>
              <a:t>nearest memory part </a:t>
            </a:r>
            <a:r>
              <a:rPr lang="en-US" sz="3200" dirty="0" smtClean="0">
                <a:solidFill>
                  <a:schemeClr val="tx1"/>
                </a:solidFill>
              </a:rPr>
              <a:t>to the processor)</a:t>
            </a:r>
            <a:endParaRPr lang="en-NZ" sz="3200" dirty="0"/>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tx2">
                    <a:lumMod val="50000"/>
                  </a:schemeClr>
                </a:solidFill>
              </a:rPr>
              <a:t>Replacement Policy</a:t>
            </a:r>
            <a:endParaRPr lang="en-US" b="1" dirty="0">
              <a:solidFill>
                <a:schemeClr val="tx2">
                  <a:lumMod val="50000"/>
                </a:schemeClr>
              </a:solidFill>
            </a:endParaRPr>
          </a:p>
        </p:txBody>
      </p:sp>
      <p:sp>
        <p:nvSpPr>
          <p:cNvPr id="3" name="Content Placeholder 2"/>
          <p:cNvSpPr>
            <a:spLocks noGrp="1"/>
          </p:cNvSpPr>
          <p:nvPr>
            <p:ph idx="4294967295"/>
          </p:nvPr>
        </p:nvSpPr>
        <p:spPr>
          <a:xfrm>
            <a:off x="457200" y="2133600"/>
            <a:ext cx="8229600" cy="5105400"/>
          </a:xfrm>
        </p:spPr>
        <p:txBody>
          <a:bodyPr>
            <a:normAutofit/>
          </a:bodyPr>
          <a:lstStyle/>
          <a:p>
            <a:r>
              <a:rPr lang="en-NZ" sz="2800" dirty="0" smtClean="0">
                <a:solidFill>
                  <a:srgbClr val="FF0000"/>
                </a:solidFill>
              </a:rPr>
              <a:t>Deals with the selection of a page in main memory to be replaced when a new page must be brought in</a:t>
            </a:r>
          </a:p>
          <a:p>
            <a:pPr lvl="3"/>
            <a:r>
              <a:rPr lang="en-NZ" sz="2400" dirty="0" smtClean="0"/>
              <a:t>objective is that the page that is </a:t>
            </a:r>
            <a:r>
              <a:rPr lang="en-NZ" sz="2400" dirty="0" smtClean="0">
                <a:solidFill>
                  <a:srgbClr val="FF0000"/>
                </a:solidFill>
              </a:rPr>
              <a:t>removed be the page least likely to be referenced in the near future</a:t>
            </a:r>
          </a:p>
          <a:p>
            <a:pPr marL="282575" lvl="3">
              <a:spcBef>
                <a:spcPts val="1800"/>
              </a:spcBef>
            </a:pPr>
            <a:r>
              <a:rPr lang="en-NZ" sz="2800" dirty="0" smtClean="0"/>
              <a:t>The more elaborate the replacement policy the greater the hardware and software overhead to implement it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2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2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9" dur="2000" fill="hold"/>
                                        <p:tgtEl>
                                          <p:spTgt spid="3">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0" dur="2000" fill="hold"/>
                                        <p:tgtEl>
                                          <p:spTgt spid="3">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5">
                    <a:lumMod val="50000"/>
                  </a:schemeClr>
                </a:solidFill>
              </a:rPr>
              <a:t> </a:t>
            </a: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Frame Locking</a:t>
            </a:r>
            <a:endParaRPr lang="en-US" b="1" dirty="0">
              <a:solidFill>
                <a:schemeClr val="accent5">
                  <a:lumMod val="50000"/>
                </a:schemeClr>
              </a:solidFill>
            </a:endParaRPr>
          </a:p>
        </p:txBody>
      </p:sp>
      <p:sp>
        <p:nvSpPr>
          <p:cNvPr id="3" name="Content Placeholder 2"/>
          <p:cNvSpPr>
            <a:spLocks noGrp="1"/>
          </p:cNvSpPr>
          <p:nvPr>
            <p:ph idx="4294967295"/>
          </p:nvPr>
        </p:nvSpPr>
        <p:spPr>
          <a:xfrm>
            <a:off x="381000" y="2438400"/>
            <a:ext cx="8229600" cy="4876800"/>
          </a:xfrm>
        </p:spPr>
        <p:txBody>
          <a:bodyPr>
            <a:normAutofit/>
          </a:bodyPr>
          <a:lstStyle/>
          <a:p>
            <a:pPr>
              <a:buSzPct val="125000"/>
              <a:buFont typeface="Wingdings" charset="2"/>
              <a:buChar char="§"/>
            </a:pPr>
            <a:r>
              <a:rPr lang="en-US" sz="2200" dirty="0" smtClean="0"/>
              <a:t>When a </a:t>
            </a:r>
            <a:r>
              <a:rPr lang="en-US" sz="2200" dirty="0" smtClean="0">
                <a:solidFill>
                  <a:srgbClr val="FF0000"/>
                </a:solidFill>
              </a:rPr>
              <a:t>frame is locked </a:t>
            </a:r>
            <a:r>
              <a:rPr lang="en-US" sz="2200" dirty="0" smtClean="0"/>
              <a:t>the page currently stored in that frame may not be replaced</a:t>
            </a:r>
          </a:p>
          <a:p>
            <a:pPr marL="1092200" lvl="1" indent="-292100">
              <a:buSzPct val="125000"/>
              <a:buFont typeface="Wingdings" charset="2"/>
              <a:buChar char="§"/>
            </a:pPr>
            <a:r>
              <a:rPr lang="en-US" sz="2200" dirty="0" smtClean="0">
                <a:solidFill>
                  <a:srgbClr val="FF0000"/>
                </a:solidFill>
              </a:rPr>
              <a:t>kernel</a:t>
            </a:r>
            <a:r>
              <a:rPr lang="en-US" sz="2200" dirty="0" smtClean="0"/>
              <a:t> of the OS as well as key control structures are held in locked frames</a:t>
            </a:r>
          </a:p>
          <a:p>
            <a:pPr marL="1092200" lvl="1" indent="-292100">
              <a:buSzPct val="125000"/>
              <a:buFont typeface="Wingdings" charset="2"/>
              <a:buChar char="§"/>
            </a:pPr>
            <a:r>
              <a:rPr lang="en-US" sz="2200" dirty="0" smtClean="0">
                <a:solidFill>
                  <a:srgbClr val="FF0000"/>
                </a:solidFill>
              </a:rPr>
              <a:t>I/O buffers and time-critical areas </a:t>
            </a:r>
            <a:r>
              <a:rPr lang="en-US" sz="2200" dirty="0" smtClean="0"/>
              <a:t>may be locked into main memory frames</a:t>
            </a:r>
          </a:p>
          <a:p>
            <a:pPr marL="1092200" lvl="1" indent="-292100">
              <a:buSzPct val="125000"/>
              <a:buFont typeface="Wingdings" charset="2"/>
              <a:buChar char="§"/>
            </a:pPr>
            <a:r>
              <a:rPr lang="en-US" sz="2200" dirty="0" smtClean="0">
                <a:solidFill>
                  <a:srgbClr val="FF0000"/>
                </a:solidFill>
              </a:rPr>
              <a:t>locking is achieved by associating a lock bit with each frame</a:t>
            </a:r>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0" y="5486400"/>
            <a:ext cx="1486772" cy="13716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150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slide(fromBottom)">
                                      <p:cBhvr>
                                        <p:cTn id="7"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7824788" cy="1323041"/>
          </a:xfrm>
        </p:spPr>
        <p:txBody>
          <a:bodyPr/>
          <a:lstStyle/>
          <a:p>
            <a:r>
              <a:rPr lang="en-NZ"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Basic Algorithms</a:t>
            </a: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249778992"/>
              </p:ext>
            </p:extLst>
          </p:nvPr>
        </p:nvGraphicFramePr>
        <p:xfrm>
          <a:off x="533400" y="2133600"/>
          <a:ext cx="81534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1828800" y="3429000"/>
            <a:ext cx="1497013" cy="1701640"/>
          </a:xfrm>
          <a:prstGeom prst="rect">
            <a:avLst/>
          </a:prstGeom>
        </p:spPr>
      </p:pic>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838200"/>
            <a:ext cx="7824788" cy="1475441"/>
          </a:xfrm>
        </p:spPr>
        <p:txBody>
          <a:bodyPr>
            <a:normAutofit/>
          </a:bodyPr>
          <a:lstStyle/>
          <a:p>
            <a:pPr algn="l"/>
            <a:r>
              <a:rPr lang="en-NZ"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Optimal Policy </a:t>
            </a:r>
            <a:br>
              <a:rPr lang="en-NZ"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4" name="Picture 3"/>
          <p:cNvPicPr>
            <a:picLocks noChangeAspect="1" noChangeArrowheads="1"/>
          </p:cNvPicPr>
          <p:nvPr/>
        </p:nvPicPr>
        <p:blipFill>
          <a:blip r:embed="rId3"/>
          <a:srcRect/>
          <a:stretch>
            <a:fillRect/>
          </a:stretch>
        </p:blipFill>
        <p:spPr bwMode="auto">
          <a:xfrm>
            <a:off x="685800" y="4267200"/>
            <a:ext cx="7696200" cy="2157813"/>
          </a:xfrm>
          <a:prstGeom prst="rect">
            <a:avLst/>
          </a:prstGeom>
          <a:noFill/>
          <a:ln w="9525">
            <a:noFill/>
            <a:miter lim="800000"/>
            <a:headEnd/>
            <a:tailEnd/>
          </a:ln>
          <a:effectLst/>
        </p:spPr>
      </p:pic>
      <p:sp>
        <p:nvSpPr>
          <p:cNvPr id="5" name="Rectangle 4"/>
          <p:cNvSpPr/>
          <p:nvPr/>
        </p:nvSpPr>
        <p:spPr>
          <a:xfrm>
            <a:off x="838200" y="2209800"/>
            <a:ext cx="7772400" cy="1815882"/>
          </a:xfrm>
          <a:prstGeom prst="rect">
            <a:avLst/>
          </a:prstGeom>
        </p:spPr>
        <p:txBody>
          <a:bodyPr wrap="square">
            <a:spAutoFit/>
          </a:bodyPr>
          <a:lstStyle/>
          <a:p>
            <a:pPr marL="342900" lvl="1" indent="-342900">
              <a:buClr>
                <a:schemeClr val="accent1">
                  <a:lumMod val="75000"/>
                </a:schemeClr>
              </a:buClr>
              <a:buFont typeface="Wingdings" charset="2"/>
              <a:buChar char="§"/>
            </a:pPr>
            <a:r>
              <a:rPr lang="en-NZ" sz="2800" dirty="0" smtClean="0"/>
              <a:t>Selects the page for which the time to the next reference is the longest</a:t>
            </a:r>
          </a:p>
          <a:p>
            <a:pPr marL="342900" lvl="1" indent="-342900">
              <a:buClr>
                <a:schemeClr val="accent1">
                  <a:lumMod val="75000"/>
                </a:schemeClr>
              </a:buClr>
              <a:buFont typeface="Wingdings" charset="2"/>
              <a:buChar char="§"/>
            </a:pPr>
            <a:r>
              <a:rPr lang="en-NZ" sz="2800" dirty="0" smtClean="0"/>
              <a:t>Produces three page faults after the frame allocation has been filled</a:t>
            </a:r>
          </a:p>
        </p:txBody>
      </p:sp>
      <mc:AlternateContent xmlns:mc="http://schemas.openxmlformats.org/markup-compatibility/2006" xmlns:p14="http://schemas.microsoft.com/office/powerpoint/2010/main">
        <mc:Choice Requires="p14">
          <p:contentPart p14:bwMode="auto" r:id="rId4">
            <p14:nvContentPartPr>
              <p14:cNvPr id="9" name="Ink 8"/>
              <p14:cNvContentPartPr/>
              <p14:nvPr/>
            </p14:nvContentPartPr>
            <p14:xfrm>
              <a:off x="1065462" y="2647828"/>
              <a:ext cx="2644560" cy="584280"/>
            </p14:xfrm>
          </p:contentPart>
        </mc:Choice>
        <mc:Fallback xmlns="">
          <p:pic>
            <p:nvPicPr>
              <p:cNvPr id="9" name="Ink 8"/>
              <p:cNvPicPr/>
              <p:nvPr/>
            </p:nvPicPr>
            <p:blipFill>
              <a:blip r:embed="rId5"/>
              <a:stretch>
                <a:fillRect/>
              </a:stretch>
            </p:blipFill>
            <p:spPr>
              <a:xfrm>
                <a:off x="1053582" y="2635948"/>
                <a:ext cx="2668320" cy="608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p14:cNvContentPartPr/>
              <p14:nvPr/>
            </p14:nvContentPartPr>
            <p14:xfrm>
              <a:off x="408102" y="2982268"/>
              <a:ext cx="717840" cy="492840"/>
            </p14:xfrm>
          </p:contentPart>
        </mc:Choice>
        <mc:Fallback xmlns="">
          <p:pic>
            <p:nvPicPr>
              <p:cNvPr id="11" name="Ink 10"/>
              <p:cNvPicPr/>
              <p:nvPr/>
            </p:nvPicPr>
            <p:blipFill>
              <a:blip r:embed="rId7"/>
              <a:stretch>
                <a:fillRect/>
              </a:stretch>
            </p:blipFill>
            <p:spPr>
              <a:xfrm>
                <a:off x="396222" y="2970388"/>
                <a:ext cx="741600" cy="516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p14:cNvContentPartPr/>
              <p14:nvPr/>
            </p14:nvContentPartPr>
            <p14:xfrm>
              <a:off x="3713982" y="3829348"/>
              <a:ext cx="4501800" cy="278640"/>
            </p14:xfrm>
          </p:contentPart>
        </mc:Choice>
        <mc:Fallback xmlns="">
          <p:pic>
            <p:nvPicPr>
              <p:cNvPr id="14" name="Ink 13"/>
              <p:cNvPicPr/>
              <p:nvPr/>
            </p:nvPicPr>
            <p:blipFill>
              <a:blip r:embed="rId9"/>
              <a:stretch>
                <a:fillRect/>
              </a:stretch>
            </p:blipFill>
            <p:spPr>
              <a:xfrm>
                <a:off x="3702102" y="3817468"/>
                <a:ext cx="4525560" cy="302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p14:cNvContentPartPr/>
              <p14:nvPr/>
            </p14:nvContentPartPr>
            <p14:xfrm>
              <a:off x="5191062" y="3882628"/>
              <a:ext cx="3095280" cy="928800"/>
            </p14:xfrm>
          </p:contentPart>
        </mc:Choice>
        <mc:Fallback xmlns="">
          <p:pic>
            <p:nvPicPr>
              <p:cNvPr id="18" name="Ink 17"/>
              <p:cNvPicPr/>
              <p:nvPr/>
            </p:nvPicPr>
            <p:blipFill>
              <a:blip r:embed="rId11"/>
              <a:stretch>
                <a:fillRect/>
              </a:stretch>
            </p:blipFill>
            <p:spPr>
              <a:xfrm>
                <a:off x="5179182" y="3870748"/>
                <a:ext cx="3119040" cy="95256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50000"/>
                  </a:schemeClr>
                </a:solidFill>
              </a:rPr>
              <a:t>Least Recently Used (LRU)</a:t>
            </a:r>
            <a:endParaRPr lang="en-US" b="1" dirty="0">
              <a:solidFill>
                <a:schemeClr val="accent1">
                  <a:lumMod val="50000"/>
                </a:schemeClr>
              </a:solidFill>
            </a:endParaRPr>
          </a:p>
        </p:txBody>
      </p:sp>
      <p:sp>
        <p:nvSpPr>
          <p:cNvPr id="3" name="Content Placeholder 2"/>
          <p:cNvSpPr>
            <a:spLocks noGrp="1"/>
          </p:cNvSpPr>
          <p:nvPr>
            <p:ph idx="4294967295"/>
          </p:nvPr>
        </p:nvSpPr>
        <p:spPr>
          <a:xfrm>
            <a:off x="609600" y="2209800"/>
            <a:ext cx="7924800" cy="3840163"/>
          </a:xfrm>
        </p:spPr>
        <p:txBody>
          <a:bodyPr>
            <a:normAutofit/>
          </a:bodyPr>
          <a:lstStyle/>
          <a:p>
            <a:r>
              <a:rPr lang="en-US" sz="2200" dirty="0" smtClean="0">
                <a:solidFill>
                  <a:schemeClr val="accent1">
                    <a:lumMod val="60000"/>
                    <a:lumOff val="40000"/>
                  </a:schemeClr>
                </a:solidFill>
              </a:rPr>
              <a:t>Replaces the page that has not been referenced for the longest time</a:t>
            </a:r>
          </a:p>
          <a:p>
            <a:r>
              <a:rPr lang="en-US" sz="2200" dirty="0" smtClean="0"/>
              <a:t>By the principle of locality, this should be the page least likely to be referenced in the near future</a:t>
            </a:r>
          </a:p>
          <a:p>
            <a:r>
              <a:rPr lang="en-US" sz="2200" dirty="0" smtClean="0"/>
              <a:t>Difficult to implement</a:t>
            </a:r>
          </a:p>
          <a:p>
            <a:pPr lvl="1"/>
            <a:r>
              <a:rPr lang="en-US" sz="2200" dirty="0" smtClean="0"/>
              <a:t>one approach is to tag each page with the time of last reference</a:t>
            </a:r>
          </a:p>
          <a:p>
            <a:pPr lvl="2"/>
            <a:r>
              <a:rPr lang="en-US" sz="2200" dirty="0" smtClean="0"/>
              <a:t>this requires a great deal of overhead</a:t>
            </a:r>
            <a:endParaRPr lang="en-US" sz="2200" dirty="0"/>
          </a:p>
        </p:txBody>
      </p:sp>
      <p:pic>
        <p:nvPicPr>
          <p:cNvPr id="4" name="Picture 3"/>
          <p:cNvPicPr>
            <a:picLocks noChangeAspect="1"/>
          </p:cNvPicPr>
          <p:nvPr/>
        </p:nvPicPr>
        <p:blipFill>
          <a:blip r:embed="rId3"/>
          <a:stretch>
            <a:fillRect/>
          </a:stretch>
        </p:blipFill>
        <p:spPr>
          <a:xfrm>
            <a:off x="7229837" y="5029200"/>
            <a:ext cx="1277576" cy="1452209"/>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50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400" decel="100000"/>
                                        <p:tgtEl>
                                          <p:spTgt spid="3">
                                            <p:txEl>
                                              <p:pRg st="2" end="2"/>
                                            </p:txEl>
                                          </p:spTgt>
                                        </p:tgtEl>
                                      </p:cBhvr>
                                    </p:animEffect>
                                    <p:anim calcmode="lin" valueType="num">
                                      <p:cBhvr>
                                        <p:cTn id="8" dur="400" decel="100000" fill="hold"/>
                                        <p:tgtEl>
                                          <p:spTgt spid="3">
                                            <p:txEl>
                                              <p:pRg st="2" end="2"/>
                                            </p:txEl>
                                          </p:spTgt>
                                        </p:tgtEl>
                                        <p:attrNameLst>
                                          <p:attrName>style.rotation</p:attrName>
                                        </p:attrNameLst>
                                      </p:cBhvr>
                                      <p:tavLst>
                                        <p:tav tm="0">
                                          <p:val>
                                            <p:fltVal val="-90"/>
                                          </p:val>
                                        </p:tav>
                                        <p:tav tm="100000">
                                          <p:val>
                                            <p:fltVal val="0"/>
                                          </p:val>
                                        </p:tav>
                                      </p:tavLst>
                                    </p:anim>
                                    <p:anim calcmode="lin" valueType="num">
                                      <p:cBhvr>
                                        <p:cTn id="9" dur="400" decel="100000" fill="hold"/>
                                        <p:tgtEl>
                                          <p:spTgt spid="3">
                                            <p:txEl>
                                              <p:pRg st="2" end="2"/>
                                            </p:txEl>
                                          </p:spTgt>
                                        </p:tgtEl>
                                        <p:attrNameLst>
                                          <p:attrName>ppt_x</p:attrName>
                                        </p:attrNameLst>
                                      </p:cBhvr>
                                      <p:tavLst>
                                        <p:tav tm="0">
                                          <p:val>
                                            <p:strVal val="#ppt_x+0.4"/>
                                          </p:val>
                                        </p:tav>
                                        <p:tav tm="100000">
                                          <p:val>
                                            <p:strVal val="#ppt_x-0.05"/>
                                          </p:val>
                                        </p:tav>
                                      </p:tavLst>
                                    </p:anim>
                                    <p:anim calcmode="lin" valueType="num">
                                      <p:cBhvr>
                                        <p:cTn id="10" dur="400" decel="100000" fill="hold"/>
                                        <p:tgtEl>
                                          <p:spTgt spid="3">
                                            <p:txEl>
                                              <p:pRg st="2" end="2"/>
                                            </p:txEl>
                                          </p:spTgt>
                                        </p:tgtEl>
                                        <p:attrNameLst>
                                          <p:attrName>ppt_y</p:attrName>
                                        </p:attrNameLst>
                                      </p:cBhvr>
                                      <p:tavLst>
                                        <p:tav tm="0">
                                          <p:val>
                                            <p:strVal val="#ppt_y-0.4"/>
                                          </p:val>
                                        </p:tav>
                                        <p:tav tm="100000">
                                          <p:val>
                                            <p:strVal val="#ppt_y+0.1"/>
                                          </p:val>
                                        </p:tav>
                                      </p:tavLst>
                                    </p:anim>
                                    <p:anim calcmode="lin" valueType="num">
                                      <p:cBhvr>
                                        <p:cTn id="11" dur="100" accel="100000" fill="hold">
                                          <p:stCondLst>
                                            <p:cond delay="400"/>
                                          </p:stCondLst>
                                        </p:cTn>
                                        <p:tgtEl>
                                          <p:spTgt spid="3">
                                            <p:txEl>
                                              <p:pRg st="2" end="2"/>
                                            </p:txEl>
                                          </p:spTgt>
                                        </p:tgtEl>
                                        <p:attrNameLst>
                                          <p:attrName>ppt_x</p:attrName>
                                        </p:attrNameLst>
                                      </p:cBhvr>
                                      <p:tavLst>
                                        <p:tav tm="0">
                                          <p:val>
                                            <p:strVal val="#ppt_x-0.05"/>
                                          </p:val>
                                        </p:tav>
                                        <p:tav tm="100000">
                                          <p:val>
                                            <p:strVal val="#ppt_x"/>
                                          </p:val>
                                        </p:tav>
                                      </p:tavLst>
                                    </p:anim>
                                    <p:anim calcmode="lin" valueType="num">
                                      <p:cBhvr>
                                        <p:cTn id="12" dur="100" accel="100000" fill="hold">
                                          <p:stCondLst>
                                            <p:cond delay="400"/>
                                          </p:stCondLst>
                                        </p:cTn>
                                        <p:tgtEl>
                                          <p:spTgt spid="3">
                                            <p:txEl>
                                              <p:pRg st="2" end="2"/>
                                            </p:txEl>
                                          </p:spTgt>
                                        </p:tgtEl>
                                        <p:attrNameLst>
                                          <p:attrName>ppt_y</p:attrName>
                                        </p:attrNameLst>
                                      </p:cBhvr>
                                      <p:tavLst>
                                        <p:tav tm="0">
                                          <p:val>
                                            <p:strVal val="#ppt_y+0.1"/>
                                          </p:val>
                                        </p:tav>
                                        <p:tav tm="100000">
                                          <p:val>
                                            <p:strVal val="#ppt_y"/>
                                          </p:val>
                                        </p:tav>
                                      </p:tavLst>
                                    </p:anim>
                                  </p:childTnLst>
                                </p:cTn>
                              </p:par>
                              <p:par>
                                <p:cTn id="13" presetID="30" presetClass="entr" presetSubtype="0" fill="hold" grpId="0" nodeType="withEffect">
                                  <p:stCondLst>
                                    <p:cond delay="50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800" decel="100000"/>
                                        <p:tgtEl>
                                          <p:spTgt spid="3">
                                            <p:txEl>
                                              <p:pRg st="3" end="3"/>
                                            </p:txEl>
                                          </p:spTgt>
                                        </p:tgtEl>
                                      </p:cBhvr>
                                    </p:animEffect>
                                    <p:anim calcmode="lin" valueType="num">
                                      <p:cBhvr>
                                        <p:cTn id="16" dur="800" decel="100000" fill="hold"/>
                                        <p:tgtEl>
                                          <p:spTgt spid="3">
                                            <p:txEl>
                                              <p:pRg st="3" end="3"/>
                                            </p:txEl>
                                          </p:spTgt>
                                        </p:tgtEl>
                                        <p:attrNameLst>
                                          <p:attrName>style.rotation</p:attrName>
                                        </p:attrNameLst>
                                      </p:cBhvr>
                                      <p:tavLst>
                                        <p:tav tm="0">
                                          <p:val>
                                            <p:fltVal val="-90"/>
                                          </p:val>
                                        </p:tav>
                                        <p:tav tm="100000">
                                          <p:val>
                                            <p:fltVal val="0"/>
                                          </p:val>
                                        </p:tav>
                                      </p:tavLst>
                                    </p:anim>
                                    <p:anim calcmode="lin" valueType="num">
                                      <p:cBhvr>
                                        <p:cTn id="17" dur="800" decel="100000" fill="hold"/>
                                        <p:tgtEl>
                                          <p:spTgt spid="3">
                                            <p:txEl>
                                              <p:pRg st="3" end="3"/>
                                            </p:txEl>
                                          </p:spTgt>
                                        </p:tgtEl>
                                        <p:attrNameLst>
                                          <p:attrName>ppt_x</p:attrName>
                                        </p:attrNameLst>
                                      </p:cBhvr>
                                      <p:tavLst>
                                        <p:tav tm="0">
                                          <p:val>
                                            <p:strVal val="#ppt_x+0.4"/>
                                          </p:val>
                                        </p:tav>
                                        <p:tav tm="100000">
                                          <p:val>
                                            <p:strVal val="#ppt_x-0.05"/>
                                          </p:val>
                                        </p:tav>
                                      </p:tavLst>
                                    </p:anim>
                                    <p:anim calcmode="lin" valueType="num">
                                      <p:cBhvr>
                                        <p:cTn id="18" dur="800" decel="100000" fill="hold"/>
                                        <p:tgtEl>
                                          <p:spTgt spid="3">
                                            <p:txEl>
                                              <p:pRg st="3" end="3"/>
                                            </p:txEl>
                                          </p:spTgt>
                                        </p:tgtEl>
                                        <p:attrNameLst>
                                          <p:attrName>ppt_y</p:attrName>
                                        </p:attrNameLst>
                                      </p:cBhvr>
                                      <p:tavLst>
                                        <p:tav tm="0">
                                          <p:val>
                                            <p:strVal val="#ppt_y-0.4"/>
                                          </p:val>
                                        </p:tav>
                                        <p:tav tm="100000">
                                          <p:val>
                                            <p:strVal val="#ppt_y+0.1"/>
                                          </p:val>
                                        </p:tav>
                                      </p:tavLst>
                                    </p:anim>
                                    <p:anim calcmode="lin" valueType="num">
                                      <p:cBhvr>
                                        <p:cTn id="19" dur="200" accel="100000" fill="hold">
                                          <p:stCondLst>
                                            <p:cond delay="800"/>
                                          </p:stCondLst>
                                        </p:cTn>
                                        <p:tgtEl>
                                          <p:spTgt spid="3">
                                            <p:txEl>
                                              <p:pRg st="3" end="3"/>
                                            </p:txEl>
                                          </p:spTgt>
                                        </p:tgtEl>
                                        <p:attrNameLst>
                                          <p:attrName>ppt_x</p:attrName>
                                        </p:attrNameLst>
                                      </p:cBhvr>
                                      <p:tavLst>
                                        <p:tav tm="0">
                                          <p:val>
                                            <p:strVal val="#ppt_x-0.05"/>
                                          </p:val>
                                        </p:tav>
                                        <p:tav tm="100000">
                                          <p:val>
                                            <p:strVal val="#ppt_x"/>
                                          </p:val>
                                        </p:tav>
                                      </p:tavLst>
                                    </p:anim>
                                    <p:anim calcmode="lin" valueType="num">
                                      <p:cBhvr>
                                        <p:cTn id="20" dur="200" accel="100000" fill="hold">
                                          <p:stCondLst>
                                            <p:cond delay="800"/>
                                          </p:stCondLst>
                                        </p:cTn>
                                        <p:tgtEl>
                                          <p:spTgt spid="3">
                                            <p:txEl>
                                              <p:pRg st="3" end="3"/>
                                            </p:txEl>
                                          </p:spTgt>
                                        </p:tgtEl>
                                        <p:attrNameLst>
                                          <p:attrName>ppt_y</p:attrName>
                                        </p:attrNameLst>
                                      </p:cBhvr>
                                      <p:tavLst>
                                        <p:tav tm="0">
                                          <p:val>
                                            <p:strVal val="#ppt_y+0.1"/>
                                          </p:val>
                                        </p:tav>
                                        <p:tav tm="100000">
                                          <p:val>
                                            <p:strVal val="#ppt_y"/>
                                          </p:val>
                                        </p:tav>
                                      </p:tavLst>
                                    </p:anim>
                                  </p:childTnLst>
                                </p:cTn>
                              </p:par>
                              <p:par>
                                <p:cTn id="21" presetID="30" presetClass="entr" presetSubtype="0" fill="hold" grpId="0" nodeType="withEffect">
                                  <p:stCondLst>
                                    <p:cond delay="50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600" decel="100000"/>
                                        <p:tgtEl>
                                          <p:spTgt spid="3">
                                            <p:txEl>
                                              <p:pRg st="4" end="4"/>
                                            </p:txEl>
                                          </p:spTgt>
                                        </p:tgtEl>
                                      </p:cBhvr>
                                    </p:animEffect>
                                    <p:anim calcmode="lin" valueType="num">
                                      <p:cBhvr>
                                        <p:cTn id="24" dur="1600" decel="100000" fill="hold"/>
                                        <p:tgtEl>
                                          <p:spTgt spid="3">
                                            <p:txEl>
                                              <p:pRg st="4" end="4"/>
                                            </p:txEl>
                                          </p:spTgt>
                                        </p:tgtEl>
                                        <p:attrNameLst>
                                          <p:attrName>style.rotation</p:attrName>
                                        </p:attrNameLst>
                                      </p:cBhvr>
                                      <p:tavLst>
                                        <p:tav tm="0">
                                          <p:val>
                                            <p:fltVal val="-90"/>
                                          </p:val>
                                        </p:tav>
                                        <p:tav tm="100000">
                                          <p:val>
                                            <p:fltVal val="0"/>
                                          </p:val>
                                        </p:tav>
                                      </p:tavLst>
                                    </p:anim>
                                    <p:anim calcmode="lin" valueType="num">
                                      <p:cBhvr>
                                        <p:cTn id="25" dur="1600" decel="100000" fill="hold"/>
                                        <p:tgtEl>
                                          <p:spTgt spid="3">
                                            <p:txEl>
                                              <p:pRg st="4" end="4"/>
                                            </p:txEl>
                                          </p:spTgt>
                                        </p:tgtEl>
                                        <p:attrNameLst>
                                          <p:attrName>ppt_x</p:attrName>
                                        </p:attrNameLst>
                                      </p:cBhvr>
                                      <p:tavLst>
                                        <p:tav tm="0">
                                          <p:val>
                                            <p:strVal val="#ppt_x+0.4"/>
                                          </p:val>
                                        </p:tav>
                                        <p:tav tm="100000">
                                          <p:val>
                                            <p:strVal val="#ppt_x-0.05"/>
                                          </p:val>
                                        </p:tav>
                                      </p:tavLst>
                                    </p:anim>
                                    <p:anim calcmode="lin" valueType="num">
                                      <p:cBhvr>
                                        <p:cTn id="26" dur="1600" decel="100000" fill="hold"/>
                                        <p:tgtEl>
                                          <p:spTgt spid="3">
                                            <p:txEl>
                                              <p:pRg st="4" end="4"/>
                                            </p:txEl>
                                          </p:spTgt>
                                        </p:tgtEl>
                                        <p:attrNameLst>
                                          <p:attrName>ppt_y</p:attrName>
                                        </p:attrNameLst>
                                      </p:cBhvr>
                                      <p:tavLst>
                                        <p:tav tm="0">
                                          <p:val>
                                            <p:strVal val="#ppt_y-0.4"/>
                                          </p:val>
                                        </p:tav>
                                        <p:tav tm="100000">
                                          <p:val>
                                            <p:strVal val="#ppt_y+0.1"/>
                                          </p:val>
                                        </p:tav>
                                      </p:tavLst>
                                    </p:anim>
                                    <p:anim calcmode="lin" valueType="num">
                                      <p:cBhvr>
                                        <p:cTn id="27" dur="400" accel="100000" fill="hold">
                                          <p:stCondLst>
                                            <p:cond delay="1600"/>
                                          </p:stCondLst>
                                        </p:cTn>
                                        <p:tgtEl>
                                          <p:spTgt spid="3">
                                            <p:txEl>
                                              <p:pRg st="4" end="4"/>
                                            </p:txEl>
                                          </p:spTgt>
                                        </p:tgtEl>
                                        <p:attrNameLst>
                                          <p:attrName>ppt_x</p:attrName>
                                        </p:attrNameLst>
                                      </p:cBhvr>
                                      <p:tavLst>
                                        <p:tav tm="0">
                                          <p:val>
                                            <p:strVal val="#ppt_x-0.05"/>
                                          </p:val>
                                        </p:tav>
                                        <p:tav tm="100000">
                                          <p:val>
                                            <p:strVal val="#ppt_x"/>
                                          </p:val>
                                        </p:tav>
                                      </p:tavLst>
                                    </p:anim>
                                    <p:anim calcmode="lin" valueType="num">
                                      <p:cBhvr>
                                        <p:cTn id="28" dur="400" accel="100000" fill="hold">
                                          <p:stCondLst>
                                            <p:cond delay="1600"/>
                                          </p:stCondLst>
                                        </p:cTn>
                                        <p:tgtEl>
                                          <p:spTgt spid="3">
                                            <p:txEl>
                                              <p:pRg st="4" end="4"/>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228600"/>
            <a:ext cx="7824788" cy="1323975"/>
          </a:xfrm>
        </p:spPr>
        <p:txBody>
          <a:bodyPr/>
          <a:lstStyle/>
          <a:p>
            <a:r>
              <a:rPr lang="en-NZ" b="1" dirty="0" smtClean="0">
                <a:solidFill>
                  <a:schemeClr val="accent4">
                    <a:lumMod val="50000"/>
                  </a:schemeClr>
                </a:solidFill>
              </a:rPr>
              <a:t>LRU Example</a:t>
            </a:r>
            <a:endParaRPr lang="en-NZ" b="1" dirty="0">
              <a:solidFill>
                <a:schemeClr val="accent4">
                  <a:lumMod val="50000"/>
                </a:schemeClr>
              </a:solidFill>
            </a:endParaRPr>
          </a:p>
        </p:txBody>
      </p:sp>
      <p:pic>
        <p:nvPicPr>
          <p:cNvPr id="3074" name="Picture 2"/>
          <p:cNvPicPr>
            <a:picLocks noChangeAspect="1" noChangeArrowheads="1"/>
          </p:cNvPicPr>
          <p:nvPr/>
        </p:nvPicPr>
        <p:blipFill>
          <a:blip r:embed="rId3"/>
          <a:srcRect/>
          <a:stretch>
            <a:fillRect/>
          </a:stretch>
        </p:blipFill>
        <p:spPr bwMode="auto">
          <a:xfrm>
            <a:off x="457200" y="2667000"/>
            <a:ext cx="8211697" cy="2895600"/>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2644422" y="2679148"/>
              <a:ext cx="1677600" cy="627480"/>
            </p14:xfrm>
          </p:contentPart>
        </mc:Choice>
        <mc:Fallback xmlns="">
          <p:pic>
            <p:nvPicPr>
              <p:cNvPr id="4" name="Ink 3"/>
              <p:cNvPicPr/>
              <p:nvPr/>
            </p:nvPicPr>
            <p:blipFill>
              <a:blip r:embed="rId5"/>
              <a:stretch>
                <a:fillRect/>
              </a:stretch>
            </p:blipFill>
            <p:spPr>
              <a:xfrm>
                <a:off x="2632542" y="2667268"/>
                <a:ext cx="1701360" cy="65124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chemeClr val="accent1">
                    <a:lumMod val="50000"/>
                  </a:schemeClr>
                </a:solidFill>
              </a:rPr>
              <a:t>First-in-First-out (FIFO)</a:t>
            </a:r>
            <a:endParaRPr lang="en-US" b="1" dirty="0">
              <a:solidFill>
                <a:schemeClr val="accent1">
                  <a:lumMod val="50000"/>
                </a:schemeClr>
              </a:solidFill>
            </a:endParaRPr>
          </a:p>
        </p:txBody>
      </p:sp>
      <p:sp>
        <p:nvSpPr>
          <p:cNvPr id="3" name="Content Placeholder 2"/>
          <p:cNvSpPr>
            <a:spLocks noGrp="1"/>
          </p:cNvSpPr>
          <p:nvPr>
            <p:ph idx="4294967295"/>
          </p:nvPr>
        </p:nvSpPr>
        <p:spPr>
          <a:xfrm>
            <a:off x="533400" y="2286000"/>
            <a:ext cx="8229600" cy="5334000"/>
          </a:xfrm>
        </p:spPr>
        <p:txBody>
          <a:bodyPr>
            <a:normAutofit/>
          </a:bodyPr>
          <a:lstStyle/>
          <a:p>
            <a:r>
              <a:rPr lang="en-US" sz="2200" dirty="0" smtClean="0"/>
              <a:t>Treats page frames allocated to a process as a circular buffer</a:t>
            </a:r>
          </a:p>
          <a:p>
            <a:r>
              <a:rPr lang="en-US" sz="2200" dirty="0" smtClean="0"/>
              <a:t>Pages are removed in round-robin style</a:t>
            </a:r>
          </a:p>
          <a:p>
            <a:pPr marL="625475" lvl="2" indent="-342900">
              <a:buSzPct val="100000"/>
              <a:buFont typeface="Wingdings" charset="2"/>
              <a:buChar char="§"/>
            </a:pPr>
            <a:r>
              <a:rPr lang="en-US" sz="2200" dirty="0" smtClean="0"/>
              <a:t>simple replacement policy to implement</a:t>
            </a:r>
          </a:p>
          <a:p>
            <a:r>
              <a:rPr lang="en-US" sz="2200" dirty="0" smtClean="0"/>
              <a:t>Page that has been in memory the longest is replaced</a:t>
            </a:r>
          </a:p>
        </p:txBody>
      </p:sp>
      <p:pic>
        <p:nvPicPr>
          <p:cNvPr id="4" name="Picture 3"/>
          <p:cNvPicPr>
            <a:picLocks noChangeAspect="1"/>
          </p:cNvPicPr>
          <p:nvPr/>
        </p:nvPicPr>
        <p:blipFill>
          <a:blip r:embed="rId3"/>
          <a:stretch>
            <a:fillRect/>
          </a:stretch>
        </p:blipFill>
        <p:spPr>
          <a:xfrm>
            <a:off x="7086600" y="4876800"/>
            <a:ext cx="1344613" cy="1528409"/>
          </a:xfrm>
          <a:prstGeom prst="rect">
            <a:avLst/>
          </a:prstGeom>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228600"/>
            <a:ext cx="7824788" cy="1323975"/>
          </a:xfrm>
        </p:spPr>
        <p:txBody>
          <a:bodyPr/>
          <a:lstStyle/>
          <a:p>
            <a:r>
              <a:rPr lang="en-NZ"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FIFO Example</a:t>
            </a: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4098" name="Picture 2"/>
          <p:cNvPicPr>
            <a:picLocks noChangeAspect="1" noChangeArrowheads="1"/>
          </p:cNvPicPr>
          <p:nvPr/>
        </p:nvPicPr>
        <p:blipFill>
          <a:blip r:embed="rId3"/>
          <a:srcRect/>
          <a:stretch>
            <a:fillRect/>
          </a:stretch>
        </p:blipFill>
        <p:spPr bwMode="auto">
          <a:xfrm>
            <a:off x="609600" y="2286000"/>
            <a:ext cx="7995600" cy="3124200"/>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4">
            <p14:nvContentPartPr>
              <p14:cNvPr id="20" name="Ink 19"/>
              <p14:cNvContentPartPr/>
              <p14:nvPr/>
            </p14:nvContentPartPr>
            <p14:xfrm>
              <a:off x="914262" y="5865148"/>
              <a:ext cx="2884320" cy="845640"/>
            </p14:xfrm>
          </p:contentPart>
        </mc:Choice>
        <mc:Fallback xmlns="">
          <p:pic>
            <p:nvPicPr>
              <p:cNvPr id="20" name="Ink 19"/>
              <p:cNvPicPr/>
              <p:nvPr/>
            </p:nvPicPr>
            <p:blipFill>
              <a:blip r:embed="rId5"/>
              <a:stretch>
                <a:fillRect/>
              </a:stretch>
            </p:blipFill>
            <p:spPr>
              <a:xfrm>
                <a:off x="902382" y="5853268"/>
                <a:ext cx="2908080" cy="86940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20147"/>
          </a:xfrm>
        </p:spPr>
        <p:txBody>
          <a:bodyPr/>
          <a:lstStyle/>
          <a:p>
            <a:pPr algn="ctr"/>
            <a:r>
              <a:rPr lang="en-US" b="1" dirty="0" smtClean="0">
                <a:solidFill>
                  <a:schemeClr val="accent1">
                    <a:lumMod val="50000"/>
                  </a:schemeClr>
                </a:solidFill>
              </a:rPr>
              <a:t>Clock Policy</a:t>
            </a:r>
            <a:endParaRPr lang="en-US" b="1" dirty="0">
              <a:solidFill>
                <a:schemeClr val="accent1">
                  <a:lumMod val="50000"/>
                </a:schemeClr>
              </a:solidFill>
            </a:endParaRPr>
          </a:p>
        </p:txBody>
      </p:sp>
      <p:sp>
        <p:nvSpPr>
          <p:cNvPr id="3" name="Content Placeholder 2"/>
          <p:cNvSpPr>
            <a:spLocks noGrp="1"/>
          </p:cNvSpPr>
          <p:nvPr>
            <p:ph idx="4294967295"/>
          </p:nvPr>
        </p:nvSpPr>
        <p:spPr>
          <a:xfrm>
            <a:off x="533400" y="2057400"/>
            <a:ext cx="8229600" cy="5181600"/>
          </a:xfrm>
        </p:spPr>
        <p:txBody>
          <a:bodyPr>
            <a:normAutofit/>
          </a:bodyPr>
          <a:lstStyle/>
          <a:p>
            <a:r>
              <a:rPr lang="en-US" sz="2200" dirty="0" smtClean="0"/>
              <a:t>Requires the association of an additional bit with each frame</a:t>
            </a:r>
          </a:p>
          <a:p>
            <a:pPr lvl="2"/>
            <a:r>
              <a:rPr lang="en-US" sz="2200" dirty="0" smtClean="0"/>
              <a:t>referred to as the </a:t>
            </a:r>
            <a:r>
              <a:rPr lang="en-US" sz="2200" i="1" dirty="0" smtClean="0"/>
              <a:t>use</a:t>
            </a:r>
            <a:r>
              <a:rPr lang="en-US" sz="2200" dirty="0" smtClean="0"/>
              <a:t> bit</a:t>
            </a:r>
          </a:p>
          <a:p>
            <a:r>
              <a:rPr lang="en-US" sz="2200" dirty="0" smtClean="0"/>
              <a:t>When a page is first loaded in memory or referenced, the use bit is set to 1</a:t>
            </a:r>
          </a:p>
          <a:p>
            <a:r>
              <a:rPr lang="en-US" sz="2200" dirty="0" smtClean="0"/>
              <a:t>The set of frames is considered to be a circular buffer</a:t>
            </a:r>
          </a:p>
          <a:p>
            <a:r>
              <a:rPr lang="en-US" sz="2200" dirty="0" smtClean="0"/>
              <a:t>Any frame with a use bit of 1 is passed over by the algorithm</a:t>
            </a:r>
          </a:p>
          <a:p>
            <a:r>
              <a:rPr lang="en-US" sz="2200" dirty="0" smtClean="0"/>
              <a:t>Page frames visualized as laid out in a circle</a:t>
            </a:r>
          </a:p>
          <a:p>
            <a:endParaRPr lang="en-US" dirty="0" smtClean="0"/>
          </a:p>
        </p:txBody>
      </p:sp>
      <p:pic>
        <p:nvPicPr>
          <p:cNvPr id="5" name="Picture 4"/>
          <p:cNvPicPr>
            <a:picLocks noChangeAspect="1"/>
          </p:cNvPicPr>
          <p:nvPr/>
        </p:nvPicPr>
        <p:blipFill>
          <a:blip r:embed="rId3"/>
          <a:stretch>
            <a:fillRect/>
          </a:stretch>
        </p:blipFill>
        <p:spPr>
          <a:xfrm>
            <a:off x="6908236" y="5029200"/>
            <a:ext cx="1388039" cy="1673083"/>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3">
                                            <p:txEl>
                                              <p:pRg st="1" end="1"/>
                                            </p:txEl>
                                          </p:spTgt>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
                                          </p:val>
                                        </p:tav>
                                        <p:tav tm="100000">
                                          <p:val>
                                            <p:strVal val="#ppt_y"/>
                                          </p:val>
                                        </p:tav>
                                      </p:tavLst>
                                    </p:anim>
                                    <p:animEffect transition="in" filter="fade">
                                      <p:cBhvr>
                                        <p:cTn id="10"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685800"/>
            <a:ext cx="8229600" cy="1143000"/>
          </a:xfrm>
        </p:spPr>
        <p:txBody>
          <a:bodyPr/>
          <a:lstStyle/>
          <a:p>
            <a:r>
              <a:rPr lang="en-NZ"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Clock Policy Example</a:t>
            </a: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5122" name="Picture 2"/>
          <p:cNvPicPr>
            <a:picLocks noChangeAspect="1" noChangeArrowheads="1"/>
          </p:cNvPicPr>
          <p:nvPr/>
        </p:nvPicPr>
        <p:blipFill>
          <a:blip r:embed="rId3"/>
          <a:srcRect/>
          <a:stretch>
            <a:fillRect/>
          </a:stretch>
        </p:blipFill>
        <p:spPr bwMode="auto">
          <a:xfrm>
            <a:off x="457200" y="2590800"/>
            <a:ext cx="8229600" cy="3048000"/>
          </a:xfrm>
          <a:prstGeom prst="rect">
            <a:avLst/>
          </a:prstGeom>
          <a:noFill/>
          <a:ln w="9525">
            <a:noFill/>
            <a:miter lim="800000"/>
            <a:headEnd/>
            <a:tailEnd/>
          </a:ln>
          <a:effectLst/>
        </p:spPr>
      </p:pic>
      <mc:AlternateContent xmlns:mc="http://schemas.openxmlformats.org/markup-compatibility/2006" xmlns:p14="http://schemas.microsoft.com/office/powerpoint/2010/main">
        <mc:Choice Requires="p14">
          <p:contentPart p14:bwMode="auto" r:id="rId4">
            <p14:nvContentPartPr>
              <p14:cNvPr id="4" name="Ink 3"/>
              <p14:cNvContentPartPr/>
              <p14:nvPr/>
            </p14:nvContentPartPr>
            <p14:xfrm>
              <a:off x="1220513" y="1865350"/>
              <a:ext cx="5493600" cy="597240"/>
            </p14:xfrm>
          </p:contentPart>
        </mc:Choice>
        <mc:Fallback xmlns="">
          <p:pic>
            <p:nvPicPr>
              <p:cNvPr id="4" name="Ink 3"/>
              <p:cNvPicPr/>
              <p:nvPr/>
            </p:nvPicPr>
            <p:blipFill>
              <a:blip r:embed="rId5"/>
              <a:stretch>
                <a:fillRect/>
              </a:stretch>
            </p:blipFill>
            <p:spPr>
              <a:xfrm>
                <a:off x="1208273" y="1854550"/>
                <a:ext cx="5518800" cy="619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p14:cNvContentPartPr/>
              <p14:nvPr/>
            </p14:nvContentPartPr>
            <p14:xfrm>
              <a:off x="1277033" y="5826070"/>
              <a:ext cx="5034960" cy="616320"/>
            </p14:xfrm>
          </p:contentPart>
        </mc:Choice>
        <mc:Fallback xmlns="">
          <p:pic>
            <p:nvPicPr>
              <p:cNvPr id="22" name="Ink 21"/>
              <p:cNvPicPr/>
              <p:nvPr/>
            </p:nvPicPr>
            <p:blipFill>
              <a:blip r:embed="rId7"/>
              <a:stretch>
                <a:fillRect/>
              </a:stretch>
            </p:blipFill>
            <p:spPr>
              <a:xfrm>
                <a:off x="1265513" y="5815990"/>
                <a:ext cx="5060160" cy="64008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328793" y="747190"/>
              <a:ext cx="8636400" cy="5629320"/>
            </p14:xfrm>
          </p:contentPart>
        </mc:Choice>
        <mc:Fallback xmlns="">
          <p:pic>
            <p:nvPicPr>
              <p:cNvPr id="5" name="Ink 4"/>
              <p:cNvPicPr/>
              <p:nvPr/>
            </p:nvPicPr>
            <p:blipFill>
              <a:blip r:embed="rId3"/>
              <a:stretch>
                <a:fillRect/>
              </a:stretch>
            </p:blipFill>
            <p:spPr>
              <a:xfrm>
                <a:off x="319433" y="735670"/>
                <a:ext cx="8658720" cy="5652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48" name="Ink 247"/>
              <p14:cNvContentPartPr/>
              <p14:nvPr/>
            </p14:nvContentPartPr>
            <p14:xfrm>
              <a:off x="3713" y="5502790"/>
              <a:ext cx="790200" cy="853560"/>
            </p14:xfrm>
          </p:contentPart>
        </mc:Choice>
        <mc:Fallback xmlns="">
          <p:pic>
            <p:nvPicPr>
              <p:cNvPr id="248" name="Ink 247"/>
              <p:cNvPicPr/>
              <p:nvPr/>
            </p:nvPicPr>
            <p:blipFill>
              <a:blip r:embed="rId5"/>
              <a:stretch>
                <a:fillRect/>
              </a:stretch>
            </p:blipFill>
            <p:spPr>
              <a:xfrm>
                <a:off x="-5287" y="5493070"/>
                <a:ext cx="807840" cy="876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56" name="Ink 255"/>
              <p14:cNvContentPartPr/>
              <p14:nvPr/>
            </p14:nvContentPartPr>
            <p14:xfrm>
              <a:off x="1701833" y="5140990"/>
              <a:ext cx="514440" cy="1147320"/>
            </p14:xfrm>
          </p:contentPart>
        </mc:Choice>
        <mc:Fallback xmlns="">
          <p:pic>
            <p:nvPicPr>
              <p:cNvPr id="256" name="Ink 255"/>
              <p:cNvPicPr/>
              <p:nvPr/>
            </p:nvPicPr>
            <p:blipFill>
              <a:blip r:embed="rId7"/>
              <a:stretch>
                <a:fillRect/>
              </a:stretch>
            </p:blipFill>
            <p:spPr>
              <a:xfrm>
                <a:off x="1690673" y="5130190"/>
                <a:ext cx="534960" cy="1170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57" name="Ink 256"/>
              <p14:cNvContentPartPr/>
              <p14:nvPr/>
            </p14:nvContentPartPr>
            <p14:xfrm>
              <a:off x="2539913" y="5530510"/>
              <a:ext cx="338040" cy="757440"/>
            </p14:xfrm>
          </p:contentPart>
        </mc:Choice>
        <mc:Fallback xmlns="">
          <p:pic>
            <p:nvPicPr>
              <p:cNvPr id="257" name="Ink 256"/>
              <p:cNvPicPr/>
              <p:nvPr/>
            </p:nvPicPr>
            <p:blipFill>
              <a:blip r:embed="rId9"/>
              <a:stretch>
                <a:fillRect/>
              </a:stretch>
            </p:blipFill>
            <p:spPr>
              <a:xfrm>
                <a:off x="2528033" y="5520430"/>
                <a:ext cx="362520" cy="780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8" name="Ink 257"/>
              <p14:cNvContentPartPr/>
              <p14:nvPr/>
            </p14:nvContentPartPr>
            <p14:xfrm>
              <a:off x="3018713" y="4514950"/>
              <a:ext cx="797040" cy="1341360"/>
            </p14:xfrm>
          </p:contentPart>
        </mc:Choice>
        <mc:Fallback xmlns="">
          <p:pic>
            <p:nvPicPr>
              <p:cNvPr id="258" name="Ink 257"/>
              <p:cNvPicPr/>
              <p:nvPr/>
            </p:nvPicPr>
            <p:blipFill>
              <a:blip r:embed="rId11"/>
              <a:stretch>
                <a:fillRect/>
              </a:stretch>
            </p:blipFill>
            <p:spPr>
              <a:xfrm>
                <a:off x="3007913" y="4503790"/>
                <a:ext cx="819000" cy="13644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59" name="Ink 258"/>
              <p14:cNvContentPartPr/>
              <p14:nvPr/>
            </p14:nvContentPartPr>
            <p14:xfrm>
              <a:off x="995873" y="5539510"/>
              <a:ext cx="607680" cy="778320"/>
            </p14:xfrm>
          </p:contentPart>
        </mc:Choice>
        <mc:Fallback xmlns="">
          <p:pic>
            <p:nvPicPr>
              <p:cNvPr id="259" name="Ink 258"/>
              <p:cNvPicPr/>
              <p:nvPr/>
            </p:nvPicPr>
            <p:blipFill>
              <a:blip r:embed="rId13"/>
              <a:stretch>
                <a:fillRect/>
              </a:stretch>
            </p:blipFill>
            <p:spPr>
              <a:xfrm>
                <a:off x="983633" y="5528350"/>
                <a:ext cx="632520" cy="802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3" name="Ink 262"/>
              <p14:cNvContentPartPr/>
              <p14:nvPr/>
            </p14:nvContentPartPr>
            <p14:xfrm>
              <a:off x="213953" y="4297150"/>
              <a:ext cx="200520" cy="200880"/>
            </p14:xfrm>
          </p:contentPart>
        </mc:Choice>
        <mc:Fallback xmlns="">
          <p:pic>
            <p:nvPicPr>
              <p:cNvPr id="263" name="Ink 262"/>
              <p:cNvPicPr/>
              <p:nvPr/>
            </p:nvPicPr>
            <p:blipFill>
              <a:blip r:embed="rId15"/>
              <a:stretch>
                <a:fillRect/>
              </a:stretch>
            </p:blipFill>
            <p:spPr>
              <a:xfrm>
                <a:off x="200633" y="4283470"/>
                <a:ext cx="22644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4" name="Ink 263"/>
              <p14:cNvContentPartPr/>
              <p14:nvPr/>
            </p14:nvContentPartPr>
            <p14:xfrm>
              <a:off x="406553" y="4274830"/>
              <a:ext cx="64080" cy="579240"/>
            </p14:xfrm>
          </p:contentPart>
        </mc:Choice>
        <mc:Fallback xmlns="">
          <p:pic>
            <p:nvPicPr>
              <p:cNvPr id="264" name="Ink 263"/>
              <p:cNvPicPr/>
              <p:nvPr/>
            </p:nvPicPr>
            <p:blipFill>
              <a:blip r:embed="rId17"/>
              <a:stretch>
                <a:fillRect/>
              </a:stretch>
            </p:blipFill>
            <p:spPr>
              <a:xfrm>
                <a:off x="394673" y="4265110"/>
                <a:ext cx="83520" cy="601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5" name="Ink 264"/>
              <p14:cNvContentPartPr/>
              <p14:nvPr/>
            </p14:nvContentPartPr>
            <p14:xfrm>
              <a:off x="429953" y="4472110"/>
              <a:ext cx="477000" cy="18000"/>
            </p14:xfrm>
          </p:contentPart>
        </mc:Choice>
        <mc:Fallback xmlns="">
          <p:pic>
            <p:nvPicPr>
              <p:cNvPr id="265" name="Ink 264"/>
              <p:cNvPicPr/>
              <p:nvPr/>
            </p:nvPicPr>
            <p:blipFill>
              <a:blip r:embed="rId19"/>
              <a:stretch>
                <a:fillRect/>
              </a:stretch>
            </p:blipFill>
            <p:spPr>
              <a:xfrm>
                <a:off x="419153" y="4461310"/>
                <a:ext cx="5004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66" name="Ink 265"/>
              <p14:cNvContentPartPr/>
              <p14:nvPr/>
            </p14:nvContentPartPr>
            <p14:xfrm>
              <a:off x="-3487" y="4354030"/>
              <a:ext cx="389160" cy="38160"/>
            </p14:xfrm>
          </p:contentPart>
        </mc:Choice>
        <mc:Fallback xmlns="">
          <p:pic>
            <p:nvPicPr>
              <p:cNvPr id="266" name="Ink 265"/>
              <p:cNvPicPr/>
              <p:nvPr/>
            </p:nvPicPr>
            <p:blipFill>
              <a:blip r:embed="rId21"/>
              <a:stretch>
                <a:fillRect/>
              </a:stretch>
            </p:blipFill>
            <p:spPr>
              <a:xfrm>
                <a:off x="-11767" y="4345750"/>
                <a:ext cx="41040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7" name="Ink 266"/>
              <p14:cNvContentPartPr/>
              <p14:nvPr/>
            </p14:nvContentPartPr>
            <p14:xfrm>
              <a:off x="451193" y="4674790"/>
              <a:ext cx="458280" cy="15120"/>
            </p14:xfrm>
          </p:contentPart>
        </mc:Choice>
        <mc:Fallback xmlns="">
          <p:pic>
            <p:nvPicPr>
              <p:cNvPr id="267" name="Ink 266"/>
              <p:cNvPicPr/>
              <p:nvPr/>
            </p:nvPicPr>
            <p:blipFill>
              <a:blip r:embed="rId23"/>
              <a:stretch>
                <a:fillRect/>
              </a:stretch>
            </p:blipFill>
            <p:spPr>
              <a:xfrm>
                <a:off x="443273" y="4665070"/>
                <a:ext cx="47880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68" name="Ink 267"/>
              <p14:cNvContentPartPr/>
              <p14:nvPr/>
            </p14:nvContentPartPr>
            <p14:xfrm>
              <a:off x="3190073" y="5485510"/>
              <a:ext cx="468360" cy="692280"/>
            </p14:xfrm>
          </p:contentPart>
        </mc:Choice>
        <mc:Fallback xmlns="">
          <p:pic>
            <p:nvPicPr>
              <p:cNvPr id="268" name="Ink 267"/>
              <p:cNvPicPr/>
              <p:nvPr/>
            </p:nvPicPr>
            <p:blipFill>
              <a:blip r:embed="rId25"/>
              <a:stretch>
                <a:fillRect/>
              </a:stretch>
            </p:blipFill>
            <p:spPr>
              <a:xfrm>
                <a:off x="3180360" y="5476150"/>
                <a:ext cx="490303" cy="713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9" name="Ink 268"/>
              <p14:cNvContentPartPr/>
              <p14:nvPr/>
            </p14:nvContentPartPr>
            <p14:xfrm>
              <a:off x="1221953" y="5145670"/>
              <a:ext cx="215640" cy="175320"/>
            </p14:xfrm>
          </p:contentPart>
        </mc:Choice>
        <mc:Fallback xmlns="">
          <p:pic>
            <p:nvPicPr>
              <p:cNvPr id="269" name="Ink 268"/>
              <p:cNvPicPr/>
              <p:nvPr/>
            </p:nvPicPr>
            <p:blipFill>
              <a:blip r:embed="rId27"/>
              <a:stretch>
                <a:fillRect/>
              </a:stretch>
            </p:blipFill>
            <p:spPr>
              <a:xfrm>
                <a:off x="1211513" y="5134510"/>
                <a:ext cx="23796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0" name="Ink 269"/>
              <p14:cNvContentPartPr/>
              <p14:nvPr/>
            </p14:nvContentPartPr>
            <p14:xfrm>
              <a:off x="1166513" y="5504230"/>
              <a:ext cx="523800" cy="878760"/>
            </p14:xfrm>
          </p:contentPart>
        </mc:Choice>
        <mc:Fallback xmlns="">
          <p:pic>
            <p:nvPicPr>
              <p:cNvPr id="270" name="Ink 269"/>
              <p:cNvPicPr/>
              <p:nvPr/>
            </p:nvPicPr>
            <p:blipFill>
              <a:blip r:embed="rId29"/>
              <a:stretch>
                <a:fillRect/>
              </a:stretch>
            </p:blipFill>
            <p:spPr>
              <a:xfrm>
                <a:off x="1153913" y="5492710"/>
                <a:ext cx="548640" cy="903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1" name="Ink 270"/>
              <p14:cNvContentPartPr/>
              <p14:nvPr/>
            </p14:nvContentPartPr>
            <p14:xfrm>
              <a:off x="1851953" y="5511070"/>
              <a:ext cx="469080" cy="787680"/>
            </p14:xfrm>
          </p:contentPart>
        </mc:Choice>
        <mc:Fallback xmlns="">
          <p:pic>
            <p:nvPicPr>
              <p:cNvPr id="271" name="Ink 270"/>
              <p:cNvPicPr/>
              <p:nvPr/>
            </p:nvPicPr>
            <p:blipFill>
              <a:blip r:embed="rId31"/>
              <a:stretch>
                <a:fillRect/>
              </a:stretch>
            </p:blipFill>
            <p:spPr>
              <a:xfrm>
                <a:off x="1840433" y="5499550"/>
                <a:ext cx="492120" cy="811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2" name="Ink 271"/>
              <p14:cNvContentPartPr/>
              <p14:nvPr/>
            </p14:nvContentPartPr>
            <p14:xfrm>
              <a:off x="2479073" y="5502430"/>
              <a:ext cx="458640" cy="816840"/>
            </p14:xfrm>
          </p:contentPart>
        </mc:Choice>
        <mc:Fallback xmlns="">
          <p:pic>
            <p:nvPicPr>
              <p:cNvPr id="272" name="Ink 271"/>
              <p:cNvPicPr/>
              <p:nvPr/>
            </p:nvPicPr>
            <p:blipFill>
              <a:blip r:embed="rId33"/>
              <a:stretch>
                <a:fillRect/>
              </a:stretch>
            </p:blipFill>
            <p:spPr>
              <a:xfrm>
                <a:off x="2465753" y="5490190"/>
                <a:ext cx="484200" cy="842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6" name="Ink 275"/>
              <p14:cNvContentPartPr/>
              <p14:nvPr/>
            </p14:nvContentPartPr>
            <p14:xfrm>
              <a:off x="3264953" y="5721670"/>
              <a:ext cx="372240" cy="4680"/>
            </p14:xfrm>
          </p:contentPart>
        </mc:Choice>
        <mc:Fallback xmlns="">
          <p:pic>
            <p:nvPicPr>
              <p:cNvPr id="276" name="Ink 275"/>
              <p:cNvPicPr/>
              <p:nvPr/>
            </p:nvPicPr>
            <p:blipFill>
              <a:blip r:embed="rId35"/>
              <a:stretch>
                <a:fillRect/>
              </a:stretch>
            </p:blipFill>
            <p:spPr>
              <a:xfrm>
                <a:off x="3253793" y="5710510"/>
                <a:ext cx="39060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6" name="Ink 285"/>
              <p14:cNvContentPartPr/>
              <p14:nvPr/>
            </p14:nvContentPartPr>
            <p14:xfrm>
              <a:off x="2362433" y="5131630"/>
              <a:ext cx="967320" cy="586080"/>
            </p14:xfrm>
          </p:contentPart>
        </mc:Choice>
        <mc:Fallback xmlns="">
          <p:pic>
            <p:nvPicPr>
              <p:cNvPr id="286" name="Ink 285"/>
              <p:cNvPicPr/>
              <p:nvPr/>
            </p:nvPicPr>
            <p:blipFill>
              <a:blip r:embed="rId37"/>
              <a:stretch>
                <a:fillRect/>
              </a:stretch>
            </p:blipFill>
            <p:spPr>
              <a:xfrm>
                <a:off x="2352353" y="5119390"/>
                <a:ext cx="987840" cy="610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01" name="Ink 300"/>
              <p14:cNvContentPartPr/>
              <p14:nvPr/>
            </p14:nvContentPartPr>
            <p14:xfrm>
              <a:off x="3922673" y="5449870"/>
              <a:ext cx="563040" cy="869400"/>
            </p14:xfrm>
          </p:contentPart>
        </mc:Choice>
        <mc:Fallback xmlns="">
          <p:pic>
            <p:nvPicPr>
              <p:cNvPr id="301" name="Ink 300"/>
              <p:cNvPicPr/>
              <p:nvPr/>
            </p:nvPicPr>
            <p:blipFill>
              <a:blip r:embed="rId39"/>
              <a:stretch>
                <a:fillRect/>
              </a:stretch>
            </p:blipFill>
            <p:spPr>
              <a:xfrm>
                <a:off x="3909353" y="5439430"/>
                <a:ext cx="587520" cy="8924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14" name="Ink 313"/>
              <p14:cNvContentPartPr/>
              <p14:nvPr/>
            </p14:nvContentPartPr>
            <p14:xfrm>
              <a:off x="3309953" y="5734270"/>
              <a:ext cx="996120" cy="547920"/>
            </p14:xfrm>
          </p:contentPart>
        </mc:Choice>
        <mc:Fallback xmlns="">
          <p:pic>
            <p:nvPicPr>
              <p:cNvPr id="314" name="Ink 313"/>
              <p:cNvPicPr/>
              <p:nvPr/>
            </p:nvPicPr>
            <p:blipFill>
              <a:blip r:embed="rId41"/>
              <a:stretch>
                <a:fillRect/>
              </a:stretch>
            </p:blipFill>
            <p:spPr>
              <a:xfrm>
                <a:off x="3299513" y="5723110"/>
                <a:ext cx="1016640" cy="5716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0" name="Ink 359"/>
              <p14:cNvContentPartPr/>
              <p14:nvPr/>
            </p14:nvContentPartPr>
            <p14:xfrm>
              <a:off x="4753193" y="5500270"/>
              <a:ext cx="494280" cy="852480"/>
            </p14:xfrm>
          </p:contentPart>
        </mc:Choice>
        <mc:Fallback xmlns="">
          <p:pic>
            <p:nvPicPr>
              <p:cNvPr id="360" name="Ink 359"/>
              <p:cNvPicPr/>
              <p:nvPr/>
            </p:nvPicPr>
            <p:blipFill>
              <a:blip r:embed="rId43"/>
              <a:stretch>
                <a:fillRect/>
              </a:stretch>
            </p:blipFill>
            <p:spPr>
              <a:xfrm>
                <a:off x="4739513" y="5488750"/>
                <a:ext cx="519480" cy="8769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82" name="Ink 381"/>
              <p14:cNvContentPartPr/>
              <p14:nvPr/>
            </p14:nvContentPartPr>
            <p14:xfrm>
              <a:off x="5558873" y="5511790"/>
              <a:ext cx="424440" cy="748440"/>
            </p14:xfrm>
          </p:contentPart>
        </mc:Choice>
        <mc:Fallback xmlns="">
          <p:pic>
            <p:nvPicPr>
              <p:cNvPr id="382" name="Ink 381"/>
              <p:cNvPicPr/>
              <p:nvPr/>
            </p:nvPicPr>
            <p:blipFill>
              <a:blip r:embed="rId45"/>
              <a:stretch>
                <a:fillRect/>
              </a:stretch>
            </p:blipFill>
            <p:spPr>
              <a:xfrm>
                <a:off x="5548073" y="5500270"/>
                <a:ext cx="447120" cy="77256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90" name="Ink 389"/>
              <p14:cNvContentPartPr/>
              <p14:nvPr/>
            </p14:nvContentPartPr>
            <p14:xfrm>
              <a:off x="5636633" y="4492270"/>
              <a:ext cx="605520" cy="827280"/>
            </p14:xfrm>
          </p:contentPart>
        </mc:Choice>
        <mc:Fallback xmlns="">
          <p:pic>
            <p:nvPicPr>
              <p:cNvPr id="390" name="Ink 389"/>
              <p:cNvPicPr/>
              <p:nvPr/>
            </p:nvPicPr>
            <p:blipFill>
              <a:blip r:embed="rId47"/>
              <a:stretch>
                <a:fillRect/>
              </a:stretch>
            </p:blipFill>
            <p:spPr>
              <a:xfrm>
                <a:off x="5630153" y="4483630"/>
                <a:ext cx="623520" cy="846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2" name="Ink 391"/>
              <p14:cNvContentPartPr/>
              <p14:nvPr/>
            </p14:nvContentPartPr>
            <p14:xfrm>
              <a:off x="4590473" y="5086990"/>
              <a:ext cx="602640" cy="1199520"/>
            </p14:xfrm>
          </p:contentPart>
        </mc:Choice>
        <mc:Fallback xmlns="">
          <p:pic>
            <p:nvPicPr>
              <p:cNvPr id="392" name="Ink 391"/>
              <p:cNvPicPr/>
              <p:nvPr/>
            </p:nvPicPr>
            <p:blipFill>
              <a:blip r:embed="rId49"/>
              <a:stretch>
                <a:fillRect/>
              </a:stretch>
            </p:blipFill>
            <p:spPr>
              <a:xfrm>
                <a:off x="4579673" y="5075830"/>
                <a:ext cx="625680" cy="1217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94" name="Ink 393"/>
              <p14:cNvContentPartPr/>
              <p14:nvPr/>
            </p14:nvContentPartPr>
            <p14:xfrm>
              <a:off x="5360873" y="5557150"/>
              <a:ext cx="223200" cy="239040"/>
            </p14:xfrm>
          </p:contentPart>
        </mc:Choice>
        <mc:Fallback xmlns="">
          <p:pic>
            <p:nvPicPr>
              <p:cNvPr id="394" name="Ink 393"/>
              <p:cNvPicPr/>
              <p:nvPr/>
            </p:nvPicPr>
            <p:blipFill>
              <a:blip r:embed="rId51"/>
              <a:stretch>
                <a:fillRect/>
              </a:stretch>
            </p:blipFill>
            <p:spPr>
              <a:xfrm>
                <a:off x="5351153" y="5547430"/>
                <a:ext cx="243000" cy="2566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15" name="Ink 414"/>
              <p14:cNvContentPartPr/>
              <p14:nvPr/>
            </p14:nvContentPartPr>
            <p14:xfrm>
              <a:off x="5572913" y="5500630"/>
              <a:ext cx="339120" cy="774720"/>
            </p14:xfrm>
          </p:contentPart>
        </mc:Choice>
        <mc:Fallback xmlns="">
          <p:pic>
            <p:nvPicPr>
              <p:cNvPr id="415" name="Ink 414"/>
              <p:cNvPicPr/>
              <p:nvPr/>
            </p:nvPicPr>
            <p:blipFill>
              <a:blip r:embed="rId53"/>
              <a:stretch>
                <a:fillRect/>
              </a:stretch>
            </p:blipFill>
            <p:spPr>
              <a:xfrm>
                <a:off x="5561753" y="5488030"/>
                <a:ext cx="358920" cy="7977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2" name="Ink 421"/>
              <p14:cNvContentPartPr/>
              <p14:nvPr/>
            </p14:nvContentPartPr>
            <p14:xfrm>
              <a:off x="7692953" y="5496670"/>
              <a:ext cx="500400" cy="825120"/>
            </p14:xfrm>
          </p:contentPart>
        </mc:Choice>
        <mc:Fallback xmlns="">
          <p:pic>
            <p:nvPicPr>
              <p:cNvPr id="422" name="Ink 421"/>
              <p:cNvPicPr/>
              <p:nvPr/>
            </p:nvPicPr>
            <p:blipFill>
              <a:blip r:embed="rId55"/>
              <a:stretch>
                <a:fillRect/>
              </a:stretch>
            </p:blipFill>
            <p:spPr>
              <a:xfrm>
                <a:off x="7679633" y="5485150"/>
                <a:ext cx="526320" cy="8496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33" name="Ink 432"/>
              <p14:cNvContentPartPr/>
              <p14:nvPr/>
            </p14:nvContentPartPr>
            <p14:xfrm>
              <a:off x="6037673" y="5124790"/>
              <a:ext cx="725400" cy="1254600"/>
            </p14:xfrm>
          </p:contentPart>
        </mc:Choice>
        <mc:Fallback xmlns="">
          <p:pic>
            <p:nvPicPr>
              <p:cNvPr id="433" name="Ink 432"/>
              <p:cNvPicPr/>
              <p:nvPr/>
            </p:nvPicPr>
            <p:blipFill>
              <a:blip r:embed="rId57"/>
              <a:stretch>
                <a:fillRect/>
              </a:stretch>
            </p:blipFill>
            <p:spPr>
              <a:xfrm>
                <a:off x="6026153" y="5113270"/>
                <a:ext cx="749160" cy="12754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34" name="Ink 433"/>
              <p14:cNvContentPartPr/>
              <p14:nvPr/>
            </p14:nvContentPartPr>
            <p14:xfrm>
              <a:off x="6410273" y="5531950"/>
              <a:ext cx="197280" cy="278640"/>
            </p14:xfrm>
          </p:contentPart>
        </mc:Choice>
        <mc:Fallback xmlns="">
          <p:pic>
            <p:nvPicPr>
              <p:cNvPr id="434" name="Ink 433"/>
              <p:cNvPicPr/>
              <p:nvPr/>
            </p:nvPicPr>
            <p:blipFill>
              <a:blip r:embed="rId59"/>
              <a:stretch>
                <a:fillRect/>
              </a:stretch>
            </p:blipFill>
            <p:spPr>
              <a:xfrm>
                <a:off x="6399473" y="5521150"/>
                <a:ext cx="218880" cy="300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39" name="Ink 438"/>
              <p14:cNvContentPartPr/>
              <p14:nvPr/>
            </p14:nvContentPartPr>
            <p14:xfrm>
              <a:off x="6943433" y="5503150"/>
              <a:ext cx="472680" cy="763200"/>
            </p14:xfrm>
          </p:contentPart>
        </mc:Choice>
        <mc:Fallback xmlns="">
          <p:pic>
            <p:nvPicPr>
              <p:cNvPr id="439" name="Ink 438"/>
              <p:cNvPicPr/>
              <p:nvPr/>
            </p:nvPicPr>
            <p:blipFill>
              <a:blip r:embed="rId61"/>
              <a:stretch>
                <a:fillRect/>
              </a:stretch>
            </p:blipFill>
            <p:spPr>
              <a:xfrm>
                <a:off x="6934073" y="5491990"/>
                <a:ext cx="493560" cy="786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41" name="Ink 440"/>
              <p14:cNvContentPartPr/>
              <p14:nvPr/>
            </p14:nvContentPartPr>
            <p14:xfrm>
              <a:off x="6815993" y="4456990"/>
              <a:ext cx="2070000" cy="1847880"/>
            </p14:xfrm>
          </p:contentPart>
        </mc:Choice>
        <mc:Fallback xmlns="">
          <p:pic>
            <p:nvPicPr>
              <p:cNvPr id="441" name="Ink 440"/>
              <p:cNvPicPr/>
              <p:nvPr/>
            </p:nvPicPr>
            <p:blipFill>
              <a:blip r:embed="rId63"/>
              <a:stretch>
                <a:fillRect/>
              </a:stretch>
            </p:blipFill>
            <p:spPr>
              <a:xfrm>
                <a:off x="6804473" y="4442230"/>
                <a:ext cx="2088360" cy="1871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43" name="Ink 442"/>
              <p14:cNvContentPartPr/>
              <p14:nvPr/>
            </p14:nvContentPartPr>
            <p14:xfrm>
              <a:off x="5008793" y="6613030"/>
              <a:ext cx="10440" cy="0"/>
            </p14:xfrm>
          </p:contentPart>
        </mc:Choice>
        <mc:Fallback xmlns="">
          <p:pic>
            <p:nvPicPr>
              <p:cNvPr id="443" name="Ink 442"/>
              <p:cNvPicPr/>
              <p:nvPr/>
            </p:nvPicPr>
            <p:blipFill>
              <a:blip r:embed="rId65"/>
              <a:stretch>
                <a:fillRect/>
              </a:stretch>
            </p:blipFill>
            <p:spPr>
              <a:xfrm>
                <a:off x="0" y="0"/>
                <a:ext cx="10440" cy="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4" name="Ink 443"/>
              <p14:cNvContentPartPr/>
              <p14:nvPr/>
            </p14:nvContentPartPr>
            <p14:xfrm>
              <a:off x="4034993" y="5198590"/>
              <a:ext cx="393120" cy="855720"/>
            </p14:xfrm>
          </p:contentPart>
        </mc:Choice>
        <mc:Fallback xmlns="">
          <p:pic>
            <p:nvPicPr>
              <p:cNvPr id="444" name="Ink 443"/>
              <p:cNvPicPr/>
              <p:nvPr/>
            </p:nvPicPr>
            <p:blipFill>
              <a:blip r:embed="rId67"/>
              <a:stretch>
                <a:fillRect/>
              </a:stretch>
            </p:blipFill>
            <p:spPr>
              <a:xfrm>
                <a:off x="4026353" y="5188510"/>
                <a:ext cx="412920" cy="877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8" name="Ink 447"/>
              <p14:cNvContentPartPr/>
              <p14:nvPr/>
            </p14:nvContentPartPr>
            <p14:xfrm>
              <a:off x="8399633" y="5474350"/>
              <a:ext cx="452160" cy="849600"/>
            </p14:xfrm>
          </p:contentPart>
        </mc:Choice>
        <mc:Fallback xmlns="">
          <p:pic>
            <p:nvPicPr>
              <p:cNvPr id="448" name="Ink 447"/>
              <p:cNvPicPr/>
              <p:nvPr/>
            </p:nvPicPr>
            <p:blipFill>
              <a:blip r:embed="rId69"/>
              <a:stretch>
                <a:fillRect/>
              </a:stretch>
            </p:blipFill>
            <p:spPr>
              <a:xfrm>
                <a:off x="8387033" y="5462470"/>
                <a:ext cx="476280" cy="8733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1" name="Ink 450"/>
              <p14:cNvContentPartPr/>
              <p14:nvPr/>
            </p14:nvContentPartPr>
            <p14:xfrm>
              <a:off x="7484873" y="5527270"/>
              <a:ext cx="1350720" cy="810000"/>
            </p14:xfrm>
          </p:contentPart>
        </mc:Choice>
        <mc:Fallback xmlns="">
          <p:pic>
            <p:nvPicPr>
              <p:cNvPr id="451" name="Ink 450"/>
              <p:cNvPicPr/>
              <p:nvPr/>
            </p:nvPicPr>
            <p:blipFill>
              <a:blip r:embed="rId71"/>
              <a:stretch>
                <a:fillRect/>
              </a:stretch>
            </p:blipFill>
            <p:spPr>
              <a:xfrm>
                <a:off x="7475153" y="5515750"/>
                <a:ext cx="1372320" cy="833400"/>
              </a:xfrm>
              <a:prstGeom prst="rect">
                <a:avLst/>
              </a:prstGeom>
            </p:spPr>
          </p:pic>
        </mc:Fallback>
      </mc:AlternateContent>
    </p:spTree>
    <p:extLst>
      <p:ext uri="{BB962C8B-B14F-4D97-AF65-F5344CB8AC3E}">
        <p14:creationId xmlns:p14="http://schemas.microsoft.com/office/powerpoint/2010/main" val="2079961419"/>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81000" y="685800"/>
            <a:ext cx="8153400" cy="1524000"/>
          </a:xfrm>
        </p:spPr>
        <p:txBody>
          <a:bodyPr/>
          <a:lstStyle/>
          <a:p>
            <a:r>
              <a:rPr lang="en-US" b="1" dirty="0" smtClean="0">
                <a:ln w="1905"/>
                <a:solidFill>
                  <a:schemeClr val="accent1">
                    <a:lumMod val="50000"/>
                  </a:schemeClr>
                </a:solidFill>
                <a:effectLst>
                  <a:innerShdw blurRad="69850" dist="43180" dir="5400000">
                    <a:srgbClr val="000000">
                      <a:alpha val="65000"/>
                    </a:srgbClr>
                  </a:innerShdw>
                </a:effectLst>
              </a:rPr>
              <a:t>Clock </a:t>
            </a:r>
            <a:br>
              <a:rPr lang="en-US" b="1" dirty="0" smtClean="0">
                <a:ln w="1905"/>
                <a:solidFill>
                  <a:schemeClr val="accent1">
                    <a:lumMod val="50000"/>
                  </a:schemeClr>
                </a:solidFill>
                <a:effectLst>
                  <a:innerShdw blurRad="69850" dist="43180" dir="5400000">
                    <a:srgbClr val="000000">
                      <a:alpha val="65000"/>
                    </a:srgbClr>
                  </a:innerShdw>
                </a:effectLst>
              </a:rPr>
            </a:br>
            <a:r>
              <a:rPr lang="en-US" b="1" dirty="0" smtClean="0">
                <a:ln w="1905"/>
                <a:solidFill>
                  <a:schemeClr val="accent1">
                    <a:lumMod val="50000"/>
                  </a:schemeClr>
                </a:solidFill>
                <a:effectLst>
                  <a:innerShdw blurRad="69850" dist="43180" dir="5400000">
                    <a:srgbClr val="000000">
                      <a:alpha val="65000"/>
                    </a:srgbClr>
                  </a:innerShdw>
                </a:effectLst>
              </a:rPr>
              <a:t>Policy</a:t>
            </a:r>
            <a:endParaRPr lang="en-US" b="1" dirty="0">
              <a:ln w="1905"/>
              <a:solidFill>
                <a:schemeClr val="accent1">
                  <a:lumMod val="50000"/>
                </a:schemeClr>
              </a:solidFill>
              <a:effectLst>
                <a:innerShdw blurRad="69850" dist="43180" dir="5400000">
                  <a:srgbClr val="000000">
                    <a:alpha val="65000"/>
                  </a:srgbClr>
                </a:innerShdw>
              </a:effectLst>
            </a:endParaRPr>
          </a:p>
        </p:txBody>
      </p:sp>
      <p:pic>
        <p:nvPicPr>
          <p:cNvPr id="4" name="Content Placeholder 3" descr="Fig08_16a.gif"/>
          <p:cNvPicPr>
            <a:picLocks noGrp="1" noChangeAspect="1"/>
          </p:cNvPicPr>
          <p:nvPr>
            <p:ph idx="4294967295"/>
          </p:nvPr>
        </p:nvPicPr>
        <p:blipFill>
          <a:blip r:embed="rId3"/>
          <a:stretch>
            <a:fillRect/>
          </a:stretch>
        </p:blipFill>
        <p:spPr>
          <a:xfrm>
            <a:off x="381000" y="685800"/>
            <a:ext cx="4483848" cy="3657600"/>
          </a:xfrm>
        </p:spPr>
      </p:pic>
      <p:pic>
        <p:nvPicPr>
          <p:cNvPr id="5" name="Content Placeholder 3" descr="Fig08_16b.gif"/>
          <p:cNvPicPr>
            <a:picLocks noChangeAspect="1"/>
          </p:cNvPicPr>
          <p:nvPr/>
        </p:nvPicPr>
        <p:blipFill>
          <a:blip r:embed="rId4"/>
          <a:stretch>
            <a:fillRect/>
          </a:stretch>
        </p:blipFill>
        <p:spPr bwMode="auto">
          <a:xfrm>
            <a:off x="4038600" y="2514600"/>
            <a:ext cx="4744823" cy="3998364"/>
          </a:xfrm>
          <a:prstGeom prst="rect">
            <a:avLst/>
          </a:prstGeom>
          <a:noFill/>
          <a:ln w="9525">
            <a:noFill/>
            <a:miter lim="800000"/>
            <a:headEnd/>
            <a:tailEnd/>
          </a:ln>
        </p:spPr>
      </p:pic>
    </p:spTree>
  </p:cSld>
  <p:clrMapOvr>
    <a:masterClrMapping/>
  </p:clrMapOvr>
  <p:transition spd="slow">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533400"/>
            <a:ext cx="8458200" cy="1219200"/>
          </a:xfrm>
        </p:spPr>
        <p:txBody>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Comparison of Algorithms</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pic>
        <p:nvPicPr>
          <p:cNvPr id="4" name="Content Placeholder 3" descr="Fig08_17.gif"/>
          <p:cNvPicPr>
            <a:picLocks noGrp="1" noChangeAspect="1"/>
          </p:cNvPicPr>
          <p:nvPr>
            <p:ph idx="4294967295"/>
          </p:nvPr>
        </p:nvPicPr>
        <p:blipFill>
          <a:blip r:embed="rId3"/>
          <a:srcRect t="-14979" b="-14979"/>
          <a:stretch>
            <a:fillRect/>
          </a:stretch>
        </p:blipFill>
        <p:spPr>
          <a:xfrm>
            <a:off x="533400" y="1900412"/>
            <a:ext cx="8077200" cy="4957588"/>
          </a:xfrm>
        </p:spPr>
      </p:pic>
      <mc:AlternateContent xmlns:mc="http://schemas.openxmlformats.org/markup-compatibility/2006" xmlns:p14="http://schemas.microsoft.com/office/powerpoint/2010/main">
        <mc:Choice Requires="p14">
          <p:contentPart p14:bwMode="auto" r:id="rId4">
            <p14:nvContentPartPr>
              <p14:cNvPr id="5" name="Ink 4"/>
              <p14:cNvContentPartPr/>
              <p14:nvPr/>
            </p14:nvContentPartPr>
            <p14:xfrm>
              <a:off x="3151302" y="4443508"/>
              <a:ext cx="436320" cy="255600"/>
            </p14:xfrm>
          </p:contentPart>
        </mc:Choice>
        <mc:Fallback xmlns="">
          <p:pic>
            <p:nvPicPr>
              <p:cNvPr id="5" name="Ink 4"/>
              <p:cNvPicPr/>
              <p:nvPr/>
            </p:nvPicPr>
            <p:blipFill>
              <a:blip r:embed="rId5"/>
              <a:stretch>
                <a:fillRect/>
              </a:stretch>
            </p:blipFill>
            <p:spPr>
              <a:xfrm>
                <a:off x="3139422" y="4431628"/>
                <a:ext cx="46008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p14:cNvContentPartPr/>
              <p14:nvPr/>
            </p14:nvContentPartPr>
            <p14:xfrm>
              <a:off x="6101502" y="4389148"/>
              <a:ext cx="1973880" cy="1139760"/>
            </p14:xfrm>
          </p:contentPart>
        </mc:Choice>
        <mc:Fallback xmlns="">
          <p:pic>
            <p:nvPicPr>
              <p:cNvPr id="8" name="Ink 7"/>
              <p:cNvPicPr/>
              <p:nvPr/>
            </p:nvPicPr>
            <p:blipFill>
              <a:blip r:embed="rId7"/>
              <a:stretch>
                <a:fillRect/>
              </a:stretch>
            </p:blipFill>
            <p:spPr>
              <a:xfrm>
                <a:off x="6089622" y="4377268"/>
                <a:ext cx="1997640" cy="1163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3" name="Ink 32"/>
              <p14:cNvContentPartPr/>
              <p14:nvPr/>
            </p14:nvContentPartPr>
            <p14:xfrm>
              <a:off x="6498222" y="2630548"/>
              <a:ext cx="1942920" cy="928800"/>
            </p14:xfrm>
          </p:contentPart>
        </mc:Choice>
        <mc:Fallback xmlns="">
          <p:pic>
            <p:nvPicPr>
              <p:cNvPr id="33" name="Ink 32"/>
              <p:cNvPicPr/>
              <p:nvPr/>
            </p:nvPicPr>
            <p:blipFill>
              <a:blip r:embed="rId9"/>
              <a:stretch>
                <a:fillRect/>
              </a:stretch>
            </p:blipFill>
            <p:spPr>
              <a:xfrm>
                <a:off x="6486342" y="2618668"/>
                <a:ext cx="1966680" cy="952560"/>
              </a:xfrm>
              <a:prstGeom prst="rect">
                <a:avLst/>
              </a:prstGeom>
            </p:spPr>
          </p:pic>
        </mc:Fallback>
      </mc:AlternateContent>
    </p:spTree>
  </p:cSld>
  <p:clrMapOvr>
    <a:masterClrMapping/>
  </p:clrMapOvr>
  <p:transition spd="slow">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ctr"/>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Page Buffering</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533400" y="2209800"/>
            <a:ext cx="2590800" cy="3840163"/>
          </a:xfrm>
        </p:spPr>
        <p:txBody>
          <a:bodyPr>
            <a:normAutofit/>
          </a:bodyPr>
          <a:lstStyle/>
          <a:p>
            <a:r>
              <a:rPr lang="en-US" sz="2200" dirty="0" smtClean="0">
                <a:solidFill>
                  <a:srgbClr val="FF0000"/>
                </a:solidFill>
              </a:rPr>
              <a:t>Improves paging performance </a:t>
            </a:r>
            <a:r>
              <a:rPr lang="en-US" sz="2200" dirty="0" smtClean="0"/>
              <a:t>and allows the use of a simpler page replacement policy</a:t>
            </a:r>
          </a:p>
        </p:txBody>
      </p:sp>
      <p:graphicFrame>
        <p:nvGraphicFramePr>
          <p:cNvPr id="4" name="Diagram 3"/>
          <p:cNvGraphicFramePr/>
          <p:nvPr>
            <p:extLst>
              <p:ext uri="{D42A27DB-BD31-4B8C-83A1-F6EECF244321}">
                <p14:modId xmlns:p14="http://schemas.microsoft.com/office/powerpoint/2010/main" val="3634648353"/>
              </p:ext>
            </p:extLst>
          </p:nvPr>
        </p:nvGraphicFramePr>
        <p:xfrm>
          <a:off x="1752600" y="2057400"/>
          <a:ext cx="7086600" cy="429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Resident Set Management</a:t>
            </a: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457200" y="2133600"/>
            <a:ext cx="8229600" cy="5105400"/>
          </a:xfrm>
        </p:spPr>
        <p:txBody>
          <a:bodyPr>
            <a:normAutofit/>
          </a:bodyPr>
          <a:lstStyle/>
          <a:p>
            <a:r>
              <a:rPr lang="en-NZ" sz="2200" dirty="0" smtClean="0">
                <a:solidFill>
                  <a:schemeClr val="accent1">
                    <a:lumMod val="60000"/>
                    <a:lumOff val="40000"/>
                  </a:schemeClr>
                </a:solidFill>
              </a:rPr>
              <a:t>The OS must decide how many pages to bring into main memory</a:t>
            </a:r>
          </a:p>
          <a:p>
            <a:pPr lvl="1"/>
            <a:r>
              <a:rPr lang="en-NZ" sz="2200" dirty="0" smtClean="0"/>
              <a:t>the </a:t>
            </a:r>
            <a:r>
              <a:rPr lang="en-NZ" sz="2200" dirty="0" smtClean="0">
                <a:solidFill>
                  <a:schemeClr val="accent1">
                    <a:lumMod val="60000"/>
                    <a:lumOff val="40000"/>
                  </a:schemeClr>
                </a:solidFill>
              </a:rPr>
              <a:t>smaller the amount of memory </a:t>
            </a:r>
            <a:r>
              <a:rPr lang="en-NZ" sz="2200" dirty="0" smtClean="0"/>
              <a:t>allocated to each process, the </a:t>
            </a:r>
            <a:r>
              <a:rPr lang="en-NZ" sz="2200" dirty="0" smtClean="0">
                <a:solidFill>
                  <a:schemeClr val="accent1">
                    <a:lumMod val="60000"/>
                    <a:lumOff val="40000"/>
                  </a:schemeClr>
                </a:solidFill>
              </a:rPr>
              <a:t>more processes can reside </a:t>
            </a:r>
            <a:r>
              <a:rPr lang="en-NZ" sz="2200" dirty="0" smtClean="0"/>
              <a:t>in memory</a:t>
            </a:r>
          </a:p>
          <a:p>
            <a:pPr lvl="1"/>
            <a:r>
              <a:rPr lang="en-NZ" sz="2200" dirty="0" smtClean="0"/>
              <a:t>small number of pages </a:t>
            </a:r>
            <a:r>
              <a:rPr lang="en-NZ" sz="2200" dirty="0" smtClean="0">
                <a:solidFill>
                  <a:schemeClr val="accent1">
                    <a:lumMod val="60000"/>
                    <a:lumOff val="40000"/>
                  </a:schemeClr>
                </a:solidFill>
              </a:rPr>
              <a:t>loaded increases page faults</a:t>
            </a:r>
          </a:p>
          <a:p>
            <a:pPr lvl="1"/>
            <a:r>
              <a:rPr lang="en-NZ" sz="2200" dirty="0" smtClean="0"/>
              <a:t>beyond a certain size, further allocations of pages will not effect the page fault rate</a:t>
            </a:r>
          </a:p>
        </p:txBody>
      </p:sp>
      <p:pic>
        <p:nvPicPr>
          <p:cNvPr id="8" name="Picture 7"/>
          <p:cNvPicPr>
            <a:picLocks noChangeAspect="1"/>
          </p:cNvPicPr>
          <p:nvPr/>
        </p:nvPicPr>
        <p:blipFill>
          <a:blip r:embed="rId3"/>
          <a:stretch>
            <a:fillRect/>
          </a:stretch>
        </p:blipFill>
        <p:spPr>
          <a:xfrm>
            <a:off x="5486400" y="4495800"/>
            <a:ext cx="2362200" cy="1900317"/>
          </a:xfrm>
          <a:prstGeom prst="rect">
            <a:avLst/>
          </a:prstGeom>
        </p:spPr>
      </p:pic>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smtClean="0">
                <a:solidFill>
                  <a:schemeClr val="tx2">
                    <a:lumMod val="50000"/>
                  </a:schemeClr>
                </a:solidFill>
              </a:rPr>
              <a:t>Resident Set Size</a:t>
            </a:r>
            <a:endParaRPr lang="en-US" b="1" dirty="0">
              <a:solidFill>
                <a:schemeClr val="tx2">
                  <a:lumMod val="50000"/>
                </a:schemeClr>
              </a:solidFill>
            </a:endParaRPr>
          </a:p>
        </p:txBody>
      </p:sp>
      <p:sp>
        <p:nvSpPr>
          <p:cNvPr id="5" name="Text Placeholder 4"/>
          <p:cNvSpPr>
            <a:spLocks noGrp="1"/>
          </p:cNvSpPr>
          <p:nvPr>
            <p:ph type="body" idx="1"/>
          </p:nvPr>
        </p:nvSpPr>
        <p:spPr>
          <a:xfrm>
            <a:off x="685800" y="2362200"/>
            <a:ext cx="3657600" cy="730415"/>
          </a:xfrm>
        </p:spPr>
        <p:txBody>
          <a:bodyPr/>
          <a:lstStyle/>
          <a:p>
            <a:pPr lvl="0"/>
            <a:r>
              <a:rPr lang="en-US" sz="3200" dirty="0" smtClean="0"/>
              <a:t>Fixed-allocation</a:t>
            </a:r>
          </a:p>
          <a:p>
            <a:endParaRPr lang="en-US" dirty="0"/>
          </a:p>
        </p:txBody>
      </p:sp>
      <p:sp>
        <p:nvSpPr>
          <p:cNvPr id="6" name="Text Placeholder 5"/>
          <p:cNvSpPr>
            <a:spLocks noGrp="1"/>
          </p:cNvSpPr>
          <p:nvPr>
            <p:ph type="body" sz="quarter" idx="3"/>
          </p:nvPr>
        </p:nvSpPr>
        <p:spPr>
          <a:xfrm>
            <a:off x="4800600" y="2438400"/>
            <a:ext cx="3657600" cy="609600"/>
          </a:xfrm>
        </p:spPr>
        <p:txBody>
          <a:bodyPr/>
          <a:lstStyle/>
          <a:p>
            <a:pPr lvl="0"/>
            <a:r>
              <a:rPr lang="en-US" sz="3200" dirty="0" smtClean="0"/>
              <a:t>Variable-allocation</a:t>
            </a:r>
          </a:p>
          <a:p>
            <a:endParaRPr lang="en-US" sz="3200" dirty="0"/>
          </a:p>
        </p:txBody>
      </p:sp>
      <p:sp>
        <p:nvSpPr>
          <p:cNvPr id="7" name="Content Placeholder 6"/>
          <p:cNvSpPr>
            <a:spLocks noGrp="1"/>
          </p:cNvSpPr>
          <p:nvPr>
            <p:ph sz="quarter" idx="4"/>
          </p:nvPr>
        </p:nvSpPr>
        <p:spPr>
          <a:xfrm>
            <a:off x="4828032" y="2895599"/>
            <a:ext cx="3657600" cy="3230563"/>
          </a:xfrm>
        </p:spPr>
        <p:txBody>
          <a:bodyPr>
            <a:normAutofit/>
          </a:bodyPr>
          <a:lstStyle/>
          <a:p>
            <a:pPr lvl="0"/>
            <a:r>
              <a:rPr lang="en-US" sz="2200" dirty="0" smtClean="0"/>
              <a:t>allows the number of page frames allocated to a process to be </a:t>
            </a:r>
            <a:r>
              <a:rPr lang="en-US" sz="2200" dirty="0" smtClean="0">
                <a:solidFill>
                  <a:schemeClr val="accent1">
                    <a:lumMod val="60000"/>
                    <a:lumOff val="40000"/>
                  </a:schemeClr>
                </a:solidFill>
              </a:rPr>
              <a:t>varied over the lifetime of the process</a:t>
            </a:r>
          </a:p>
        </p:txBody>
      </p:sp>
      <p:sp>
        <p:nvSpPr>
          <p:cNvPr id="8" name="Content Placeholder 7"/>
          <p:cNvSpPr>
            <a:spLocks noGrp="1"/>
          </p:cNvSpPr>
          <p:nvPr>
            <p:ph sz="half" idx="2"/>
          </p:nvPr>
        </p:nvSpPr>
        <p:spPr>
          <a:xfrm>
            <a:off x="663388" y="2895601"/>
            <a:ext cx="3657600" cy="3230562"/>
          </a:xfrm>
        </p:spPr>
        <p:txBody>
          <a:bodyPr/>
          <a:lstStyle/>
          <a:p>
            <a:r>
              <a:rPr lang="en-US" sz="2200" dirty="0" smtClean="0">
                <a:solidFill>
                  <a:schemeClr val="accent1">
                    <a:lumMod val="60000"/>
                    <a:lumOff val="40000"/>
                  </a:schemeClr>
                </a:solidFill>
              </a:rPr>
              <a:t>gives a process a fixed number of frames in main memory </a:t>
            </a:r>
            <a:r>
              <a:rPr lang="en-US" sz="2200" dirty="0" smtClean="0"/>
              <a:t>within which to execute</a:t>
            </a:r>
          </a:p>
          <a:p>
            <a:pPr marL="628650" lvl="1" indent="-228600">
              <a:spcBef>
                <a:spcPts val="1800"/>
              </a:spcBef>
            </a:pPr>
            <a:r>
              <a:rPr lang="en-US" sz="2000" dirty="0" smtClean="0"/>
              <a:t>when a page fault occurs, one of the pages of that process must be replaced</a:t>
            </a:r>
          </a:p>
          <a:p>
            <a:endParaRPr lang="en-US" dirty="0"/>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Replacement Scope</a:t>
            </a: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457200" y="2057400"/>
            <a:ext cx="8229600" cy="5181600"/>
          </a:xfrm>
        </p:spPr>
        <p:txBody>
          <a:bodyPr>
            <a:normAutofit/>
          </a:bodyPr>
          <a:lstStyle/>
          <a:p>
            <a:r>
              <a:rPr lang="en-NZ" sz="2400" dirty="0" smtClean="0"/>
              <a:t>The scope of a replacement strategy can be categorized as </a:t>
            </a:r>
            <a:r>
              <a:rPr lang="en-NZ" sz="2400" b="1" i="1" dirty="0" smtClean="0"/>
              <a:t>global</a:t>
            </a:r>
            <a:r>
              <a:rPr lang="en-NZ" sz="2400" i="1" dirty="0" smtClean="0"/>
              <a:t> </a:t>
            </a:r>
            <a:r>
              <a:rPr lang="en-NZ" sz="2400" dirty="0" smtClean="0"/>
              <a:t>or </a:t>
            </a:r>
            <a:r>
              <a:rPr lang="en-NZ" sz="2400" b="1" i="1" dirty="0" smtClean="0"/>
              <a:t>local</a:t>
            </a:r>
            <a:endParaRPr lang="en-NZ" sz="2400" b="1" dirty="0" smtClean="0"/>
          </a:p>
          <a:p>
            <a:pPr marL="741363" lvl="1" indent="-284163"/>
            <a:r>
              <a:rPr lang="en-NZ" sz="2200" dirty="0" smtClean="0"/>
              <a:t>both types are activated by a page fault </a:t>
            </a:r>
            <a:r>
              <a:rPr lang="en-NZ" sz="2200" dirty="0" smtClean="0">
                <a:solidFill>
                  <a:schemeClr val="accent1">
                    <a:lumMod val="60000"/>
                    <a:lumOff val="40000"/>
                  </a:schemeClr>
                </a:solidFill>
              </a:rPr>
              <a:t>when there are no free page frames</a:t>
            </a:r>
          </a:p>
        </p:txBody>
      </p:sp>
      <p:graphicFrame>
        <p:nvGraphicFramePr>
          <p:cNvPr id="4" name="Diagram 3"/>
          <p:cNvGraphicFramePr/>
          <p:nvPr>
            <p:extLst>
              <p:ext uri="{D42A27DB-BD31-4B8C-83A1-F6EECF244321}">
                <p14:modId xmlns:p14="http://schemas.microsoft.com/office/powerpoint/2010/main" val="3804600554"/>
              </p:ext>
            </p:extLst>
          </p:nvPr>
        </p:nvGraphicFramePr>
        <p:xfrm>
          <a:off x="457200" y="3810000"/>
          <a:ext cx="8229600" cy="281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b="1" dirty="0" smtClean="0">
                <a:ln w="1905"/>
                <a:solidFill>
                  <a:schemeClr val="accent3">
                    <a:lumMod val="50000"/>
                  </a:schemeClr>
                </a:solidFill>
                <a:effectLst>
                  <a:innerShdw blurRad="69850" dist="43180" dir="5400000">
                    <a:srgbClr val="000000">
                      <a:alpha val="65000"/>
                    </a:srgbClr>
                  </a:innerShdw>
                </a:effectLst>
              </a:rPr>
              <a:t>Cleaning Policy</a:t>
            </a:r>
            <a:endParaRPr lang="en-US" b="1" dirty="0">
              <a:ln w="1905"/>
              <a:solidFill>
                <a:schemeClr val="accent3">
                  <a:lumMod val="50000"/>
                </a:schemeClr>
              </a:soli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533400" y="2209800"/>
            <a:ext cx="8382000" cy="4953000"/>
          </a:xfrm>
        </p:spPr>
        <p:txBody>
          <a:bodyPr>
            <a:normAutofit/>
          </a:bodyPr>
          <a:lstStyle/>
          <a:p>
            <a:r>
              <a:rPr lang="en-NZ" sz="2200" dirty="0" smtClean="0"/>
              <a:t>Concerned with determining </a:t>
            </a:r>
            <a:r>
              <a:rPr lang="en-NZ" sz="2200" dirty="0" smtClean="0">
                <a:solidFill>
                  <a:schemeClr val="accent1">
                    <a:lumMod val="60000"/>
                    <a:lumOff val="40000"/>
                  </a:schemeClr>
                </a:solidFill>
              </a:rPr>
              <a:t>when a modified page should be written out to secondary memory</a:t>
            </a:r>
            <a:endParaRPr lang="en-US" sz="2200" dirty="0" smtClean="0">
              <a:solidFill>
                <a:schemeClr val="accent1">
                  <a:lumMod val="60000"/>
                  <a:lumOff val="40000"/>
                </a:schemeClr>
              </a:solidFill>
            </a:endParaRPr>
          </a:p>
        </p:txBody>
      </p:sp>
      <p:graphicFrame>
        <p:nvGraphicFramePr>
          <p:cNvPr id="4" name="Diagram 3"/>
          <p:cNvGraphicFramePr/>
          <p:nvPr/>
        </p:nvGraphicFramePr>
        <p:xfrm>
          <a:off x="609600" y="3352800"/>
          <a:ext cx="7772400" cy="299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l"/>
            <a:r>
              <a:rPr lang="en-US" dirty="0" smtClean="0">
                <a:solidFill>
                  <a:schemeClr val="accent1">
                    <a:lumMod val="75000"/>
                  </a:schemeClr>
                </a:solidFill>
              </a:rPr>
              <a:t>Load Control</a:t>
            </a:r>
            <a:endParaRPr lang="en-US" dirty="0">
              <a:solidFill>
                <a:schemeClr val="accent1">
                  <a:lumMod val="75000"/>
                </a:schemeClr>
              </a:solidFill>
            </a:endParaRPr>
          </a:p>
        </p:txBody>
      </p:sp>
      <p:sp>
        <p:nvSpPr>
          <p:cNvPr id="3" name="Content Placeholder 2"/>
          <p:cNvSpPr>
            <a:spLocks noGrp="1"/>
          </p:cNvSpPr>
          <p:nvPr>
            <p:ph idx="4294967295"/>
          </p:nvPr>
        </p:nvSpPr>
        <p:spPr>
          <a:xfrm>
            <a:off x="457200" y="2286000"/>
            <a:ext cx="8153400" cy="3840163"/>
          </a:xfrm>
        </p:spPr>
        <p:txBody>
          <a:bodyPr/>
          <a:lstStyle/>
          <a:p>
            <a:r>
              <a:rPr lang="en-US" sz="2200" dirty="0" smtClean="0"/>
              <a:t>Determines </a:t>
            </a:r>
            <a:r>
              <a:rPr lang="en-US" sz="2200" dirty="0" smtClean="0">
                <a:solidFill>
                  <a:schemeClr val="accent1">
                    <a:lumMod val="60000"/>
                    <a:lumOff val="40000"/>
                  </a:schemeClr>
                </a:solidFill>
              </a:rPr>
              <a:t>the number of processes that will be resident in main memory</a:t>
            </a:r>
          </a:p>
          <a:p>
            <a:pPr lvl="1"/>
            <a:r>
              <a:rPr lang="en-US" sz="2200" dirty="0" smtClean="0"/>
              <a:t> </a:t>
            </a:r>
            <a:r>
              <a:rPr lang="en-US" sz="2200" i="1" dirty="0" smtClean="0"/>
              <a:t>multiprogramming </a:t>
            </a:r>
            <a:r>
              <a:rPr lang="en-US" sz="2200" dirty="0" smtClean="0"/>
              <a:t>level</a:t>
            </a:r>
          </a:p>
          <a:p>
            <a:r>
              <a:rPr lang="en-US" sz="2200" dirty="0" smtClean="0"/>
              <a:t>Critical in effective memory management</a:t>
            </a:r>
          </a:p>
          <a:p>
            <a:r>
              <a:rPr lang="en-US" sz="2200" dirty="0" smtClean="0">
                <a:solidFill>
                  <a:schemeClr val="accent1">
                    <a:lumMod val="60000"/>
                    <a:lumOff val="40000"/>
                  </a:schemeClr>
                </a:solidFill>
              </a:rPr>
              <a:t>Too few processes</a:t>
            </a:r>
            <a:r>
              <a:rPr lang="en-US" sz="2200" dirty="0" smtClean="0"/>
              <a:t>, </a:t>
            </a:r>
            <a:r>
              <a:rPr lang="en-US" sz="2200" dirty="0" smtClean="0">
                <a:solidFill>
                  <a:schemeClr val="accent1">
                    <a:lumMod val="60000"/>
                    <a:lumOff val="40000"/>
                  </a:schemeClr>
                </a:solidFill>
              </a:rPr>
              <a:t>many occasions when all processes will be blocked</a:t>
            </a:r>
            <a:r>
              <a:rPr lang="en-US" sz="2200" dirty="0" smtClean="0"/>
              <a:t> and much time will be spent in swapping</a:t>
            </a:r>
          </a:p>
          <a:p>
            <a:r>
              <a:rPr lang="en-US" sz="2200" dirty="0" smtClean="0"/>
              <a:t>Too </a:t>
            </a:r>
            <a:r>
              <a:rPr lang="en-US" sz="2200" dirty="0" smtClean="0">
                <a:solidFill>
                  <a:schemeClr val="accent1">
                    <a:lumMod val="60000"/>
                    <a:lumOff val="40000"/>
                  </a:schemeClr>
                </a:solidFill>
              </a:rPr>
              <a:t>many processes </a:t>
            </a:r>
            <a:r>
              <a:rPr lang="en-US" sz="2200" dirty="0" smtClean="0"/>
              <a:t>will lead to </a:t>
            </a:r>
            <a:r>
              <a:rPr lang="en-US" sz="2200" dirty="0" smtClean="0">
                <a:solidFill>
                  <a:schemeClr val="accent1">
                    <a:lumMod val="60000"/>
                    <a:lumOff val="40000"/>
                  </a:schemeClr>
                </a:solidFill>
              </a:rPr>
              <a:t>thrashing</a:t>
            </a:r>
          </a:p>
          <a:p>
            <a:endParaRPr lang="en-US" dirty="0"/>
          </a:p>
        </p:txBody>
      </p:sp>
      <p:pic>
        <p:nvPicPr>
          <p:cNvPr id="5" name="Picture 4"/>
          <p:cNvPicPr>
            <a:picLocks noChangeAspect="1"/>
          </p:cNvPicPr>
          <p:nvPr/>
        </p:nvPicPr>
        <p:blipFill>
          <a:blip r:embed="rId3"/>
          <a:stretch>
            <a:fillRect/>
          </a:stretch>
        </p:blipFill>
        <p:spPr>
          <a:xfrm rot="21233600">
            <a:off x="6915680" y="5185849"/>
            <a:ext cx="1574800" cy="1168400"/>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6527382" y="3094948"/>
              <a:ext cx="1773000" cy="1097640"/>
            </p14:xfrm>
          </p:contentPart>
        </mc:Choice>
        <mc:Fallback xmlns="">
          <p:pic>
            <p:nvPicPr>
              <p:cNvPr id="7" name="Ink 6"/>
              <p:cNvPicPr/>
              <p:nvPr/>
            </p:nvPicPr>
            <p:blipFill>
              <a:blip r:embed="rId5"/>
              <a:stretch>
                <a:fillRect/>
              </a:stretch>
            </p:blipFill>
            <p:spPr>
              <a:xfrm>
                <a:off x="6515502" y="3083068"/>
                <a:ext cx="1796760" cy="1121400"/>
              </a:xfrm>
              <a:prstGeom prst="rect">
                <a:avLst/>
              </a:prstGeom>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withEffect">
                                  <p:stCondLst>
                                    <p:cond delay="0"/>
                                  </p:stCondLst>
                                  <p:iterate type="lt">
                                    <p:tmPct val="10000"/>
                                  </p:iterate>
                                  <p:childTnLst>
                                    <p:set>
                                      <p:cBhvr>
                                        <p:cTn id="6" dur="1" fill="hold">
                                          <p:stCondLst>
                                            <p:cond delay="0"/>
                                          </p:stCondLst>
                                        </p:cTn>
                                        <p:tgtEl>
                                          <p:spTgt spid="3">
                                            <p:txEl>
                                              <p:pRg st="1" end="1"/>
                                            </p:txEl>
                                          </p:spTgt>
                                        </p:tgtEl>
                                        <p:attrNameLst>
                                          <p:attrName>style.visibility</p:attrName>
                                        </p:attrNameLst>
                                      </p:cBhvr>
                                      <p:to>
                                        <p:strVal val="visible"/>
                                      </p:to>
                                    </p:set>
                                    <p:anim by="(-#ppt_w*2)" calcmode="lin" valueType="num">
                                      <p:cBhvr rctx="PPT">
                                        <p:cTn id="7" dur="500" autoRev="1" fill="hold">
                                          <p:stCondLst>
                                            <p:cond delay="0"/>
                                          </p:stCondLst>
                                        </p:cTn>
                                        <p:tgtEl>
                                          <p:spTgt spid="3">
                                            <p:txEl>
                                              <p:pRg st="1" end="1"/>
                                            </p:txEl>
                                          </p:spTgt>
                                        </p:tgtEl>
                                        <p:attrNameLst>
                                          <p:attrName>ppt_w</p:attrName>
                                        </p:attrNameLst>
                                      </p:cBhvr>
                                    </p:anim>
                                    <p:anim by="(#ppt_w*0.50)" calcmode="lin" valueType="num">
                                      <p:cBhvr>
                                        <p:cTn id="8" dur="500" decel="50000" autoRev="1" fill="hold">
                                          <p:stCondLst>
                                            <p:cond delay="0"/>
                                          </p:stCondLst>
                                        </p:cTn>
                                        <p:tgtEl>
                                          <p:spTgt spid="3">
                                            <p:txEl>
                                              <p:pRg st="1" end="1"/>
                                            </p:txEl>
                                          </p:spTgt>
                                        </p:tgtEl>
                                        <p:attrNameLst>
                                          <p:attrName>ppt_x</p:attrName>
                                        </p:attrNameLst>
                                      </p:cBhvr>
                                    </p:anim>
                                    <p:anim from="(-#ppt_h/2)" to="(#ppt_y)" calcmode="lin" valueType="num">
                                      <p:cBhvr>
                                        <p:cTn id="9" dur="1000" fill="hold">
                                          <p:stCondLst>
                                            <p:cond delay="0"/>
                                          </p:stCondLst>
                                        </p:cTn>
                                        <p:tgtEl>
                                          <p:spTgt spid="3">
                                            <p:txEl>
                                              <p:pRg st="1" end="1"/>
                                            </p:txEl>
                                          </p:spTgt>
                                        </p:tgtEl>
                                        <p:attrNameLst>
                                          <p:attrName>ppt_y</p:attrName>
                                        </p:attrNameLst>
                                      </p:cBhvr>
                                    </p:anim>
                                    <p:animRot by="21600000">
                                      <p:cBhvr>
                                        <p:cTn id="10" dur="1000" fill="hold">
                                          <p:stCondLst>
                                            <p:cond delay="0"/>
                                          </p:stCondLst>
                                        </p:cTn>
                                        <p:tgtEl>
                                          <p:spTgt spid="3">
                                            <p:txEl>
                                              <p:pRg st="1" end="1"/>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457200"/>
            <a:ext cx="8305800" cy="914400"/>
          </a:xfrm>
        </p:spPr>
        <p:txBody>
          <a:bodyPr/>
          <a:lstStyle/>
          <a:p>
            <a:pPr algn="ctr"/>
            <a:r>
              <a:rPr lang="en-US" sz="4800" dirty="0" smtClean="0">
                <a:solidFill>
                  <a:schemeClr val="accent6"/>
                </a:solidFill>
              </a:rPr>
              <a:t>Multiprogramming</a:t>
            </a:r>
            <a:endParaRPr lang="en-US" sz="4800" dirty="0">
              <a:solidFill>
                <a:schemeClr val="accent6"/>
              </a:solidFill>
            </a:endParaRPr>
          </a:p>
        </p:txBody>
      </p:sp>
      <p:pic>
        <p:nvPicPr>
          <p:cNvPr id="4" name="Content Placeholder 3" descr="Fig08_21.gif"/>
          <p:cNvPicPr>
            <a:picLocks noGrp="1" noChangeAspect="1"/>
          </p:cNvPicPr>
          <p:nvPr>
            <p:ph idx="4294967295"/>
          </p:nvPr>
        </p:nvPicPr>
        <p:blipFill>
          <a:blip r:embed="rId3"/>
          <a:srcRect l="-34327" r="-34327"/>
          <a:stretch>
            <a:fillRect/>
          </a:stretch>
        </p:blipFill>
        <p:spPr>
          <a:xfrm>
            <a:off x="304800" y="1447800"/>
            <a:ext cx="8305800" cy="5064345"/>
          </a:xfrm>
        </p:spPr>
      </p:pic>
    </p:spTree>
  </p:cSld>
  <p:clrMapOvr>
    <a:masterClrMapping/>
  </p:clrMapOvr>
  <p:transition spd="slow">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l"/>
            <a:r>
              <a:rPr lang="en-US"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Process Suspension</a:t>
            </a:r>
            <a:endPar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457200" y="2133600"/>
            <a:ext cx="8305800" cy="5334000"/>
          </a:xfrm>
        </p:spPr>
        <p:txBody>
          <a:bodyPr>
            <a:normAutofit/>
          </a:bodyPr>
          <a:lstStyle/>
          <a:p>
            <a:r>
              <a:rPr lang="en-NZ" sz="2200" dirty="0" smtClean="0"/>
              <a:t>If </a:t>
            </a:r>
            <a:r>
              <a:rPr lang="en-NZ" sz="2200" dirty="0" smtClean="0">
                <a:solidFill>
                  <a:schemeClr val="accent1">
                    <a:lumMod val="60000"/>
                    <a:lumOff val="40000"/>
                  </a:schemeClr>
                </a:solidFill>
              </a:rPr>
              <a:t>the degree of multiprogramming is to be reduced</a:t>
            </a:r>
            <a:r>
              <a:rPr lang="en-NZ" sz="2200" dirty="0" smtClean="0"/>
              <a:t>, </a:t>
            </a:r>
            <a:r>
              <a:rPr lang="en-NZ" sz="2200" dirty="0" smtClean="0">
                <a:solidFill>
                  <a:schemeClr val="accent1">
                    <a:lumMod val="60000"/>
                    <a:lumOff val="40000"/>
                  </a:schemeClr>
                </a:solidFill>
              </a:rPr>
              <a:t>one or more of the currently resident processes must be swapped out</a:t>
            </a:r>
          </a:p>
        </p:txBody>
      </p:sp>
      <p:graphicFrame>
        <p:nvGraphicFramePr>
          <p:cNvPr id="4" name="Diagram 3"/>
          <p:cNvGraphicFramePr/>
          <p:nvPr>
            <p:extLst>
              <p:ext uri="{D42A27DB-BD31-4B8C-83A1-F6EECF244321}">
                <p14:modId xmlns:p14="http://schemas.microsoft.com/office/powerpoint/2010/main" val="2149536998"/>
              </p:ext>
            </p:extLst>
          </p:nvPr>
        </p:nvGraphicFramePr>
        <p:xfrm>
          <a:off x="2057400" y="2895600"/>
          <a:ext cx="5562600" cy="353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p14="http://schemas.microsoft.com/office/powerpoint/2010/main">
        <mc:Choice Requires="p14">
          <p:contentPart p14:bwMode="auto" r:id="rId8">
            <p14:nvContentPartPr>
              <p14:cNvPr id="6" name="Ink 5"/>
              <p14:cNvContentPartPr/>
              <p14:nvPr/>
            </p14:nvContentPartPr>
            <p14:xfrm>
              <a:off x="801942" y="3263538"/>
              <a:ext cx="1406880" cy="563400"/>
            </p14:xfrm>
          </p:contentPart>
        </mc:Choice>
        <mc:Fallback xmlns="">
          <p:pic>
            <p:nvPicPr>
              <p:cNvPr id="6" name="Ink 5"/>
              <p:cNvPicPr/>
              <p:nvPr/>
            </p:nvPicPr>
            <p:blipFill>
              <a:blip r:embed="rId9"/>
              <a:stretch>
                <a:fillRect/>
              </a:stretch>
            </p:blipFill>
            <p:spPr>
              <a:xfrm>
                <a:off x="790062" y="3251658"/>
                <a:ext cx="1430640" cy="587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p14:cNvContentPartPr/>
              <p14:nvPr/>
            </p14:nvContentPartPr>
            <p14:xfrm>
              <a:off x="435102" y="3545058"/>
              <a:ext cx="1675440" cy="943200"/>
            </p14:xfrm>
          </p:contentPart>
        </mc:Choice>
        <mc:Fallback xmlns="">
          <p:pic>
            <p:nvPicPr>
              <p:cNvPr id="12" name="Ink 11"/>
              <p:cNvPicPr/>
              <p:nvPr/>
            </p:nvPicPr>
            <p:blipFill>
              <a:blip r:embed="rId11"/>
              <a:stretch>
                <a:fillRect/>
              </a:stretch>
            </p:blipFill>
            <p:spPr>
              <a:xfrm>
                <a:off x="423222" y="3533178"/>
                <a:ext cx="1699200" cy="966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k 19"/>
              <p14:cNvContentPartPr/>
              <p14:nvPr/>
            </p14:nvContentPartPr>
            <p14:xfrm>
              <a:off x="4754742" y="5458098"/>
              <a:ext cx="360" cy="360"/>
            </p14:xfrm>
          </p:contentPart>
        </mc:Choice>
        <mc:Fallback xmlns="">
          <p:pic>
            <p:nvPicPr>
              <p:cNvPr id="20" name="Ink 19"/>
              <p:cNvPicPr/>
              <p:nvPr/>
            </p:nvPicPr>
            <p:blipFill>
              <a:blip r:embed="rId13"/>
              <a:stretch>
                <a:fillRect/>
              </a:stretch>
            </p:blipFill>
            <p:spPr>
              <a:xfrm>
                <a:off x="4742862" y="5446218"/>
                <a:ext cx="24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p14:cNvContentPartPr/>
              <p14:nvPr/>
            </p14:nvContentPartPr>
            <p14:xfrm>
              <a:off x="7793502" y="2391618"/>
              <a:ext cx="360" cy="360"/>
            </p14:xfrm>
          </p:contentPart>
        </mc:Choice>
        <mc:Fallback xmlns="">
          <p:pic>
            <p:nvPicPr>
              <p:cNvPr id="22" name="Ink 21"/>
              <p:cNvPicPr/>
              <p:nvPr/>
            </p:nvPicPr>
            <p:blipFill>
              <a:blip r:embed="rId15"/>
              <a:stretch>
                <a:fillRect/>
              </a:stretch>
            </p:blipFill>
            <p:spPr>
              <a:xfrm>
                <a:off x="7781622" y="2379738"/>
                <a:ext cx="24120" cy="24120"/>
              </a:xfrm>
              <a:prstGeom prst="rect">
                <a:avLst/>
              </a:prstGeom>
            </p:spPr>
          </p:pic>
        </mc:Fallback>
      </mc:AlternateContent>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accent1">
                    <a:lumMod val="75000"/>
                  </a:schemeClr>
                </a:solidFill>
              </a:rPr>
              <a:t>Summary</a:t>
            </a:r>
            <a:endParaRPr lang="en-US" dirty="0">
              <a:solidFill>
                <a:schemeClr val="accent1">
                  <a:lumMod val="75000"/>
                </a:schemeClr>
              </a:solidFill>
            </a:endParaRPr>
          </a:p>
        </p:txBody>
      </p:sp>
      <p:sp>
        <p:nvSpPr>
          <p:cNvPr id="3" name="Content Placeholder 2"/>
          <p:cNvSpPr>
            <a:spLocks noGrp="1"/>
          </p:cNvSpPr>
          <p:nvPr>
            <p:ph idx="4294967295"/>
          </p:nvPr>
        </p:nvSpPr>
        <p:spPr>
          <a:xfrm>
            <a:off x="457200" y="2057401"/>
            <a:ext cx="8229600" cy="4800600"/>
          </a:xfrm>
        </p:spPr>
        <p:txBody>
          <a:bodyPr>
            <a:normAutofit/>
          </a:bodyPr>
          <a:lstStyle/>
          <a:p>
            <a:r>
              <a:rPr lang="en-US" sz="2200" dirty="0" smtClean="0"/>
              <a:t>Desirable to:</a:t>
            </a:r>
          </a:p>
          <a:p>
            <a:pPr lvl="1"/>
            <a:r>
              <a:rPr lang="en-US" sz="2200" dirty="0" smtClean="0"/>
              <a:t>maintain as many processes in main memory as possible</a:t>
            </a:r>
          </a:p>
          <a:p>
            <a:pPr lvl="1"/>
            <a:r>
              <a:rPr lang="en-US" sz="2200" dirty="0" smtClean="0"/>
              <a:t>free programmers from size restrictions in program development</a:t>
            </a:r>
          </a:p>
          <a:p>
            <a:r>
              <a:rPr lang="en-US" sz="2200" dirty="0" smtClean="0"/>
              <a:t>With virtual memory:</a:t>
            </a:r>
          </a:p>
          <a:p>
            <a:pPr lvl="1"/>
            <a:r>
              <a:rPr lang="en-US" sz="2200" dirty="0" smtClean="0"/>
              <a:t> all address references are logical references that are translated at run time to real addresses</a:t>
            </a:r>
          </a:p>
          <a:p>
            <a:pPr lvl="1"/>
            <a:r>
              <a:rPr lang="en-US" sz="2200" dirty="0" smtClean="0"/>
              <a:t>a process can be broken up into pieces</a:t>
            </a:r>
          </a:p>
          <a:p>
            <a:pPr lvl="1"/>
            <a:r>
              <a:rPr lang="en-US" sz="2200" dirty="0" smtClean="0"/>
              <a:t>two approaches are paging and segmentation</a:t>
            </a:r>
          </a:p>
          <a:p>
            <a:pPr lvl="1"/>
            <a:r>
              <a:rPr lang="en-US" sz="2200" dirty="0" smtClean="0"/>
              <a:t>management scheme requires both hardware and software support</a:t>
            </a:r>
          </a:p>
          <a:p>
            <a:endParaRPr lang="en-US" dirty="0"/>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12268</Words>
  <Application>Microsoft Office PowerPoint</Application>
  <PresentationFormat>On-screen Show (4:3)</PresentationFormat>
  <Paragraphs>1045</Paragraphs>
  <Slides>60</Slides>
  <Notes>59</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60</vt:i4>
      </vt:variant>
    </vt:vector>
  </HeadingPairs>
  <TitlesOfParts>
    <vt:vector size="69" baseType="lpstr">
      <vt:lpstr>ＭＳ Ｐゴシック</vt:lpstr>
      <vt:lpstr>Arial</vt:lpstr>
      <vt:lpstr>Calibri</vt:lpstr>
      <vt:lpstr>Calisto MT</vt:lpstr>
      <vt:lpstr>Times New Roman</vt:lpstr>
      <vt:lpstr>Wingdings</vt:lpstr>
      <vt:lpstr>Custom Design</vt:lpstr>
      <vt:lpstr>Codex</vt:lpstr>
      <vt:lpstr>Document</vt:lpstr>
      <vt:lpstr>Chapter 8 Virtual Memory</vt:lpstr>
      <vt:lpstr>Hardware and Control Structures</vt:lpstr>
      <vt:lpstr>Terminology</vt:lpstr>
      <vt:lpstr>Execution of a Process</vt:lpstr>
      <vt:lpstr>Execution of a Process</vt:lpstr>
      <vt:lpstr>Implications</vt:lpstr>
      <vt:lpstr>Real and Virtual Memory</vt:lpstr>
      <vt:lpstr>Thrashing</vt:lpstr>
      <vt:lpstr>Principle of Locality</vt:lpstr>
      <vt:lpstr>Paging Behavior</vt:lpstr>
      <vt:lpstr>Support Needed for Virtual Memory</vt:lpstr>
      <vt:lpstr>Paging</vt:lpstr>
      <vt:lpstr>Memory Management Formats</vt:lpstr>
      <vt:lpstr>Address Translation</vt:lpstr>
      <vt:lpstr>Inverted Page Table</vt:lpstr>
      <vt:lpstr>Inverted Page Table</vt:lpstr>
      <vt:lpstr>Translation Lookaside Buffer (TLB)</vt:lpstr>
      <vt:lpstr>Use of a TLB</vt:lpstr>
      <vt:lpstr>TLB Operation</vt:lpstr>
      <vt:lpstr>Associative Mapping</vt:lpstr>
      <vt:lpstr>Direct Versus  Associative Lookup</vt:lpstr>
      <vt:lpstr>TLB and Cache Operation</vt:lpstr>
      <vt:lpstr>Page Size</vt:lpstr>
      <vt:lpstr>Paging Behavior of a Program</vt:lpstr>
      <vt:lpstr>Page Size</vt:lpstr>
      <vt:lpstr>Segmentation</vt:lpstr>
      <vt:lpstr>Segment Organization</vt:lpstr>
      <vt:lpstr>Address Translation</vt:lpstr>
      <vt:lpstr>Combined Paging and Segmentation</vt:lpstr>
      <vt:lpstr>Address Translation</vt:lpstr>
      <vt:lpstr>Protection and Sharing</vt:lpstr>
      <vt:lpstr>Protection Relationships</vt:lpstr>
      <vt:lpstr>Operating System Software</vt:lpstr>
      <vt:lpstr>Policies for Virtual Memory</vt:lpstr>
      <vt:lpstr>Fetch Policy</vt:lpstr>
      <vt:lpstr>Demand Paging </vt:lpstr>
      <vt:lpstr>Prepaging</vt:lpstr>
      <vt:lpstr>Placement Policy</vt:lpstr>
      <vt:lpstr>Replacement Policy</vt:lpstr>
      <vt:lpstr> Frame Locking</vt:lpstr>
      <vt:lpstr>Basic Algorithms</vt:lpstr>
      <vt:lpstr>Optimal Policy  </vt:lpstr>
      <vt:lpstr>Least Recently Used (LRU)</vt:lpstr>
      <vt:lpstr>LRU Example</vt:lpstr>
      <vt:lpstr>First-in-First-out (FIFO)</vt:lpstr>
      <vt:lpstr>FIFO Example</vt:lpstr>
      <vt:lpstr>Clock Policy</vt:lpstr>
      <vt:lpstr>Clock Policy Example</vt:lpstr>
      <vt:lpstr>PowerPoint Presentation</vt:lpstr>
      <vt:lpstr>Clock  Policy</vt:lpstr>
      <vt:lpstr>Comparison of Algorithms</vt:lpstr>
      <vt:lpstr>Page Buffering</vt:lpstr>
      <vt:lpstr>Resident Set Management</vt:lpstr>
      <vt:lpstr>Resident Set Size</vt:lpstr>
      <vt:lpstr>Replacement Scope</vt:lpstr>
      <vt:lpstr>Cleaning Policy</vt:lpstr>
      <vt:lpstr>Load Control</vt:lpstr>
      <vt:lpstr>Multiprogramming</vt:lpstr>
      <vt:lpstr>Process Suspension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2011-04-02T22:10:25Z</dcterms:created>
  <dcterms:modified xsi:type="dcterms:W3CDTF">2022-05-22T03:23:00Z</dcterms:modified>
</cp:coreProperties>
</file>